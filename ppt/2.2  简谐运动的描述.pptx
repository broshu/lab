
<file path=[Content_Types].xml><?xml version="1.0" encoding="utf-8"?>
<Types xmlns="http://schemas.openxmlformats.org/package/2006/content-types">
  <Default Extension="bin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89" r:id="rId3"/>
    <p:sldId id="380" r:id="rId4"/>
    <p:sldId id="373" r:id="rId5"/>
    <p:sldId id="391" r:id="rId6"/>
    <p:sldId id="381" r:id="rId7"/>
    <p:sldId id="396" r:id="rId8"/>
    <p:sldId id="384" r:id="rId9"/>
    <p:sldId id="397" r:id="rId10"/>
    <p:sldId id="279" r:id="rId11"/>
    <p:sldId id="280" r:id="rId12"/>
    <p:sldId id="329" r:id="rId13"/>
    <p:sldId id="262" r:id="rId14"/>
    <p:sldId id="282" r:id="rId15"/>
    <p:sldId id="287" r:id="rId16"/>
    <p:sldId id="288" r:id="rId17"/>
    <p:sldId id="290" r:id="rId18"/>
    <p:sldId id="292" r:id="rId19"/>
    <p:sldId id="355" r:id="rId20"/>
    <p:sldId id="331" r:id="rId21"/>
    <p:sldId id="294" r:id="rId22"/>
    <p:sldId id="333" r:id="rId23"/>
    <p:sldId id="296" r:id="rId24"/>
    <p:sldId id="299" r:id="rId25"/>
    <p:sldId id="303" r:id="rId26"/>
    <p:sldId id="305" r:id="rId27"/>
    <p:sldId id="336" r:id="rId28"/>
    <p:sldId id="306" r:id="rId29"/>
    <p:sldId id="352" r:id="rId30"/>
    <p:sldId id="30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9DE212-E27A-4B49-9EC6-E36380AEDF15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E62FF-F995-B144-A716-DD60C6E1A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12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2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2193803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3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41869818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4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4186981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5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3362208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6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4186981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7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470484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8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3525390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10D0DDFC-301D-442C-BDF2-07FA2518EEBD}" type="datetime1">
              <a:rPr lang="zh-CN" altLang="en-US" smtClean="0"/>
              <a:pPr>
                <a:defRPr/>
              </a:pPr>
              <a:t>2026/10/14</a:t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DC77C00C-8064-4622-A8C1-15F8EBA7A356}" type="slidenum">
              <a:rPr lang="zh-CN" altLang="en-US" smtClean="0"/>
              <a:pPr>
                <a:defRPr/>
              </a:pPr>
              <a:t>9</a:t>
            </a:fld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2897525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 noChangeArrowheads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1A9CF3-ECE4-4879-9C91-A676594D5D4A}" type="datetime1">
              <a:rPr lang="zh-CN" altLang="en-US"/>
              <a:pPr>
                <a:defRPr/>
              </a:pPr>
              <a:t>2026/10/14</a:t>
            </a:fld>
            <a:endParaRPr lang="zh-CN" altLang="en-US" sz="1800">
              <a:solidFill>
                <a:schemeClr val="tx1"/>
              </a:solidFill>
            </a:endParaRPr>
          </a:p>
        </p:txBody>
      </p:sp>
      <p:sp>
        <p:nvSpPr>
          <p:cNvPr id="4" name="页脚占位符 4"/>
          <p:cNvSpPr>
            <a:spLocks noGrp="1" noChangeArrowheads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90FBC2-6827-4796-AC80-FD69B9F5F5E9}" type="slidenum">
              <a:rPr lang="zh-CN" altLang="en-US"/>
              <a:pPr>
                <a:defRPr/>
              </a:pPr>
              <a:t>‹#›</a:t>
            </a:fld>
            <a:endParaRPr lang="zh-CN" altLang="en-US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920420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26"/>
          <p:cNvSpPr txBox="1"/>
          <p:nvPr userDrawn="1"/>
        </p:nvSpPr>
        <p:spPr>
          <a:xfrm>
            <a:off x="706382" y="28047"/>
            <a:ext cx="215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物理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选择性必修第一册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8758"/>
            <a:ext cx="508986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580369" y="14429"/>
            <a:ext cx="90025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" name="直接箭头连接符 12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圆角矩形 1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TextBox 26">
            <a:hlinkClick r:id="rId3" action="ppaction://hlinksldjump"/>
          </p:cNvPr>
          <p:cNvSpPr txBox="1"/>
          <p:nvPr userDrawn="1"/>
        </p:nvSpPr>
        <p:spPr>
          <a:xfrm>
            <a:off x="11519592" y="6454003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250018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2" r:id="rId5"/>
    <p:sldLayoutId id="2147483653" r:id="rId6"/>
    <p:sldLayoutId id="2147483657" r:id="rId7"/>
    <p:sldLayoutId id="2147483658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bin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59A8-68E3-F32A-EF3C-B0317D7991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2.2  </a:t>
            </a:r>
            <a:r>
              <a:rPr lang="zh-CN" altLang="en-US" dirty="0"/>
              <a:t>简谐运动的描述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938DE-9B20-C514-EEF7-C16A06C687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𝒙 ＝𝑨𝒔𝒊𝒏（𝝎𝒕 ＋ 𝝋）</a:t>
            </a:r>
          </a:p>
        </p:txBody>
      </p:sp>
    </p:spTree>
    <p:extLst>
      <p:ext uri="{BB962C8B-B14F-4D97-AF65-F5344CB8AC3E}">
        <p14:creationId xmlns:p14="http://schemas.microsoft.com/office/powerpoint/2010/main" val="1267551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341632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简谐运动的描述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159469CD-6ECA-D1E0-EE02-D5F33C395A46}"/>
                  </a:ext>
                </a:extLst>
              </p:cNvPr>
              <p:cNvSpPr/>
              <p:nvPr/>
            </p:nvSpPr>
            <p:spPr>
              <a:xfrm>
                <a:off x="3777897" y="6142733"/>
                <a:ext cx="4636206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z="3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3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＝</m:t>
                      </m:r>
                      <m:r>
                        <a:rPr lang="en-US" altLang="zh-CN" sz="3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zh-CN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𝒔𝒊𝒏</m:t>
                      </m:r>
                      <m:r>
                        <a:rPr lang="zh-CN" altLang="en-US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el-GR" altLang="zh-CN" sz="3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en-US" altLang="zh-CN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altLang="zh-CN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＋ </m:t>
                      </m:r>
                      <m:r>
                        <a:rPr lang="el-GR" altLang="zh-CN" sz="3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zh-CN" altLang="el-GR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）</m:t>
                      </m:r>
                    </m:oMath>
                  </m:oMathPara>
                </a14:m>
                <a:endParaRPr lang="zh-CN" altLang="en-US" sz="4800" b="1">
                  <a:solidFill>
                    <a:schemeClr val="tx1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159469CD-6ECA-D1E0-EE02-D5F33C395A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7897" y="6142733"/>
                <a:ext cx="4636206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28AC2D49-7DD2-3855-0ED9-42FCDA8A5E2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376" t="6186" r="16494" b="6392"/>
          <a:stretch>
            <a:fillRect/>
          </a:stretch>
        </p:blipFill>
        <p:spPr>
          <a:xfrm>
            <a:off x="1820944" y="68936"/>
            <a:ext cx="8550112" cy="5995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71275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11079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振幅</a:t>
            </a:r>
          </a:p>
        </p:txBody>
      </p:sp>
      <p:sp>
        <p:nvSpPr>
          <p:cNvPr id="7" name="文本框 67"/>
          <p:cNvSpPr>
            <a:spLocks noChangeArrowheads="1"/>
          </p:cNvSpPr>
          <p:nvPr/>
        </p:nvSpPr>
        <p:spPr bwMode="auto">
          <a:xfrm>
            <a:off x="811458" y="1000125"/>
            <a:ext cx="10569083" cy="55668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1.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定义：振动物体离开平衡位置的最大距离，常用 </a:t>
            </a: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A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表示。</a:t>
            </a:r>
          </a:p>
          <a:p>
            <a:pPr>
              <a:lnSpc>
                <a:spcPct val="150000"/>
              </a:lnSpc>
            </a:pP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                振动物体运动范围是振幅的两倍。</a:t>
            </a: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2.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物理意义：表示振动的强弱和振动系统能量的高低。</a:t>
            </a: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3.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单位：米，</a:t>
            </a:r>
            <a:r>
              <a:rPr lang="en-US" altLang="zh-CN" sz="2400" i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m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。</a:t>
            </a: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4.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标量性</a:t>
            </a:r>
            <a:endParaRPr lang="en-US" altLang="zh-CN" sz="2400">
              <a:latin typeface="Times New Roman" pitchFamily="18" charset="0"/>
              <a:ea typeface="微软雅黑" pitchFamily="34" charset="-122"/>
              <a:sym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5.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与位移、路程的区别：</a:t>
            </a:r>
            <a:endParaRPr lang="en-US" altLang="zh-CN" sz="2400">
              <a:latin typeface="Times New Roman" pitchFamily="18" charset="0"/>
              <a:ea typeface="微软雅黑" pitchFamily="34" charset="-122"/>
              <a:sym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   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位移是矢量，随时间变化而变化，振幅是标量，对同一个简谐振动而言是一个定值，简谐振动的最大位移在数值上等于振幅。</a:t>
            </a:r>
            <a:endParaRPr lang="en-US" altLang="zh-CN" sz="2400">
              <a:latin typeface="Times New Roman" pitchFamily="18" charset="0"/>
              <a:ea typeface="微软雅黑" pitchFamily="34" charset="-122"/>
              <a:sym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   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路程也是标量，它表示物体实际走过的距离，随时间增加而增加，物体经过一个完整的振动周期路程一定是</a:t>
            </a: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4A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，经过半个周期路程一定是</a:t>
            </a: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2A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。</a:t>
            </a:r>
            <a:endParaRPr lang="en-US" altLang="zh-CN" sz="2400">
              <a:latin typeface="Times New Roman" pitchFamily="18" charset="0"/>
              <a:ea typeface="微软雅黑" pitchFamily="34" charset="-122"/>
              <a:sym typeface="微软雅黑" pitchFamily="34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42E99AEA-7215-C36F-CF30-7EB87046C58C}"/>
              </a:ext>
            </a:extLst>
          </p:cNvPr>
          <p:cNvGrpSpPr/>
          <p:nvPr/>
        </p:nvGrpSpPr>
        <p:grpSpPr>
          <a:xfrm>
            <a:off x="8229763" y="1436817"/>
            <a:ext cx="3528604" cy="2871231"/>
            <a:chOff x="5842000" y="2275916"/>
            <a:chExt cx="3132938" cy="2385014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C6CF0A4C-73A2-4670-1300-60D74DC09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0" y="2275916"/>
              <a:ext cx="3132938" cy="206064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0C6600C-F331-04F1-0BEA-1DF69501424D}"/>
                    </a:ext>
                  </a:extLst>
                </p:cNvPr>
                <p:cNvSpPr/>
                <p:nvPr/>
              </p:nvSpPr>
              <p:spPr>
                <a:xfrm>
                  <a:off x="7633304" y="4260820"/>
                  <a:ext cx="429926" cy="400110"/>
                </a:xfrm>
                <a:prstGeom prst="rect">
                  <a:avLst/>
                </a:prstGeom>
              </p:spPr>
              <p:txBody>
                <a:bodyPr wrap="none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zh-CN" altLang="en-US" sz="3600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5" name="矩形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3304" y="4260820"/>
                  <a:ext cx="429926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EE920295-86BF-EC60-9385-A4292BC2E3DB}"/>
                    </a:ext>
                  </a:extLst>
                </p:cNvPr>
                <p:cNvSpPr/>
                <p:nvPr/>
              </p:nvSpPr>
              <p:spPr>
                <a:xfrm>
                  <a:off x="8551799" y="4260820"/>
                  <a:ext cx="389850" cy="400110"/>
                </a:xfrm>
                <a:prstGeom prst="rect">
                  <a:avLst/>
                </a:prstGeom>
              </p:spPr>
              <p:txBody>
                <a:bodyPr wrap="none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CN" altLang="en-US" sz="3600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6" name="矩形 1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51799" y="4260820"/>
                  <a:ext cx="389850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515C8FBE-42B4-16C3-8F30-73B7A1471934}"/>
                    </a:ext>
                  </a:extLst>
                </p:cNvPr>
                <p:cNvSpPr/>
                <p:nvPr/>
              </p:nvSpPr>
              <p:spPr>
                <a:xfrm>
                  <a:off x="8242904" y="3214668"/>
                  <a:ext cx="412292" cy="400110"/>
                </a:xfrm>
                <a:prstGeom prst="rect">
                  <a:avLst/>
                </a:prstGeom>
              </p:spPr>
              <p:txBody>
                <a:bodyPr wrap="none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zh-CN" altLang="en-US" sz="3600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7" name="矩形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2904" y="3214668"/>
                  <a:ext cx="412292" cy="40011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D0C0FCF7-B541-24EC-7395-6E4DCBC2A701}"/>
                    </a:ext>
                  </a:extLst>
                </p:cNvPr>
                <p:cNvSpPr/>
                <p:nvPr/>
              </p:nvSpPr>
              <p:spPr>
                <a:xfrm>
                  <a:off x="7309454" y="3772466"/>
                  <a:ext cx="428322" cy="400110"/>
                </a:xfrm>
                <a:prstGeom prst="rect">
                  <a:avLst/>
                </a:prstGeom>
              </p:spPr>
              <p:txBody>
                <a:bodyPr wrap="none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zh-CN" altLang="en-US" sz="3600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8" name="矩形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9454" y="3772466"/>
                  <a:ext cx="428322" cy="4001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5716047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249299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周期与频率</a:t>
            </a:r>
          </a:p>
        </p:txBody>
      </p:sp>
      <p:sp>
        <p:nvSpPr>
          <p:cNvPr id="7" name="文本框 67"/>
          <p:cNvSpPr>
            <a:spLocks noChangeArrowheads="1"/>
          </p:cNvSpPr>
          <p:nvPr/>
        </p:nvSpPr>
        <p:spPr bwMode="auto">
          <a:xfrm>
            <a:off x="228600" y="1183919"/>
            <a:ext cx="11540291" cy="33508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1.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全振动：一个完整的振动过程。</a:t>
            </a:r>
            <a:endParaRPr lang="en-US" altLang="zh-CN" sz="2400">
              <a:latin typeface="Times New Roman" pitchFamily="18" charset="0"/>
              <a:ea typeface="微软雅黑" pitchFamily="34" charset="-122"/>
              <a:sym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         无论从哪个位置开始计时，一个全振动结束时，物体的速度、位移、加速度均与  初始状态相同。全振动是简谐振动的最小单元，振子的运动就是全振动的不断重复。</a:t>
            </a:r>
            <a:endParaRPr lang="en-US" altLang="zh-CN" sz="2400">
              <a:latin typeface="Times New Roman" pitchFamily="18" charset="0"/>
              <a:ea typeface="微软雅黑" pitchFamily="34" charset="-122"/>
              <a:sym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2.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周期 </a:t>
            </a:r>
            <a:r>
              <a:rPr lang="en-US" altLang="zh-CN" sz="2400" i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T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：做简谐运动的物体完成一次全振动所需要的时间，单位 </a:t>
            </a:r>
            <a:r>
              <a:rPr lang="en-US" altLang="zh-CN" sz="2400" i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s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。</a:t>
            </a: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3.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频率  </a:t>
            </a:r>
            <a:r>
              <a:rPr lang="en-US" altLang="zh-CN" sz="2400" i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f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：做简谐运动的物体单位时间内完成全振动的次数，单位 </a:t>
            </a: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Hz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。</a:t>
            </a:r>
          </a:p>
          <a:p>
            <a:pPr>
              <a:lnSpc>
                <a:spcPct val="150000"/>
              </a:lnSpc>
            </a:pPr>
            <a:r>
              <a:rPr lang="en-US" altLang="zh-CN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4.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圆频率 </a:t>
            </a:r>
            <a:r>
              <a:rPr lang="el-GR" altLang="zh-CN" sz="2400" i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ω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：振动方程中的 </a:t>
            </a:r>
            <a:r>
              <a:rPr lang="el-GR" altLang="zh-CN" sz="2400" i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ω</a:t>
            </a:r>
            <a:r>
              <a:rPr lang="en-US" altLang="zh-CN" sz="2400" i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 </a:t>
            </a:r>
            <a:r>
              <a:rPr lang="zh-CN" altLang="en-US" sz="2400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称为圆频率，它与周期和频率有关。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67">
                <a:extLst>
                  <a:ext uri="{FF2B5EF4-FFF2-40B4-BE49-F238E27FC236}">
                    <a16:creationId xmlns:a16="http://schemas.microsoft.com/office/drawing/2014/main" id="{BEA762DF-D444-A93B-103D-72D007293D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53598" y="3535942"/>
                <a:ext cx="2418599" cy="13022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𝜔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微软雅黑" pitchFamily="34" charset="-122"/>
                              <a:sym typeface="微软雅黑" pitchFamily="34" charset="-122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微软雅黑" pitchFamily="34" charset="-122"/>
                              <a:sym typeface="微软雅黑" pitchFamily="34" charset="-122"/>
                            </a:rPr>
                            <m:t>2</m:t>
                          </m:r>
                          <m:r>
                            <a:rPr lang="zh-CN" altLang="en-US" sz="2800" b="0" i="1" smtClean="0">
                              <a:latin typeface="Cambria Math" panose="02040503050406030204" pitchFamily="18" charset="0"/>
                              <a:ea typeface="微软雅黑" pitchFamily="34" charset="-122"/>
                              <a:sym typeface="微软雅黑" pitchFamily="34" charset="-122"/>
                            </a:rPr>
                            <m:t>𝜋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微软雅黑" pitchFamily="34" charset="-122"/>
                              <a:sym typeface="微软雅黑" pitchFamily="34" charset="-122"/>
                            </a:rPr>
                            <m:t>𝑇</m:t>
                          </m:r>
                        </m:den>
                      </m:f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=2</m:t>
                      </m:r>
                      <m:r>
                        <a:rPr lang="zh-CN" altLang="en-US" sz="2800" b="0" i="1" smtClean="0"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𝜋</m:t>
                      </m:r>
                    </m:oMath>
                  </m:oMathPara>
                </a14:m>
                <a:endParaRPr lang="en-US" altLang="zh-CN" sz="2800" baseline="-25000">
                  <a:latin typeface="Times New Roman" pitchFamily="18" charset="0"/>
                  <a:ea typeface="微软雅黑" pitchFamily="34" charset="-122"/>
                  <a:sym typeface="微软雅黑" pitchFamily="34" charset="-122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5" name="文本框 67">
                <a:extLst>
                  <a:ext uri="{FF2B5EF4-FFF2-40B4-BE49-F238E27FC236}">
                    <a16:creationId xmlns:a16="http://schemas.microsoft.com/office/drawing/2014/main" id="{BEA762DF-D444-A93B-103D-72D007293D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53598" y="3535942"/>
                <a:ext cx="2418599" cy="13022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67">
                <a:extLst>
                  <a:ext uri="{FF2B5EF4-FFF2-40B4-BE49-F238E27FC236}">
                    <a16:creationId xmlns:a16="http://schemas.microsoft.com/office/drawing/2014/main" id="{CC2EE1DE-0C10-690E-F7D6-B3B395013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73401" y="2546446"/>
                <a:ext cx="2418599" cy="14198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𝑇</m:t>
                      </m:r>
                      <m:r>
                        <a:rPr lang="en-US" altLang="zh-CN" sz="2800" b="0" i="1" smtClean="0"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2800" b="0" i="1" smtClean="0">
                              <a:latin typeface="Cambria Math" panose="02040503050406030204" pitchFamily="18" charset="0"/>
                              <a:ea typeface="微软雅黑" pitchFamily="34" charset="-122"/>
                              <a:sym typeface="微软雅黑" pitchFamily="34" charset="-122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微软雅黑" pitchFamily="34" charset="-122"/>
                              <a:sym typeface="微软雅黑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微软雅黑" pitchFamily="34" charset="-122"/>
                              <a:sym typeface="微软雅黑" pitchFamily="34" charset="-122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en-US" altLang="zh-CN" sz="2800" baseline="-25000">
                  <a:latin typeface="Times New Roman" pitchFamily="18" charset="0"/>
                  <a:ea typeface="微软雅黑" pitchFamily="34" charset="-122"/>
                  <a:sym typeface="微软雅黑" pitchFamily="34" charset="-122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6" name="文本框 67">
                <a:extLst>
                  <a:ext uri="{FF2B5EF4-FFF2-40B4-BE49-F238E27FC236}">
                    <a16:creationId xmlns:a16="http://schemas.microsoft.com/office/drawing/2014/main" id="{CC2EE1DE-0C10-690E-F7D6-B3B3950131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73401" y="2546446"/>
                <a:ext cx="2418599" cy="14198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67">
                <a:extLst>
                  <a:ext uri="{FF2B5EF4-FFF2-40B4-BE49-F238E27FC236}">
                    <a16:creationId xmlns:a16="http://schemas.microsoft.com/office/drawing/2014/main" id="{BDF55DAB-593D-D559-FAC1-9B6CE29CA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8600" y="4458496"/>
                <a:ext cx="11943597" cy="11257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b="1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简谐振动的周期与振幅无关，与振动系统自身有关，对弹簧振子，它的周期 </a:t>
                </a:r>
                <a14:m>
                  <m:oMath xmlns:m="http://schemas.openxmlformats.org/officeDocument/2006/math">
                    <m:r>
                      <a:rPr lang="en-US" altLang="zh-CN" sz="2400" b="1" i="1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𝑻</m:t>
                    </m:r>
                    <m:r>
                      <a:rPr lang="en-US" altLang="zh-CN" sz="2400" b="1" i="1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=</m:t>
                    </m:r>
                    <m:r>
                      <a:rPr lang="en-US" altLang="zh-CN" sz="2400" b="1" i="1" smtClean="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𝟐</m:t>
                    </m:r>
                    <m:r>
                      <a:rPr lang="zh-CN" altLang="en-US" sz="2400" b="1" i="1" smtClean="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𝝅</m:t>
                    </m:r>
                    <m:rad>
                      <m:radPr>
                        <m:degHide m:val="on"/>
                        <m:ctrlPr>
                          <a:rPr lang="zh-CN" altLang="en-US" sz="2400" b="1" i="1" smtClean="0">
                            <a:latin typeface="Cambria Math" panose="02040503050406030204" pitchFamily="18" charset="0"/>
                            <a:ea typeface="微软雅黑" pitchFamily="34" charset="-122"/>
                            <a:sym typeface="微软雅黑" pitchFamily="34" charset="-122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400" b="1" i="1" smtClean="0">
                                <a:latin typeface="Cambria Math" panose="02040503050406030204" pitchFamily="18" charset="0"/>
                                <a:ea typeface="微软雅黑" pitchFamily="34" charset="-122"/>
                                <a:sym typeface="微软雅黑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sz="2400" b="1" i="1" smtClean="0">
                                <a:latin typeface="Cambria Math" panose="02040503050406030204" pitchFamily="18" charset="0"/>
                                <a:ea typeface="微软雅黑" pitchFamily="34" charset="-122"/>
                                <a:sym typeface="微软雅黑" pitchFamily="34" charset="-122"/>
                              </a:rPr>
                              <m:t>𝒎</m:t>
                            </m:r>
                          </m:num>
                          <m:den>
                            <m:r>
                              <a:rPr lang="en-US" altLang="zh-CN" sz="2400" b="1" i="1" smtClean="0">
                                <a:latin typeface="Cambria Math" panose="02040503050406030204" pitchFamily="18" charset="0"/>
                                <a:ea typeface="微软雅黑" pitchFamily="34" charset="-122"/>
                                <a:sym typeface="微软雅黑" pitchFamily="34" charset="-122"/>
                              </a:rPr>
                              <m:t>𝒌</m:t>
                            </m:r>
                          </m:den>
                        </m:f>
                      </m:e>
                    </m:rad>
                  </m:oMath>
                </a14:m>
                <a:endParaRPr lang="zh-CN" altLang="en-US" sz="2400" b="1">
                  <a:latin typeface="Times New Roman" pitchFamily="18" charset="0"/>
                  <a:ea typeface="微软雅黑" pitchFamily="34" charset="-122"/>
                  <a:sym typeface="微软雅黑" pitchFamily="34" charset="-122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9" name="文本框 67">
                <a:extLst>
                  <a:ext uri="{FF2B5EF4-FFF2-40B4-BE49-F238E27FC236}">
                    <a16:creationId xmlns:a16="http://schemas.microsoft.com/office/drawing/2014/main" id="{BDF55DAB-593D-D559-FAC1-9B6CE29CA3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" y="4458496"/>
                <a:ext cx="11943597" cy="1125757"/>
              </a:xfrm>
              <a:prstGeom prst="rect">
                <a:avLst/>
              </a:prstGeom>
              <a:blipFill>
                <a:blip r:embed="rId5"/>
                <a:stretch>
                  <a:fillRect l="-8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67">
            <a:extLst>
              <a:ext uri="{FF2B5EF4-FFF2-40B4-BE49-F238E27FC236}">
                <a16:creationId xmlns:a16="http://schemas.microsoft.com/office/drawing/2014/main" id="{47B8AE67-A2D7-D1F3-8C4E-43C1C39C4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403" y="5584253"/>
            <a:ext cx="11943597" cy="5808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>
                <a:latin typeface="Times New Roman" pitchFamily="18" charset="0"/>
                <a:ea typeface="微软雅黑" pitchFamily="34" charset="-122"/>
                <a:sym typeface="微软雅黑" pitchFamily="34" charset="-122"/>
              </a:rPr>
              <a:t>简谐振动的周期和频率描述的是简谐振动的快慢，不是振子运动的快慢。</a:t>
            </a:r>
          </a:p>
        </p:txBody>
      </p:sp>
    </p:spTree>
    <p:extLst>
      <p:ext uri="{BB962C8B-B14F-4D97-AF65-F5344CB8AC3E}">
        <p14:creationId xmlns:p14="http://schemas.microsoft.com/office/powerpoint/2010/main" val="76470681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build="p"/>
      <p:bldP spid="9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11079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相位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3E11B47-65C3-E953-FC14-834B8164E5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746" y="0"/>
            <a:ext cx="9829358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22B4D179-8BA6-58DC-4A12-386C49542694}"/>
                  </a:ext>
                </a:extLst>
              </p:cNvPr>
              <p:cNvSpPr/>
              <p:nvPr/>
            </p:nvSpPr>
            <p:spPr>
              <a:xfrm>
                <a:off x="5634977" y="314325"/>
                <a:ext cx="4636206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z="3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3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＝</m:t>
                      </m:r>
                      <m:r>
                        <a:rPr lang="en-US" altLang="zh-CN" sz="3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zh-CN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𝒔𝒊𝒏</m:t>
                      </m:r>
                      <m:r>
                        <a:rPr lang="zh-CN" altLang="en-US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el-GR" altLang="zh-CN" sz="3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en-US" altLang="zh-CN" sz="3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altLang="zh-CN" sz="3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＋ </m:t>
                      </m:r>
                      <m:r>
                        <a:rPr lang="el-GR" altLang="zh-CN" sz="3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zh-CN" altLang="el-GR" sz="36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）</m:t>
                      </m:r>
                    </m:oMath>
                  </m:oMathPara>
                </a14:m>
                <a:endParaRPr lang="zh-CN" altLang="en-US" sz="4800" b="1">
                  <a:solidFill>
                    <a:schemeClr val="tx1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22B4D179-8BA6-58DC-4A12-386C495426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977" y="314325"/>
                <a:ext cx="4636206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267012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11079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相位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67"/>
              <p:cNvSpPr>
                <a:spLocks noChangeArrowheads="1"/>
              </p:cNvSpPr>
              <p:nvPr/>
            </p:nvSpPr>
            <p:spPr bwMode="auto">
              <a:xfrm>
                <a:off x="486627" y="1227702"/>
                <a:ext cx="11023501" cy="27959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1.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物理学中将</a:t>
                </a:r>
                <a14:m>
                  <m:oMath xmlns:m="http://schemas.openxmlformats.org/officeDocument/2006/math">
                    <m:r>
                      <a:rPr lang="zh-CN" altLang="en-US" sz="2400" b="1" i="1">
                        <a:latin typeface="Cambria Math" panose="02040503050406030204" pitchFamily="18" charset="0"/>
                      </a:rPr>
                      <m:t>（</m:t>
                    </m:r>
                    <m:r>
                      <a:rPr lang="el-GR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𝝎</m:t>
                    </m:r>
                    <m:r>
                      <a:rPr lang="en-US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＋ </m:t>
                    </m:r>
                    <m:r>
                      <a:rPr lang="el-GR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zh-CN" altLang="el-GR" sz="2400" b="1" i="1">
                        <a:latin typeface="Cambria Math" panose="02040503050406030204" pitchFamily="18" charset="0"/>
                      </a:rPr>
                      <m:t>）</m:t>
                    </m:r>
                  </m:oMath>
                </a14:m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称作相位，</a:t>
                </a:r>
                <a:endParaRPr lang="en-US" altLang="zh-CN" sz="2400">
                  <a:latin typeface="Times New Roman" pitchFamily="18" charset="0"/>
                  <a:ea typeface="微软雅黑" pitchFamily="34" charset="-122"/>
                  <a:sym typeface="微软雅黑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2.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单位：弧度（</a:t>
                </a: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rad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）</a:t>
                </a:r>
                <a:endParaRPr lang="en-US" altLang="zh-CN" sz="2400">
                  <a:latin typeface="Times New Roman" pitchFamily="18" charset="0"/>
                  <a:ea typeface="微软雅黑" pitchFamily="34" charset="-122"/>
                  <a:sym typeface="微软雅黑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3.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初相：</a:t>
                </a:r>
                <a:r>
                  <a:rPr lang="zh-CN" altLang="en-US" sz="2400" b="1"/>
                  <a:t> </a:t>
                </a:r>
                <a14:m>
                  <m:oMath xmlns:m="http://schemas.openxmlformats.org/officeDocument/2006/math">
                    <m:r>
                      <a:rPr lang="zh-CN" altLang="en-US" sz="2400" b="1" i="1">
                        <a:latin typeface="Cambria Math" panose="02040503050406030204" pitchFamily="18" charset="0"/>
                      </a:rPr>
                      <m:t>（</m:t>
                    </m:r>
                    <m:r>
                      <a:rPr lang="el-GR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𝝎</m:t>
                    </m:r>
                    <m:r>
                      <a:rPr lang="en-US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＋ </m:t>
                    </m:r>
                    <m:r>
                      <a:rPr lang="el-GR" altLang="zh-CN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zh-CN" altLang="el-GR" sz="2400" b="1" i="1">
                        <a:latin typeface="Cambria Math" panose="02040503050406030204" pitchFamily="18" charset="0"/>
                      </a:rPr>
                      <m:t>）</m:t>
                    </m:r>
                  </m:oMath>
                </a14:m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中 𝜑 是 </a:t>
                </a:r>
                <a:r>
                  <a:rPr lang="en-US" altLang="zh-CN" sz="2400" i="1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t</a:t>
                </a: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 = 0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时刻的相位，称作初相位，或称初相。</a:t>
                </a:r>
                <a:endParaRPr lang="en-US" altLang="zh-CN" sz="2400">
                  <a:latin typeface="Times New Roman" pitchFamily="18" charset="0"/>
                  <a:ea typeface="微软雅黑" pitchFamily="34" charset="-122"/>
                  <a:sym typeface="微软雅黑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4.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物理意义：表示物体所处的振动状态</a:t>
                </a:r>
              </a:p>
              <a:p>
                <a:pPr>
                  <a:lnSpc>
                    <a:spcPct val="150000"/>
                  </a:lnSpc>
                </a:pPr>
                <a:endParaRPr lang="zh-CN" altLang="en-US" sz="2400">
                  <a:latin typeface="Times New Roman" pitchFamily="18" charset="0"/>
                  <a:ea typeface="微软雅黑" pitchFamily="34" charset="-122"/>
                  <a:sym typeface="微软雅黑" pitchFamily="34" charset="-122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6" name="文本框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6627" y="1227702"/>
                <a:ext cx="11023501" cy="2795958"/>
              </a:xfrm>
              <a:prstGeom prst="rect">
                <a:avLst/>
              </a:prstGeom>
              <a:blipFill>
                <a:blip r:embed="rId3"/>
                <a:stretch>
                  <a:fillRect l="-88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组合 2">
            <a:extLst>
              <a:ext uri="{FF2B5EF4-FFF2-40B4-BE49-F238E27FC236}">
                <a16:creationId xmlns:a16="http://schemas.microsoft.com/office/drawing/2014/main" id="{2ADB3B78-AE88-8C01-0315-7D39A73C9149}"/>
              </a:ext>
            </a:extLst>
          </p:cNvPr>
          <p:cNvGrpSpPr/>
          <p:nvPr/>
        </p:nvGrpSpPr>
        <p:grpSpPr>
          <a:xfrm>
            <a:off x="2720158" y="3497364"/>
            <a:ext cx="3491790" cy="1052592"/>
            <a:chOff x="4941870" y="3244334"/>
            <a:chExt cx="3491790" cy="1052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939FD7EE-EB8C-DF64-18F9-FB528B902B08}"/>
                    </a:ext>
                  </a:extLst>
                </p:cNvPr>
                <p:cNvSpPr/>
                <p:nvPr/>
              </p:nvSpPr>
              <p:spPr>
                <a:xfrm>
                  <a:off x="4949853" y="3244334"/>
                  <a:ext cx="3466975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zh-CN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zh-CN" altLang="en-US" sz="2800" b="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zh-CN" altLang="en-US" sz="2800" b="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  <m: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zh-CN" altLang="en-US" sz="28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zh-CN" altLang="en-US" sz="28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zh-CN" altLang="en-US" sz="2800" b="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CN" altLang="en-US" sz="2800">
                    <a:solidFill>
                      <a:schemeClr val="tx1"/>
                    </a:solidFill>
                    <a:latin typeface="Times New Roman" pitchFamily="18" charset="0"/>
                    <a:ea typeface="微软雅黑" pitchFamily="34" charset="-122"/>
                    <a:cs typeface="Times New Roman" pitchFamily="18" charset="0"/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7" name="矩形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853" y="3244334"/>
                  <a:ext cx="2896947" cy="43088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126761" r="-21639" b="-18873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640AAABD-8EA2-2ABE-B753-65C34DF5FC30}"/>
                    </a:ext>
                  </a:extLst>
                </p:cNvPr>
                <p:cNvSpPr/>
                <p:nvPr/>
              </p:nvSpPr>
              <p:spPr>
                <a:xfrm>
                  <a:off x="4941870" y="3773706"/>
                  <a:ext cx="3491790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zh-CN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zh-CN" altLang="en-US" sz="2800" b="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zh-CN" altLang="en-US" sz="2800" b="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  <m: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zh-CN" altLang="en-US" sz="28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zh-CN" altLang="en-US" sz="28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CN" altLang="en-US" sz="2800" b="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8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zh-CN" altLang="en-US" sz="2800" b="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CN" altLang="en-US" sz="2800">
                    <a:solidFill>
                      <a:schemeClr val="tx1"/>
                    </a:solidFill>
                    <a:latin typeface="Times New Roman" pitchFamily="18" charset="0"/>
                    <a:ea typeface="微软雅黑" pitchFamily="34" charset="-122"/>
                    <a:cs typeface="Times New Roman" pitchFamily="18" charset="0"/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8" name="矩形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1870" y="3773706"/>
                  <a:ext cx="2896947" cy="43088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t="-126761" r="-21895" b="-18873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7">
                <a:extLst>
                  <a:ext uri="{FF2B5EF4-FFF2-40B4-BE49-F238E27FC236}">
                    <a16:creationId xmlns:a16="http://schemas.microsoft.com/office/drawing/2014/main" id="{F7DA3FDB-547D-0ACE-6AC8-264D955021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3059" y="4480282"/>
                <a:ext cx="11023501" cy="16888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5.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相位差：</a:t>
                </a:r>
                <a:r>
                  <a:rPr lang="el-GR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Δ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𝜑 </a:t>
                </a: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=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𝜑</a:t>
                </a:r>
                <a:r>
                  <a:rPr lang="en-US" altLang="zh-CN" sz="2400" baseline="-250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2</a:t>
                </a:r>
                <a:r>
                  <a:rPr lang="en-US" altLang="zh-CN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 − </a:t>
                </a:r>
                <a:r>
                  <a:rPr lang="zh-CN" altLang="en-US" sz="24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𝜑</a:t>
                </a:r>
                <a:r>
                  <a:rPr lang="en-US" altLang="zh-CN" sz="2400" baseline="-25000">
                    <a:latin typeface="Times New Roman" pitchFamily="18" charset="0"/>
                    <a:ea typeface="微软雅黑" pitchFamily="34" charset="-122"/>
                    <a:sym typeface="微软雅黑" pitchFamily="34" charset="-122"/>
                  </a:rPr>
                  <a:t>1</a:t>
                </a:r>
              </a:p>
              <a:p>
                <a:pPr eaLnBrk="0" hangingPunct="0">
                  <a:lnSpc>
                    <a:spcPct val="150000"/>
                  </a:lnSpc>
                </a:pPr>
                <a:r>
                  <a:rPr kumimoji="1" lang="zh-CN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①</a:t>
                </a: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若</a:t>
                </a:r>
                <a14:m>
                  <m:oMath xmlns:m="http://schemas.openxmlformats.org/officeDocument/2006/math"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 </m:t>
                    </m:r>
                    <m:r>
                      <m:rPr>
                        <m:sty m:val="p"/>
                      </m:rPr>
                      <a:rPr lang="el-GR" altLang="zh-CN" sz="240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Δ</m:t>
                    </m:r>
                    <m:r>
                      <a:rPr kumimoji="1" lang="en-US" altLang="zh-CN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  <m:r>
                      <a:rPr kumimoji="1" lang="en-US" altLang="zh-CN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=</m:t>
                    </m:r>
                    <m:r>
                      <a:rPr kumimoji="1" lang="en-US" altLang="zh-CN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  <m:r>
                      <a:rPr kumimoji="1" lang="en-US" altLang="zh-CN" sz="2400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2</m:t>
                    </m:r>
                    <m:r>
                      <a:rPr kumimoji="1" lang="en-US" altLang="zh-CN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−</m:t>
                    </m:r>
                    <m:r>
                      <a:rPr kumimoji="1" lang="en-US" altLang="zh-CN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  <m:r>
                      <a:rPr kumimoji="1" lang="en-US" altLang="zh-CN" sz="2400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1</m:t>
                    </m:r>
                    <m:r>
                      <a:rPr kumimoji="1" lang="zh-CN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＞</m:t>
                    </m:r>
                    <m:r>
                      <a:rPr kumimoji="1"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0</m:t>
                    </m:r>
                  </m:oMath>
                </a14:m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，振动 </a:t>
                </a:r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2 </a:t>
                </a: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的相位比 </a:t>
                </a:r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1 </a:t>
                </a:r>
                <a:r>
                  <a:rPr kumimoji="1" lang="zh-CN" altLang="en-US" sz="2400">
                    <a:solidFill>
                      <a:srgbClr val="FF0000"/>
                    </a:solidFill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超前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240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Δ</m:t>
                    </m:r>
                    <m:r>
                      <a:rPr kumimoji="1" lang="en-US" altLang="zh-CN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</m:oMath>
                </a14:m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；</a:t>
                </a:r>
              </a:p>
              <a:p>
                <a:pPr eaLnBrk="0" hangingPunct="0">
                  <a:lnSpc>
                    <a:spcPct val="150000"/>
                  </a:lnSpc>
                </a:pPr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②</a:t>
                </a: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若</a:t>
                </a:r>
                <a14:m>
                  <m:oMath xmlns:m="http://schemas.openxmlformats.org/officeDocument/2006/math">
                    <m:r>
                      <a:rPr lang="en-US" altLang="zh-CN" sz="2400" b="0" i="0" smtClean="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 </m:t>
                    </m:r>
                    <m:r>
                      <m:rPr>
                        <m:sty m:val="p"/>
                      </m:rPr>
                      <a:rPr lang="el-GR" altLang="zh-CN" sz="240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Δ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微软雅黑" pitchFamily="34" charset="-122"/>
                      </a:rPr>
                      <m:t>=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  <m:r>
                      <a:rPr kumimoji="1" lang="en-US" altLang="zh-CN" sz="2400" i="1" baseline="-25000">
                        <a:latin typeface="Cambria Math" panose="02040503050406030204" pitchFamily="18" charset="0"/>
                        <a:ea typeface="微软雅黑" pitchFamily="34" charset="-122"/>
                      </a:rPr>
                      <m:t>2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微软雅黑" pitchFamily="34" charset="-122"/>
                      </a:rPr>
                      <m:t>−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  <m:r>
                      <a:rPr kumimoji="1" lang="en-US" altLang="zh-CN" sz="2400" i="1" baseline="-25000">
                        <a:latin typeface="Cambria Math" panose="02040503050406030204" pitchFamily="18" charset="0"/>
                        <a:ea typeface="微软雅黑" pitchFamily="34" charset="-122"/>
                      </a:rPr>
                      <m:t>1</m:t>
                    </m:r>
                    <m:r>
                      <a:rPr kumimoji="1" lang="zh-CN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＜</m:t>
                    </m:r>
                    <m:r>
                      <a:rPr kumimoji="1" lang="en-US" altLang="zh-CN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微软雅黑" pitchFamily="34" charset="-122"/>
                      </a:rPr>
                      <m:t>0</m:t>
                    </m:r>
                  </m:oMath>
                </a14:m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，振动 </a:t>
                </a:r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2 </a:t>
                </a: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的相位比 </a:t>
                </a:r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1 </a:t>
                </a:r>
                <a:r>
                  <a:rPr kumimoji="1" lang="zh-CN" altLang="en-US" sz="2400">
                    <a:solidFill>
                      <a:srgbClr val="FF0000"/>
                    </a:solidFill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落后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2400">
                        <a:latin typeface="Cambria Math" panose="02040503050406030204" pitchFamily="18" charset="0"/>
                        <a:ea typeface="微软雅黑" pitchFamily="34" charset="-122"/>
                        <a:sym typeface="微软雅黑" pitchFamily="34" charset="-122"/>
                      </a:rPr>
                      <m:t>Δ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微软雅黑" pitchFamily="34" charset="-122"/>
                      </a:rPr>
                      <m:t>𝜑</m:t>
                    </m:r>
                  </m:oMath>
                </a14:m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。</a:t>
                </a: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7" name="文本框 67">
                <a:extLst>
                  <a:ext uri="{FF2B5EF4-FFF2-40B4-BE49-F238E27FC236}">
                    <a16:creationId xmlns:a16="http://schemas.microsoft.com/office/drawing/2014/main" id="{F7DA3FDB-547D-0ACE-6AC8-264D955021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3059" y="4480282"/>
                <a:ext cx="11023501" cy="1688860"/>
              </a:xfrm>
              <a:prstGeom prst="rect">
                <a:avLst/>
              </a:prstGeom>
              <a:blipFill>
                <a:blip r:embed="rId6"/>
                <a:stretch>
                  <a:fillRect l="-829" b="-758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04778AF4-1BEA-F75B-5175-E044E4E350B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482" y="3197064"/>
            <a:ext cx="4691518" cy="3273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1784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11079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相位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162226F9-D764-9B73-0553-D039593D1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5636" y="2177289"/>
                <a:ext cx="4914426" cy="1569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9pPr>
              </a:lstStyle>
              <a:p>
                <a:pPr eaLnBrk="0" hangingPunct="0">
                  <a:lnSpc>
                    <a:spcPct val="200000"/>
                  </a:lnSpc>
                </a:pP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（</a:t>
                </a:r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1</a:t>
                </a: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）同相：相位差为零 </a:t>
                </a:r>
                <a:endParaRPr kumimoji="1" lang="en-US" altLang="zh-CN" sz="2400">
                  <a:latin typeface="Times New Roman" pitchFamily="18" charset="0"/>
                  <a:ea typeface="微软雅黑" pitchFamily="34" charset="-122"/>
                  <a:cs typeface="Times New Roman" pitchFamily="18" charset="0"/>
                </a:endParaRPr>
              </a:p>
              <a:p>
                <a:pPr eaLnBrk="0" hangingPunct="0"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l-GR" altLang="zh-CN" sz="24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Δ</m:t>
                      </m:r>
                      <m:r>
                        <a:rPr kumimoji="1" lang="en-US" altLang="zh-CN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𝜑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=2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𝜋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(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=0，1，2，…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)</m:t>
                      </m:r>
                    </m:oMath>
                  </m:oMathPara>
                </a14:m>
                <a:endParaRPr kumimoji="1" lang="en-US" altLang="zh-CN" sz="2400">
                  <a:solidFill>
                    <a:srgbClr val="0000CC"/>
                  </a:solidFill>
                  <a:latin typeface="Times New Roman" pitchFamily="18" charset="0"/>
                  <a:ea typeface="微软雅黑" pitchFamily="34" charset="-122"/>
                  <a:cs typeface="Times New Roman" pitchFamily="18" charset="0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162226F9-D764-9B73-0553-D039593D11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5636" y="2177289"/>
                <a:ext cx="4914426" cy="1569660"/>
              </a:xfrm>
              <a:prstGeom prst="rect">
                <a:avLst/>
              </a:prstGeom>
              <a:blipFill>
                <a:blip r:embed="rId3"/>
                <a:stretch>
                  <a:fillRect l="-186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10">
                <a:extLst>
                  <a:ext uri="{FF2B5EF4-FFF2-40B4-BE49-F238E27FC236}">
                    <a16:creationId xmlns:a16="http://schemas.microsoft.com/office/drawing/2014/main" id="{20A58CCC-BBF2-6761-B3F8-04C9C8767E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5636" y="4313935"/>
                <a:ext cx="6000991" cy="1569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itchFamily="34" charset="0"/>
                    <a:ea typeface="宋体" pitchFamily="2" charset="-122"/>
                  </a:defRPr>
                </a:lvl9pPr>
              </a:lstStyle>
              <a:p>
                <a:pPr eaLnBrk="0" hangingPunct="0">
                  <a:lnSpc>
                    <a:spcPct val="200000"/>
                  </a:lnSpc>
                </a:pP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（</a:t>
                </a:r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2</a:t>
                </a:r>
                <a:r>
                  <a:rPr kumimoji="1" lang="zh-CN" altLang="en-US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）反相：相位差为</a:t>
                </a:r>
                <a14:m>
                  <m:oMath xmlns:m="http://schemas.openxmlformats.org/officeDocument/2006/math">
                    <m:r>
                      <a:rPr kumimoji="1" lang="en-US" altLang="zh-CN" sz="2400" i="1" smtClean="0">
                        <a:latin typeface="Cambria Math" panose="02040503050406030204" pitchFamily="18" charset="0"/>
                        <a:ea typeface="微软雅黑" pitchFamily="34" charset="-122"/>
                      </a:rPr>
                      <m:t>𝜋</m:t>
                    </m:r>
                  </m:oMath>
                </a14:m>
                <a:r>
                  <a:rPr kumimoji="1" lang="en-US" altLang="zh-CN" sz="2400">
                    <a:latin typeface="Times New Roman" pitchFamily="18" charset="0"/>
                    <a:ea typeface="微软雅黑" pitchFamily="34" charset="-122"/>
                    <a:cs typeface="Times New Roman" pitchFamily="18" charset="0"/>
                  </a:rPr>
                  <a:t> </a:t>
                </a:r>
              </a:p>
              <a:p>
                <a:pPr eaLnBrk="0" hangingPunct="0"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l-GR" altLang="zh-CN" sz="24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  <a:sym typeface="微软雅黑" pitchFamily="34" charset="-122"/>
                        </a:rPr>
                        <m:t>Δ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𝜑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=(2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+1)</m:t>
                      </m:r>
                      <m:r>
                        <a:rPr kumimoji="1" lang="en-US" altLang="zh-CN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𝜋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(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=0，1，2，…</m:t>
                      </m:r>
                      <m:r>
                        <a:rPr kumimoji="1" lang="en-US" altLang="zh-CN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微软雅黑" pitchFamily="34" charset="-122"/>
                        </a:rPr>
                        <m:t>)</m:t>
                      </m:r>
                    </m:oMath>
                  </m:oMathPara>
                </a14:m>
                <a:endParaRPr kumimoji="1" lang="en-US" altLang="zh-CN" sz="2400">
                  <a:solidFill>
                    <a:srgbClr val="0000CC"/>
                  </a:solidFill>
                  <a:latin typeface="Times New Roman" pitchFamily="18" charset="0"/>
                  <a:ea typeface="微软雅黑" pitchFamily="34" charset="-122"/>
                  <a:cs typeface="Times New Roman" pitchFamily="18" charset="0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10" name="Rectangle 10">
                <a:extLst>
                  <a:ext uri="{FF2B5EF4-FFF2-40B4-BE49-F238E27FC236}">
                    <a16:creationId xmlns:a16="http://schemas.microsoft.com/office/drawing/2014/main" id="{20A58CCC-BBF2-6761-B3F8-04C9C8767E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5636" y="4313935"/>
                <a:ext cx="6000991" cy="1569660"/>
              </a:xfrm>
              <a:prstGeom prst="rect">
                <a:avLst/>
              </a:prstGeom>
              <a:blipFill>
                <a:blip r:embed="rId4"/>
                <a:stretch>
                  <a:fillRect l="-1523" r="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4">
            <a:extLst>
              <a:ext uri="{FF2B5EF4-FFF2-40B4-BE49-F238E27FC236}">
                <a16:creationId xmlns:a16="http://schemas.microsoft.com/office/drawing/2014/main" id="{603FD55E-18AA-1D63-4EDF-3DF9F38EF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6" y="1422752"/>
            <a:ext cx="5846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r>
              <a:rPr kumimoji="1" lang="en-US" altLang="zh-CN" sz="2400"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6. </a:t>
            </a:r>
            <a:r>
              <a:rPr kumimoji="1" lang="zh-CN" altLang="en-US" sz="2400"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同相与反相：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E16D8821-C4DD-FDC1-2FA6-5C02D94BEC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63175" y="2364619"/>
            <a:ext cx="21487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r>
              <a:rPr kumimoji="1" lang="en-US" altLang="zh-CN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A</a:t>
            </a:r>
            <a:r>
              <a:rPr kumimoji="1" lang="zh-CN" altLang="en-US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与</a:t>
            </a:r>
            <a:r>
              <a:rPr kumimoji="1" lang="en-US" altLang="zh-CN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B</a:t>
            </a:r>
            <a:r>
              <a:rPr kumimoji="1" lang="zh-CN" altLang="en-US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同相</a:t>
            </a: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1DBF2063-9364-6256-683E-8BAA7FD6B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63175" y="3940049"/>
            <a:ext cx="21487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r>
              <a:rPr kumimoji="1" lang="en-US" altLang="zh-CN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A</a:t>
            </a:r>
            <a:r>
              <a:rPr kumimoji="1" lang="zh-CN" altLang="en-US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与</a:t>
            </a:r>
            <a:r>
              <a:rPr kumimoji="1" lang="en-US" altLang="zh-CN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C</a:t>
            </a:r>
            <a:r>
              <a:rPr kumimoji="1" lang="zh-CN" altLang="en-US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反相</a:t>
            </a:r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9F62E02D-1144-E0A7-72F4-4366D4D1F6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21515" y="4933125"/>
            <a:ext cx="214870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r>
              <a:rPr kumimoji="1" lang="en-US" altLang="zh-CN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A </a:t>
            </a:r>
            <a:r>
              <a:rPr kumimoji="1" lang="zh-CN" altLang="en-US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与 </a:t>
            </a:r>
            <a:r>
              <a:rPr kumimoji="1" lang="en-US" altLang="zh-CN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D </a:t>
            </a:r>
            <a:r>
              <a:rPr kumimoji="1" lang="zh-CN" altLang="en-US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异相</a:t>
            </a:r>
            <a:endParaRPr kumimoji="1" lang="en-US" altLang="zh-CN" sz="2400">
              <a:solidFill>
                <a:srgbClr val="FF0000"/>
              </a:solidFill>
              <a:latin typeface="Times New Roman" pitchFamily="18" charset="0"/>
              <a:ea typeface="微软雅黑" pitchFamily="34" charset="-122"/>
              <a:cs typeface="Times New Roman" pitchFamily="18" charset="0"/>
            </a:endParaRPr>
          </a:p>
          <a:p>
            <a:r>
              <a:rPr kumimoji="1" lang="zh-CN" altLang="en-US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相位差</a:t>
            </a:r>
            <a:r>
              <a:rPr kumimoji="1" lang="en-US" altLang="zh-CN" sz="2400">
                <a:solidFill>
                  <a:srgbClr val="FF0000"/>
                </a:solidFill>
                <a:latin typeface="Times New Roman" pitchFamily="18" charset="0"/>
                <a:ea typeface="微软雅黑" pitchFamily="34" charset="-122"/>
                <a:cs typeface="Times New Roman" pitchFamily="18" charset="0"/>
              </a:rPr>
              <a:t>90°</a:t>
            </a:r>
            <a:endParaRPr kumimoji="1" lang="zh-CN" altLang="en-US" sz="2400">
              <a:solidFill>
                <a:srgbClr val="FF0000"/>
              </a:solidFill>
              <a:latin typeface="Times New Roman" pitchFamily="18" charset="0"/>
              <a:ea typeface="微软雅黑" pitchFamily="34" charset="-122"/>
              <a:cs typeface="Times New Roman" pitchFamily="18" charset="0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FCD54C1F-0BD8-5553-7DD4-211042FE0F5F}"/>
              </a:ext>
            </a:extLst>
          </p:cNvPr>
          <p:cNvGrpSpPr/>
          <p:nvPr/>
        </p:nvGrpSpPr>
        <p:grpSpPr>
          <a:xfrm>
            <a:off x="5799631" y="1422752"/>
            <a:ext cx="3702588" cy="4415992"/>
            <a:chOff x="5957436" y="2079793"/>
            <a:chExt cx="2809633" cy="3599981"/>
          </a:xfrm>
        </p:grpSpPr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48D363FF-E631-D6F2-0ED3-F778A5462815}"/>
                </a:ext>
              </a:extLst>
            </p:cNvPr>
            <p:cNvSpPr/>
            <p:nvPr/>
          </p:nvSpPr>
          <p:spPr>
            <a:xfrm>
              <a:off x="6228473" y="3195684"/>
              <a:ext cx="2022413" cy="629556"/>
            </a:xfrm>
            <a:custGeom>
              <a:avLst/>
              <a:gdLst>
                <a:gd name="connsiteX0" fmla="*/ 0 w 9970"/>
                <a:gd name="connsiteY0" fmla="*/ 5000 h 10000"/>
                <a:gd name="connsiteX1" fmla="*/ 185 w 9970"/>
                <a:gd name="connsiteY1" fmla="*/ 4133 h 10000"/>
                <a:gd name="connsiteX2" fmla="*/ 369 w 9970"/>
                <a:gd name="connsiteY2" fmla="*/ 3290 h 10000"/>
                <a:gd name="connsiteX3" fmla="*/ 554 w 9970"/>
                <a:gd name="connsiteY3" fmla="*/ 2500 h 10000"/>
                <a:gd name="connsiteX4" fmla="*/ 738 w 9970"/>
                <a:gd name="connsiteY4" fmla="*/ 1785 h 10000"/>
                <a:gd name="connsiteX5" fmla="*/ 923 w 9970"/>
                <a:gd name="connsiteY5" fmla="*/ 1170 h 10000"/>
                <a:gd name="connsiteX6" fmla="*/ 1108 w 9970"/>
                <a:gd name="connsiteY6" fmla="*/ 670 h 10000"/>
                <a:gd name="connsiteX7" fmla="*/ 1292 w 9970"/>
                <a:gd name="connsiteY7" fmla="*/ 303 h 10000"/>
                <a:gd name="connsiteX8" fmla="*/ 1477 w 9970"/>
                <a:gd name="connsiteY8" fmla="*/ 75 h 10000"/>
                <a:gd name="connsiteX9" fmla="*/ 1662 w 9970"/>
                <a:gd name="connsiteY9" fmla="*/ 0 h 10000"/>
                <a:gd name="connsiteX10" fmla="*/ 1846 w 9970"/>
                <a:gd name="connsiteY10" fmla="*/ 75 h 10000"/>
                <a:gd name="connsiteX11" fmla="*/ 2031 w 9970"/>
                <a:gd name="connsiteY11" fmla="*/ 303 h 10000"/>
                <a:gd name="connsiteX12" fmla="*/ 2215 w 9970"/>
                <a:gd name="connsiteY12" fmla="*/ 670 h 10000"/>
                <a:gd name="connsiteX13" fmla="*/ 2400 w 9970"/>
                <a:gd name="connsiteY13" fmla="*/ 1170 h 10000"/>
                <a:gd name="connsiteX14" fmla="*/ 2585 w 9970"/>
                <a:gd name="connsiteY14" fmla="*/ 1785 h 10000"/>
                <a:gd name="connsiteX15" fmla="*/ 2769 w 9970"/>
                <a:gd name="connsiteY15" fmla="*/ 2500 h 10000"/>
                <a:gd name="connsiteX16" fmla="*/ 2954 w 9970"/>
                <a:gd name="connsiteY16" fmla="*/ 3290 h 10000"/>
                <a:gd name="connsiteX17" fmla="*/ 3139 w 9970"/>
                <a:gd name="connsiteY17" fmla="*/ 4133 h 10000"/>
                <a:gd name="connsiteX18" fmla="*/ 3323 w 9970"/>
                <a:gd name="connsiteY18" fmla="*/ 5000 h 10000"/>
                <a:gd name="connsiteX19" fmla="*/ 3508 w 9970"/>
                <a:gd name="connsiteY19" fmla="*/ 5868 h 10000"/>
                <a:gd name="connsiteX20" fmla="*/ 3692 w 9970"/>
                <a:gd name="connsiteY20" fmla="*/ 6710 h 10000"/>
                <a:gd name="connsiteX21" fmla="*/ 3877 w 9970"/>
                <a:gd name="connsiteY21" fmla="*/ 7500 h 10000"/>
                <a:gd name="connsiteX22" fmla="*/ 4062 w 9970"/>
                <a:gd name="connsiteY22" fmla="*/ 8213 h 10000"/>
                <a:gd name="connsiteX23" fmla="*/ 4246 w 9970"/>
                <a:gd name="connsiteY23" fmla="*/ 8830 h 10000"/>
                <a:gd name="connsiteX24" fmla="*/ 4431 w 9970"/>
                <a:gd name="connsiteY24" fmla="*/ 9330 h 10000"/>
                <a:gd name="connsiteX25" fmla="*/ 4616 w 9970"/>
                <a:gd name="connsiteY25" fmla="*/ 9698 h 10000"/>
                <a:gd name="connsiteX26" fmla="*/ 4800 w 9970"/>
                <a:gd name="connsiteY26" fmla="*/ 9925 h 10000"/>
                <a:gd name="connsiteX27" fmla="*/ 4985 w 9970"/>
                <a:gd name="connsiteY27" fmla="*/ 10000 h 10000"/>
                <a:gd name="connsiteX28" fmla="*/ 5169 w 9970"/>
                <a:gd name="connsiteY28" fmla="*/ 9925 h 10000"/>
                <a:gd name="connsiteX29" fmla="*/ 5354 w 9970"/>
                <a:gd name="connsiteY29" fmla="*/ 9698 h 10000"/>
                <a:gd name="connsiteX30" fmla="*/ 5539 w 9970"/>
                <a:gd name="connsiteY30" fmla="*/ 9330 h 10000"/>
                <a:gd name="connsiteX31" fmla="*/ 5723 w 9970"/>
                <a:gd name="connsiteY31" fmla="*/ 8830 h 10000"/>
                <a:gd name="connsiteX32" fmla="*/ 5908 w 9970"/>
                <a:gd name="connsiteY32" fmla="*/ 8215 h 10000"/>
                <a:gd name="connsiteX33" fmla="*/ 6092 w 9970"/>
                <a:gd name="connsiteY33" fmla="*/ 7500 h 10000"/>
                <a:gd name="connsiteX34" fmla="*/ 6277 w 9970"/>
                <a:gd name="connsiteY34" fmla="*/ 6710 h 10000"/>
                <a:gd name="connsiteX35" fmla="*/ 6462 w 9970"/>
                <a:gd name="connsiteY35" fmla="*/ 5870 h 10000"/>
                <a:gd name="connsiteX36" fmla="*/ 6646 w 9970"/>
                <a:gd name="connsiteY36" fmla="*/ 5000 h 10000"/>
                <a:gd name="connsiteX37" fmla="*/ 6831 w 9970"/>
                <a:gd name="connsiteY37" fmla="*/ 4133 h 10000"/>
                <a:gd name="connsiteX38" fmla="*/ 7016 w 9970"/>
                <a:gd name="connsiteY38" fmla="*/ 3290 h 10000"/>
                <a:gd name="connsiteX39" fmla="*/ 7200 w 9970"/>
                <a:gd name="connsiteY39" fmla="*/ 2500 h 10000"/>
                <a:gd name="connsiteX40" fmla="*/ 7385 w 9970"/>
                <a:gd name="connsiteY40" fmla="*/ 1788 h 10000"/>
                <a:gd name="connsiteX41" fmla="*/ 7569 w 9970"/>
                <a:gd name="connsiteY41" fmla="*/ 1170 h 10000"/>
                <a:gd name="connsiteX42" fmla="*/ 7754 w 9970"/>
                <a:gd name="connsiteY42" fmla="*/ 670 h 10000"/>
                <a:gd name="connsiteX43" fmla="*/ 7939 w 9970"/>
                <a:gd name="connsiteY43" fmla="*/ 303 h 10000"/>
                <a:gd name="connsiteX44" fmla="*/ 8123 w 9970"/>
                <a:gd name="connsiteY44" fmla="*/ 75 h 10000"/>
                <a:gd name="connsiteX45" fmla="*/ 8308 w 9970"/>
                <a:gd name="connsiteY45" fmla="*/ 0 h 10000"/>
                <a:gd name="connsiteX46" fmla="*/ 8493 w 9970"/>
                <a:gd name="connsiteY46" fmla="*/ 75 h 10000"/>
                <a:gd name="connsiteX47" fmla="*/ 8677 w 9970"/>
                <a:gd name="connsiteY47" fmla="*/ 300 h 10000"/>
                <a:gd name="connsiteX48" fmla="*/ 8862 w 9970"/>
                <a:gd name="connsiteY48" fmla="*/ 670 h 10000"/>
                <a:gd name="connsiteX49" fmla="*/ 9046 w 9970"/>
                <a:gd name="connsiteY49" fmla="*/ 1170 h 10000"/>
                <a:gd name="connsiteX50" fmla="*/ 9231 w 9970"/>
                <a:gd name="connsiteY50" fmla="*/ 1785 h 10000"/>
                <a:gd name="connsiteX51" fmla="*/ 9416 w 9970"/>
                <a:gd name="connsiteY51" fmla="*/ 2500 h 10000"/>
                <a:gd name="connsiteX52" fmla="*/ 9600 w 9970"/>
                <a:gd name="connsiteY52" fmla="*/ 3288 h 10000"/>
                <a:gd name="connsiteX53" fmla="*/ 9785 w 9970"/>
                <a:gd name="connsiteY53" fmla="*/ 4130 h 10000"/>
                <a:gd name="connsiteX54" fmla="*/ 9970 w 9970"/>
                <a:gd name="connsiteY54" fmla="*/ 4998 h 10000"/>
                <a:gd name="connsiteX0-1" fmla="*/ 0 w 9814"/>
                <a:gd name="connsiteY0-2" fmla="*/ 5000 h 10000"/>
                <a:gd name="connsiteX1-3" fmla="*/ 186 w 9814"/>
                <a:gd name="connsiteY1-4" fmla="*/ 4133 h 10000"/>
                <a:gd name="connsiteX2-5" fmla="*/ 370 w 9814"/>
                <a:gd name="connsiteY2-6" fmla="*/ 3290 h 10000"/>
                <a:gd name="connsiteX3-7" fmla="*/ 556 w 9814"/>
                <a:gd name="connsiteY3-8" fmla="*/ 2500 h 10000"/>
                <a:gd name="connsiteX4-9" fmla="*/ 740 w 9814"/>
                <a:gd name="connsiteY4-10" fmla="*/ 1785 h 10000"/>
                <a:gd name="connsiteX5-11" fmla="*/ 926 w 9814"/>
                <a:gd name="connsiteY5-12" fmla="*/ 1170 h 10000"/>
                <a:gd name="connsiteX6-13" fmla="*/ 1111 w 9814"/>
                <a:gd name="connsiteY6-14" fmla="*/ 670 h 10000"/>
                <a:gd name="connsiteX7-15" fmla="*/ 1296 w 9814"/>
                <a:gd name="connsiteY7-16" fmla="*/ 303 h 10000"/>
                <a:gd name="connsiteX8-17" fmla="*/ 1481 w 9814"/>
                <a:gd name="connsiteY8-18" fmla="*/ 75 h 10000"/>
                <a:gd name="connsiteX9-19" fmla="*/ 1667 w 9814"/>
                <a:gd name="connsiteY9-20" fmla="*/ 0 h 10000"/>
                <a:gd name="connsiteX10-21" fmla="*/ 1852 w 9814"/>
                <a:gd name="connsiteY10-22" fmla="*/ 75 h 10000"/>
                <a:gd name="connsiteX11-23" fmla="*/ 2037 w 9814"/>
                <a:gd name="connsiteY11-24" fmla="*/ 303 h 10000"/>
                <a:gd name="connsiteX12-25" fmla="*/ 2222 w 9814"/>
                <a:gd name="connsiteY12-26" fmla="*/ 670 h 10000"/>
                <a:gd name="connsiteX13-27" fmla="*/ 2407 w 9814"/>
                <a:gd name="connsiteY13-28" fmla="*/ 1170 h 10000"/>
                <a:gd name="connsiteX14-29" fmla="*/ 2593 w 9814"/>
                <a:gd name="connsiteY14-30" fmla="*/ 1785 h 10000"/>
                <a:gd name="connsiteX15-31" fmla="*/ 2777 w 9814"/>
                <a:gd name="connsiteY15-32" fmla="*/ 2500 h 10000"/>
                <a:gd name="connsiteX16-33" fmla="*/ 2963 w 9814"/>
                <a:gd name="connsiteY16-34" fmla="*/ 3290 h 10000"/>
                <a:gd name="connsiteX17-35" fmla="*/ 3148 w 9814"/>
                <a:gd name="connsiteY17-36" fmla="*/ 4133 h 10000"/>
                <a:gd name="connsiteX18-37" fmla="*/ 3333 w 9814"/>
                <a:gd name="connsiteY18-38" fmla="*/ 5000 h 10000"/>
                <a:gd name="connsiteX19-39" fmla="*/ 3519 w 9814"/>
                <a:gd name="connsiteY19-40" fmla="*/ 5868 h 10000"/>
                <a:gd name="connsiteX20-41" fmla="*/ 3703 w 9814"/>
                <a:gd name="connsiteY20-42" fmla="*/ 6710 h 10000"/>
                <a:gd name="connsiteX21-43" fmla="*/ 3889 w 9814"/>
                <a:gd name="connsiteY21-44" fmla="*/ 7500 h 10000"/>
                <a:gd name="connsiteX22-45" fmla="*/ 4074 w 9814"/>
                <a:gd name="connsiteY22-46" fmla="*/ 8213 h 10000"/>
                <a:gd name="connsiteX23-47" fmla="*/ 4259 w 9814"/>
                <a:gd name="connsiteY23-48" fmla="*/ 8830 h 10000"/>
                <a:gd name="connsiteX24-49" fmla="*/ 4444 w 9814"/>
                <a:gd name="connsiteY24-50" fmla="*/ 9330 h 10000"/>
                <a:gd name="connsiteX25-51" fmla="*/ 4630 w 9814"/>
                <a:gd name="connsiteY25-52" fmla="*/ 9698 h 10000"/>
                <a:gd name="connsiteX26-53" fmla="*/ 4814 w 9814"/>
                <a:gd name="connsiteY26-54" fmla="*/ 9925 h 10000"/>
                <a:gd name="connsiteX27-55" fmla="*/ 5000 w 9814"/>
                <a:gd name="connsiteY27-56" fmla="*/ 10000 h 10000"/>
                <a:gd name="connsiteX28-57" fmla="*/ 5185 w 9814"/>
                <a:gd name="connsiteY28-58" fmla="*/ 9925 h 10000"/>
                <a:gd name="connsiteX29-59" fmla="*/ 5370 w 9814"/>
                <a:gd name="connsiteY29-60" fmla="*/ 9698 h 10000"/>
                <a:gd name="connsiteX30-61" fmla="*/ 5556 w 9814"/>
                <a:gd name="connsiteY30-62" fmla="*/ 9330 h 10000"/>
                <a:gd name="connsiteX31-63" fmla="*/ 5740 w 9814"/>
                <a:gd name="connsiteY31-64" fmla="*/ 8830 h 10000"/>
                <a:gd name="connsiteX32-65" fmla="*/ 5926 w 9814"/>
                <a:gd name="connsiteY32-66" fmla="*/ 8215 h 10000"/>
                <a:gd name="connsiteX33-67" fmla="*/ 6110 w 9814"/>
                <a:gd name="connsiteY33-68" fmla="*/ 7500 h 10000"/>
                <a:gd name="connsiteX34-69" fmla="*/ 6296 w 9814"/>
                <a:gd name="connsiteY34-70" fmla="*/ 6710 h 10000"/>
                <a:gd name="connsiteX35-71" fmla="*/ 6481 w 9814"/>
                <a:gd name="connsiteY35-72" fmla="*/ 5870 h 10000"/>
                <a:gd name="connsiteX36-73" fmla="*/ 6666 w 9814"/>
                <a:gd name="connsiteY36-74" fmla="*/ 5000 h 10000"/>
                <a:gd name="connsiteX37-75" fmla="*/ 6852 w 9814"/>
                <a:gd name="connsiteY37-76" fmla="*/ 4133 h 10000"/>
                <a:gd name="connsiteX38-77" fmla="*/ 7037 w 9814"/>
                <a:gd name="connsiteY38-78" fmla="*/ 3290 h 10000"/>
                <a:gd name="connsiteX39-79" fmla="*/ 7222 w 9814"/>
                <a:gd name="connsiteY39-80" fmla="*/ 2500 h 10000"/>
                <a:gd name="connsiteX40-81" fmla="*/ 7407 w 9814"/>
                <a:gd name="connsiteY40-82" fmla="*/ 1788 h 10000"/>
                <a:gd name="connsiteX41-83" fmla="*/ 7592 w 9814"/>
                <a:gd name="connsiteY41-84" fmla="*/ 1170 h 10000"/>
                <a:gd name="connsiteX42-85" fmla="*/ 7777 w 9814"/>
                <a:gd name="connsiteY42-86" fmla="*/ 670 h 10000"/>
                <a:gd name="connsiteX43-87" fmla="*/ 7963 w 9814"/>
                <a:gd name="connsiteY43-88" fmla="*/ 303 h 10000"/>
                <a:gd name="connsiteX44-89" fmla="*/ 8147 w 9814"/>
                <a:gd name="connsiteY44-90" fmla="*/ 75 h 10000"/>
                <a:gd name="connsiteX45-91" fmla="*/ 8333 w 9814"/>
                <a:gd name="connsiteY45-92" fmla="*/ 0 h 10000"/>
                <a:gd name="connsiteX46-93" fmla="*/ 8519 w 9814"/>
                <a:gd name="connsiteY46-94" fmla="*/ 75 h 10000"/>
                <a:gd name="connsiteX47-95" fmla="*/ 8703 w 9814"/>
                <a:gd name="connsiteY47-96" fmla="*/ 300 h 10000"/>
                <a:gd name="connsiteX48-97" fmla="*/ 8889 w 9814"/>
                <a:gd name="connsiteY48-98" fmla="*/ 670 h 10000"/>
                <a:gd name="connsiteX49-99" fmla="*/ 9073 w 9814"/>
                <a:gd name="connsiteY49-100" fmla="*/ 1170 h 10000"/>
                <a:gd name="connsiteX50-101" fmla="*/ 9259 w 9814"/>
                <a:gd name="connsiteY50-102" fmla="*/ 1785 h 10000"/>
                <a:gd name="connsiteX51-103" fmla="*/ 9444 w 9814"/>
                <a:gd name="connsiteY51-104" fmla="*/ 2500 h 10000"/>
                <a:gd name="connsiteX52-105" fmla="*/ 9629 w 9814"/>
                <a:gd name="connsiteY52-106" fmla="*/ 3288 h 10000"/>
                <a:gd name="connsiteX53-107" fmla="*/ 9814 w 9814"/>
                <a:gd name="connsiteY53-108" fmla="*/ 4130 h 10000"/>
                <a:gd name="connsiteX0-109" fmla="*/ 0 w 9811"/>
                <a:gd name="connsiteY0-110" fmla="*/ 5000 h 10000"/>
                <a:gd name="connsiteX1-111" fmla="*/ 190 w 9811"/>
                <a:gd name="connsiteY1-112" fmla="*/ 4133 h 10000"/>
                <a:gd name="connsiteX2-113" fmla="*/ 377 w 9811"/>
                <a:gd name="connsiteY2-114" fmla="*/ 3290 h 10000"/>
                <a:gd name="connsiteX3-115" fmla="*/ 567 w 9811"/>
                <a:gd name="connsiteY3-116" fmla="*/ 2500 h 10000"/>
                <a:gd name="connsiteX4-117" fmla="*/ 754 w 9811"/>
                <a:gd name="connsiteY4-118" fmla="*/ 1785 h 10000"/>
                <a:gd name="connsiteX5-119" fmla="*/ 944 w 9811"/>
                <a:gd name="connsiteY5-120" fmla="*/ 1170 h 10000"/>
                <a:gd name="connsiteX6-121" fmla="*/ 1132 w 9811"/>
                <a:gd name="connsiteY6-122" fmla="*/ 670 h 10000"/>
                <a:gd name="connsiteX7-123" fmla="*/ 1321 w 9811"/>
                <a:gd name="connsiteY7-124" fmla="*/ 303 h 10000"/>
                <a:gd name="connsiteX8-125" fmla="*/ 1509 w 9811"/>
                <a:gd name="connsiteY8-126" fmla="*/ 75 h 10000"/>
                <a:gd name="connsiteX9-127" fmla="*/ 1699 w 9811"/>
                <a:gd name="connsiteY9-128" fmla="*/ 0 h 10000"/>
                <a:gd name="connsiteX10-129" fmla="*/ 1887 w 9811"/>
                <a:gd name="connsiteY10-130" fmla="*/ 75 h 10000"/>
                <a:gd name="connsiteX11-131" fmla="*/ 2076 w 9811"/>
                <a:gd name="connsiteY11-132" fmla="*/ 303 h 10000"/>
                <a:gd name="connsiteX12-133" fmla="*/ 2264 w 9811"/>
                <a:gd name="connsiteY12-134" fmla="*/ 670 h 10000"/>
                <a:gd name="connsiteX13-135" fmla="*/ 2453 w 9811"/>
                <a:gd name="connsiteY13-136" fmla="*/ 1170 h 10000"/>
                <a:gd name="connsiteX14-137" fmla="*/ 2642 w 9811"/>
                <a:gd name="connsiteY14-138" fmla="*/ 1785 h 10000"/>
                <a:gd name="connsiteX15-139" fmla="*/ 2830 w 9811"/>
                <a:gd name="connsiteY15-140" fmla="*/ 2500 h 10000"/>
                <a:gd name="connsiteX16-141" fmla="*/ 3019 w 9811"/>
                <a:gd name="connsiteY16-142" fmla="*/ 3290 h 10000"/>
                <a:gd name="connsiteX17-143" fmla="*/ 3208 w 9811"/>
                <a:gd name="connsiteY17-144" fmla="*/ 4133 h 10000"/>
                <a:gd name="connsiteX18-145" fmla="*/ 3396 w 9811"/>
                <a:gd name="connsiteY18-146" fmla="*/ 5000 h 10000"/>
                <a:gd name="connsiteX19-147" fmla="*/ 3586 w 9811"/>
                <a:gd name="connsiteY19-148" fmla="*/ 5868 h 10000"/>
                <a:gd name="connsiteX20-149" fmla="*/ 3773 w 9811"/>
                <a:gd name="connsiteY20-150" fmla="*/ 6710 h 10000"/>
                <a:gd name="connsiteX21-151" fmla="*/ 3963 w 9811"/>
                <a:gd name="connsiteY21-152" fmla="*/ 7500 h 10000"/>
                <a:gd name="connsiteX22-153" fmla="*/ 4151 w 9811"/>
                <a:gd name="connsiteY22-154" fmla="*/ 8213 h 10000"/>
                <a:gd name="connsiteX23-155" fmla="*/ 4340 w 9811"/>
                <a:gd name="connsiteY23-156" fmla="*/ 8830 h 10000"/>
                <a:gd name="connsiteX24-157" fmla="*/ 4528 w 9811"/>
                <a:gd name="connsiteY24-158" fmla="*/ 9330 h 10000"/>
                <a:gd name="connsiteX25-159" fmla="*/ 4718 w 9811"/>
                <a:gd name="connsiteY25-160" fmla="*/ 9698 h 10000"/>
                <a:gd name="connsiteX26-161" fmla="*/ 4905 w 9811"/>
                <a:gd name="connsiteY26-162" fmla="*/ 9925 h 10000"/>
                <a:gd name="connsiteX27-163" fmla="*/ 5095 w 9811"/>
                <a:gd name="connsiteY27-164" fmla="*/ 10000 h 10000"/>
                <a:gd name="connsiteX28-165" fmla="*/ 5283 w 9811"/>
                <a:gd name="connsiteY28-166" fmla="*/ 9925 h 10000"/>
                <a:gd name="connsiteX29-167" fmla="*/ 5472 w 9811"/>
                <a:gd name="connsiteY29-168" fmla="*/ 9698 h 10000"/>
                <a:gd name="connsiteX30-169" fmla="*/ 5661 w 9811"/>
                <a:gd name="connsiteY30-170" fmla="*/ 9330 h 10000"/>
                <a:gd name="connsiteX31-171" fmla="*/ 5849 w 9811"/>
                <a:gd name="connsiteY31-172" fmla="*/ 8830 h 10000"/>
                <a:gd name="connsiteX32-173" fmla="*/ 6038 w 9811"/>
                <a:gd name="connsiteY32-174" fmla="*/ 8215 h 10000"/>
                <a:gd name="connsiteX33-175" fmla="*/ 6226 w 9811"/>
                <a:gd name="connsiteY33-176" fmla="*/ 7500 h 10000"/>
                <a:gd name="connsiteX34-177" fmla="*/ 6415 w 9811"/>
                <a:gd name="connsiteY34-178" fmla="*/ 6710 h 10000"/>
                <a:gd name="connsiteX35-179" fmla="*/ 6604 w 9811"/>
                <a:gd name="connsiteY35-180" fmla="*/ 5870 h 10000"/>
                <a:gd name="connsiteX36-181" fmla="*/ 6792 w 9811"/>
                <a:gd name="connsiteY36-182" fmla="*/ 5000 h 10000"/>
                <a:gd name="connsiteX37-183" fmla="*/ 6982 w 9811"/>
                <a:gd name="connsiteY37-184" fmla="*/ 4133 h 10000"/>
                <a:gd name="connsiteX38-185" fmla="*/ 7170 w 9811"/>
                <a:gd name="connsiteY38-186" fmla="*/ 3290 h 10000"/>
                <a:gd name="connsiteX39-187" fmla="*/ 7359 w 9811"/>
                <a:gd name="connsiteY39-188" fmla="*/ 2500 h 10000"/>
                <a:gd name="connsiteX40-189" fmla="*/ 7547 w 9811"/>
                <a:gd name="connsiteY40-190" fmla="*/ 1788 h 10000"/>
                <a:gd name="connsiteX41-191" fmla="*/ 7736 w 9811"/>
                <a:gd name="connsiteY41-192" fmla="*/ 1170 h 10000"/>
                <a:gd name="connsiteX42-193" fmla="*/ 7924 w 9811"/>
                <a:gd name="connsiteY42-194" fmla="*/ 670 h 10000"/>
                <a:gd name="connsiteX43-195" fmla="*/ 8114 w 9811"/>
                <a:gd name="connsiteY43-196" fmla="*/ 303 h 10000"/>
                <a:gd name="connsiteX44-197" fmla="*/ 8301 w 9811"/>
                <a:gd name="connsiteY44-198" fmla="*/ 75 h 10000"/>
                <a:gd name="connsiteX45-199" fmla="*/ 8491 w 9811"/>
                <a:gd name="connsiteY45-200" fmla="*/ 0 h 10000"/>
                <a:gd name="connsiteX46-201" fmla="*/ 8680 w 9811"/>
                <a:gd name="connsiteY46-202" fmla="*/ 75 h 10000"/>
                <a:gd name="connsiteX47-203" fmla="*/ 8868 w 9811"/>
                <a:gd name="connsiteY47-204" fmla="*/ 300 h 10000"/>
                <a:gd name="connsiteX48-205" fmla="*/ 9057 w 9811"/>
                <a:gd name="connsiteY48-206" fmla="*/ 670 h 10000"/>
                <a:gd name="connsiteX49-207" fmla="*/ 9245 w 9811"/>
                <a:gd name="connsiteY49-208" fmla="*/ 1170 h 10000"/>
                <a:gd name="connsiteX50-209" fmla="*/ 9434 w 9811"/>
                <a:gd name="connsiteY50-210" fmla="*/ 1785 h 10000"/>
                <a:gd name="connsiteX51-211" fmla="*/ 9623 w 9811"/>
                <a:gd name="connsiteY51-212" fmla="*/ 2500 h 10000"/>
                <a:gd name="connsiteX52-213" fmla="*/ 9811 w 9811"/>
                <a:gd name="connsiteY52-214" fmla="*/ 3288 h 10000"/>
                <a:gd name="connsiteX0-215" fmla="*/ 0 w 9808"/>
                <a:gd name="connsiteY0-216" fmla="*/ 5000 h 10000"/>
                <a:gd name="connsiteX1-217" fmla="*/ 194 w 9808"/>
                <a:gd name="connsiteY1-218" fmla="*/ 4133 h 10000"/>
                <a:gd name="connsiteX2-219" fmla="*/ 384 w 9808"/>
                <a:gd name="connsiteY2-220" fmla="*/ 3290 h 10000"/>
                <a:gd name="connsiteX3-221" fmla="*/ 578 w 9808"/>
                <a:gd name="connsiteY3-222" fmla="*/ 2500 h 10000"/>
                <a:gd name="connsiteX4-223" fmla="*/ 769 w 9808"/>
                <a:gd name="connsiteY4-224" fmla="*/ 1785 h 10000"/>
                <a:gd name="connsiteX5-225" fmla="*/ 962 w 9808"/>
                <a:gd name="connsiteY5-226" fmla="*/ 1170 h 10000"/>
                <a:gd name="connsiteX6-227" fmla="*/ 1154 w 9808"/>
                <a:gd name="connsiteY6-228" fmla="*/ 670 h 10000"/>
                <a:gd name="connsiteX7-229" fmla="*/ 1346 w 9808"/>
                <a:gd name="connsiteY7-230" fmla="*/ 303 h 10000"/>
                <a:gd name="connsiteX8-231" fmla="*/ 1538 w 9808"/>
                <a:gd name="connsiteY8-232" fmla="*/ 75 h 10000"/>
                <a:gd name="connsiteX9-233" fmla="*/ 1732 w 9808"/>
                <a:gd name="connsiteY9-234" fmla="*/ 0 h 10000"/>
                <a:gd name="connsiteX10-235" fmla="*/ 1923 w 9808"/>
                <a:gd name="connsiteY10-236" fmla="*/ 75 h 10000"/>
                <a:gd name="connsiteX11-237" fmla="*/ 2116 w 9808"/>
                <a:gd name="connsiteY11-238" fmla="*/ 303 h 10000"/>
                <a:gd name="connsiteX12-239" fmla="*/ 2308 w 9808"/>
                <a:gd name="connsiteY12-240" fmla="*/ 670 h 10000"/>
                <a:gd name="connsiteX13-241" fmla="*/ 2500 w 9808"/>
                <a:gd name="connsiteY13-242" fmla="*/ 1170 h 10000"/>
                <a:gd name="connsiteX14-243" fmla="*/ 2693 w 9808"/>
                <a:gd name="connsiteY14-244" fmla="*/ 1785 h 10000"/>
                <a:gd name="connsiteX15-245" fmla="*/ 2885 w 9808"/>
                <a:gd name="connsiteY15-246" fmla="*/ 2500 h 10000"/>
                <a:gd name="connsiteX16-247" fmla="*/ 3077 w 9808"/>
                <a:gd name="connsiteY16-248" fmla="*/ 3290 h 10000"/>
                <a:gd name="connsiteX17-249" fmla="*/ 3270 w 9808"/>
                <a:gd name="connsiteY17-250" fmla="*/ 4133 h 10000"/>
                <a:gd name="connsiteX18-251" fmla="*/ 3461 w 9808"/>
                <a:gd name="connsiteY18-252" fmla="*/ 5000 h 10000"/>
                <a:gd name="connsiteX19-253" fmla="*/ 3655 w 9808"/>
                <a:gd name="connsiteY19-254" fmla="*/ 5868 h 10000"/>
                <a:gd name="connsiteX20-255" fmla="*/ 3846 w 9808"/>
                <a:gd name="connsiteY20-256" fmla="*/ 6710 h 10000"/>
                <a:gd name="connsiteX21-257" fmla="*/ 4039 w 9808"/>
                <a:gd name="connsiteY21-258" fmla="*/ 7500 h 10000"/>
                <a:gd name="connsiteX22-259" fmla="*/ 4231 w 9808"/>
                <a:gd name="connsiteY22-260" fmla="*/ 8213 h 10000"/>
                <a:gd name="connsiteX23-261" fmla="*/ 4424 w 9808"/>
                <a:gd name="connsiteY23-262" fmla="*/ 8830 h 10000"/>
                <a:gd name="connsiteX24-263" fmla="*/ 4615 w 9808"/>
                <a:gd name="connsiteY24-264" fmla="*/ 9330 h 10000"/>
                <a:gd name="connsiteX25-265" fmla="*/ 4809 w 9808"/>
                <a:gd name="connsiteY25-266" fmla="*/ 9698 h 10000"/>
                <a:gd name="connsiteX26-267" fmla="*/ 4999 w 9808"/>
                <a:gd name="connsiteY26-268" fmla="*/ 9925 h 10000"/>
                <a:gd name="connsiteX27-269" fmla="*/ 5193 w 9808"/>
                <a:gd name="connsiteY27-270" fmla="*/ 10000 h 10000"/>
                <a:gd name="connsiteX28-271" fmla="*/ 5385 w 9808"/>
                <a:gd name="connsiteY28-272" fmla="*/ 9925 h 10000"/>
                <a:gd name="connsiteX29-273" fmla="*/ 5577 w 9808"/>
                <a:gd name="connsiteY29-274" fmla="*/ 9698 h 10000"/>
                <a:gd name="connsiteX30-275" fmla="*/ 5770 w 9808"/>
                <a:gd name="connsiteY30-276" fmla="*/ 9330 h 10000"/>
                <a:gd name="connsiteX31-277" fmla="*/ 5962 w 9808"/>
                <a:gd name="connsiteY31-278" fmla="*/ 8830 h 10000"/>
                <a:gd name="connsiteX32-279" fmla="*/ 6154 w 9808"/>
                <a:gd name="connsiteY32-280" fmla="*/ 8215 h 10000"/>
                <a:gd name="connsiteX33-281" fmla="*/ 6346 w 9808"/>
                <a:gd name="connsiteY33-282" fmla="*/ 7500 h 10000"/>
                <a:gd name="connsiteX34-283" fmla="*/ 6539 w 9808"/>
                <a:gd name="connsiteY34-284" fmla="*/ 6710 h 10000"/>
                <a:gd name="connsiteX35-285" fmla="*/ 6731 w 9808"/>
                <a:gd name="connsiteY35-286" fmla="*/ 5870 h 10000"/>
                <a:gd name="connsiteX36-287" fmla="*/ 6923 w 9808"/>
                <a:gd name="connsiteY36-288" fmla="*/ 5000 h 10000"/>
                <a:gd name="connsiteX37-289" fmla="*/ 7117 w 9808"/>
                <a:gd name="connsiteY37-290" fmla="*/ 4133 h 10000"/>
                <a:gd name="connsiteX38-291" fmla="*/ 7308 w 9808"/>
                <a:gd name="connsiteY38-292" fmla="*/ 3290 h 10000"/>
                <a:gd name="connsiteX39-293" fmla="*/ 7501 w 9808"/>
                <a:gd name="connsiteY39-294" fmla="*/ 2500 h 10000"/>
                <a:gd name="connsiteX40-295" fmla="*/ 7692 w 9808"/>
                <a:gd name="connsiteY40-296" fmla="*/ 1788 h 10000"/>
                <a:gd name="connsiteX41-297" fmla="*/ 7885 w 9808"/>
                <a:gd name="connsiteY41-298" fmla="*/ 1170 h 10000"/>
                <a:gd name="connsiteX42-299" fmla="*/ 8077 w 9808"/>
                <a:gd name="connsiteY42-300" fmla="*/ 670 h 10000"/>
                <a:gd name="connsiteX43-301" fmla="*/ 8270 w 9808"/>
                <a:gd name="connsiteY43-302" fmla="*/ 303 h 10000"/>
                <a:gd name="connsiteX44-303" fmla="*/ 8461 w 9808"/>
                <a:gd name="connsiteY44-304" fmla="*/ 75 h 10000"/>
                <a:gd name="connsiteX45-305" fmla="*/ 8655 w 9808"/>
                <a:gd name="connsiteY45-306" fmla="*/ 0 h 10000"/>
                <a:gd name="connsiteX46-307" fmla="*/ 8847 w 9808"/>
                <a:gd name="connsiteY46-308" fmla="*/ 75 h 10000"/>
                <a:gd name="connsiteX47-309" fmla="*/ 9039 w 9808"/>
                <a:gd name="connsiteY47-310" fmla="*/ 300 h 10000"/>
                <a:gd name="connsiteX48-311" fmla="*/ 9231 w 9808"/>
                <a:gd name="connsiteY48-312" fmla="*/ 670 h 10000"/>
                <a:gd name="connsiteX49-313" fmla="*/ 9423 w 9808"/>
                <a:gd name="connsiteY49-314" fmla="*/ 1170 h 10000"/>
                <a:gd name="connsiteX50-315" fmla="*/ 9616 w 9808"/>
                <a:gd name="connsiteY50-316" fmla="*/ 1785 h 10000"/>
                <a:gd name="connsiteX51-317" fmla="*/ 9808 w 9808"/>
                <a:gd name="connsiteY51-318" fmla="*/ 2500 h 10000"/>
                <a:gd name="connsiteX0-319" fmla="*/ 0 w 9804"/>
                <a:gd name="connsiteY0-320" fmla="*/ 5000 h 10000"/>
                <a:gd name="connsiteX1-321" fmla="*/ 198 w 9804"/>
                <a:gd name="connsiteY1-322" fmla="*/ 4133 h 10000"/>
                <a:gd name="connsiteX2-323" fmla="*/ 392 w 9804"/>
                <a:gd name="connsiteY2-324" fmla="*/ 3290 h 10000"/>
                <a:gd name="connsiteX3-325" fmla="*/ 589 w 9804"/>
                <a:gd name="connsiteY3-326" fmla="*/ 2500 h 10000"/>
                <a:gd name="connsiteX4-327" fmla="*/ 784 w 9804"/>
                <a:gd name="connsiteY4-328" fmla="*/ 1785 h 10000"/>
                <a:gd name="connsiteX5-329" fmla="*/ 981 w 9804"/>
                <a:gd name="connsiteY5-330" fmla="*/ 1170 h 10000"/>
                <a:gd name="connsiteX6-331" fmla="*/ 1177 w 9804"/>
                <a:gd name="connsiteY6-332" fmla="*/ 670 h 10000"/>
                <a:gd name="connsiteX7-333" fmla="*/ 1372 w 9804"/>
                <a:gd name="connsiteY7-334" fmla="*/ 303 h 10000"/>
                <a:gd name="connsiteX8-335" fmla="*/ 1568 w 9804"/>
                <a:gd name="connsiteY8-336" fmla="*/ 75 h 10000"/>
                <a:gd name="connsiteX9-337" fmla="*/ 1766 w 9804"/>
                <a:gd name="connsiteY9-338" fmla="*/ 0 h 10000"/>
                <a:gd name="connsiteX10-339" fmla="*/ 1961 w 9804"/>
                <a:gd name="connsiteY10-340" fmla="*/ 75 h 10000"/>
                <a:gd name="connsiteX11-341" fmla="*/ 2157 w 9804"/>
                <a:gd name="connsiteY11-342" fmla="*/ 303 h 10000"/>
                <a:gd name="connsiteX12-343" fmla="*/ 2353 w 9804"/>
                <a:gd name="connsiteY12-344" fmla="*/ 670 h 10000"/>
                <a:gd name="connsiteX13-345" fmla="*/ 2549 w 9804"/>
                <a:gd name="connsiteY13-346" fmla="*/ 1170 h 10000"/>
                <a:gd name="connsiteX14-347" fmla="*/ 2746 w 9804"/>
                <a:gd name="connsiteY14-348" fmla="*/ 1785 h 10000"/>
                <a:gd name="connsiteX15-349" fmla="*/ 2941 w 9804"/>
                <a:gd name="connsiteY15-350" fmla="*/ 2500 h 10000"/>
                <a:gd name="connsiteX16-351" fmla="*/ 3137 w 9804"/>
                <a:gd name="connsiteY16-352" fmla="*/ 3290 h 10000"/>
                <a:gd name="connsiteX17-353" fmla="*/ 3334 w 9804"/>
                <a:gd name="connsiteY17-354" fmla="*/ 4133 h 10000"/>
                <a:gd name="connsiteX18-355" fmla="*/ 3529 w 9804"/>
                <a:gd name="connsiteY18-356" fmla="*/ 5000 h 10000"/>
                <a:gd name="connsiteX19-357" fmla="*/ 3727 w 9804"/>
                <a:gd name="connsiteY19-358" fmla="*/ 5868 h 10000"/>
                <a:gd name="connsiteX20-359" fmla="*/ 3921 w 9804"/>
                <a:gd name="connsiteY20-360" fmla="*/ 6710 h 10000"/>
                <a:gd name="connsiteX21-361" fmla="*/ 4118 w 9804"/>
                <a:gd name="connsiteY21-362" fmla="*/ 7500 h 10000"/>
                <a:gd name="connsiteX22-363" fmla="*/ 4314 w 9804"/>
                <a:gd name="connsiteY22-364" fmla="*/ 8213 h 10000"/>
                <a:gd name="connsiteX23-365" fmla="*/ 4511 w 9804"/>
                <a:gd name="connsiteY23-366" fmla="*/ 8830 h 10000"/>
                <a:gd name="connsiteX24-367" fmla="*/ 4705 w 9804"/>
                <a:gd name="connsiteY24-368" fmla="*/ 9330 h 10000"/>
                <a:gd name="connsiteX25-369" fmla="*/ 4903 w 9804"/>
                <a:gd name="connsiteY25-370" fmla="*/ 9698 h 10000"/>
                <a:gd name="connsiteX26-371" fmla="*/ 5097 w 9804"/>
                <a:gd name="connsiteY26-372" fmla="*/ 9925 h 10000"/>
                <a:gd name="connsiteX27-373" fmla="*/ 5295 w 9804"/>
                <a:gd name="connsiteY27-374" fmla="*/ 10000 h 10000"/>
                <a:gd name="connsiteX28-375" fmla="*/ 5490 w 9804"/>
                <a:gd name="connsiteY28-376" fmla="*/ 9925 h 10000"/>
                <a:gd name="connsiteX29-377" fmla="*/ 5686 w 9804"/>
                <a:gd name="connsiteY29-378" fmla="*/ 9698 h 10000"/>
                <a:gd name="connsiteX30-379" fmla="*/ 5883 w 9804"/>
                <a:gd name="connsiteY30-380" fmla="*/ 9330 h 10000"/>
                <a:gd name="connsiteX31-381" fmla="*/ 6079 w 9804"/>
                <a:gd name="connsiteY31-382" fmla="*/ 8830 h 10000"/>
                <a:gd name="connsiteX32-383" fmla="*/ 6274 w 9804"/>
                <a:gd name="connsiteY32-384" fmla="*/ 8215 h 10000"/>
                <a:gd name="connsiteX33-385" fmla="*/ 6470 w 9804"/>
                <a:gd name="connsiteY33-386" fmla="*/ 7500 h 10000"/>
                <a:gd name="connsiteX34-387" fmla="*/ 6667 w 9804"/>
                <a:gd name="connsiteY34-388" fmla="*/ 6710 h 10000"/>
                <a:gd name="connsiteX35-389" fmla="*/ 6863 w 9804"/>
                <a:gd name="connsiteY35-390" fmla="*/ 5870 h 10000"/>
                <a:gd name="connsiteX36-391" fmla="*/ 7059 w 9804"/>
                <a:gd name="connsiteY36-392" fmla="*/ 5000 h 10000"/>
                <a:gd name="connsiteX37-393" fmla="*/ 7256 w 9804"/>
                <a:gd name="connsiteY37-394" fmla="*/ 4133 h 10000"/>
                <a:gd name="connsiteX38-395" fmla="*/ 7451 w 9804"/>
                <a:gd name="connsiteY38-396" fmla="*/ 3290 h 10000"/>
                <a:gd name="connsiteX39-397" fmla="*/ 7648 w 9804"/>
                <a:gd name="connsiteY39-398" fmla="*/ 2500 h 10000"/>
                <a:gd name="connsiteX40-399" fmla="*/ 7843 w 9804"/>
                <a:gd name="connsiteY40-400" fmla="*/ 1788 h 10000"/>
                <a:gd name="connsiteX41-401" fmla="*/ 8039 w 9804"/>
                <a:gd name="connsiteY41-402" fmla="*/ 1170 h 10000"/>
                <a:gd name="connsiteX42-403" fmla="*/ 8235 w 9804"/>
                <a:gd name="connsiteY42-404" fmla="*/ 670 h 10000"/>
                <a:gd name="connsiteX43-405" fmla="*/ 8432 w 9804"/>
                <a:gd name="connsiteY43-406" fmla="*/ 303 h 10000"/>
                <a:gd name="connsiteX44-407" fmla="*/ 8627 w 9804"/>
                <a:gd name="connsiteY44-408" fmla="*/ 75 h 10000"/>
                <a:gd name="connsiteX45-409" fmla="*/ 8824 w 9804"/>
                <a:gd name="connsiteY45-410" fmla="*/ 0 h 10000"/>
                <a:gd name="connsiteX46-411" fmla="*/ 9020 w 9804"/>
                <a:gd name="connsiteY46-412" fmla="*/ 75 h 10000"/>
                <a:gd name="connsiteX47-413" fmla="*/ 9216 w 9804"/>
                <a:gd name="connsiteY47-414" fmla="*/ 300 h 10000"/>
                <a:gd name="connsiteX48-415" fmla="*/ 9412 w 9804"/>
                <a:gd name="connsiteY48-416" fmla="*/ 670 h 10000"/>
                <a:gd name="connsiteX49-417" fmla="*/ 9607 w 9804"/>
                <a:gd name="connsiteY49-418" fmla="*/ 1170 h 10000"/>
                <a:gd name="connsiteX50-419" fmla="*/ 9804 w 9804"/>
                <a:gd name="connsiteY50-420" fmla="*/ 1785 h 10000"/>
                <a:gd name="connsiteX0-421" fmla="*/ 0 w 10000"/>
                <a:gd name="connsiteY0-422" fmla="*/ 5000 h 10000"/>
                <a:gd name="connsiteX1-423" fmla="*/ 202 w 10000"/>
                <a:gd name="connsiteY1-424" fmla="*/ 4133 h 10000"/>
                <a:gd name="connsiteX2-425" fmla="*/ 400 w 10000"/>
                <a:gd name="connsiteY2-426" fmla="*/ 3290 h 10000"/>
                <a:gd name="connsiteX3-427" fmla="*/ 601 w 10000"/>
                <a:gd name="connsiteY3-428" fmla="*/ 2500 h 10000"/>
                <a:gd name="connsiteX4-429" fmla="*/ 800 w 10000"/>
                <a:gd name="connsiteY4-430" fmla="*/ 1785 h 10000"/>
                <a:gd name="connsiteX5-431" fmla="*/ 1001 w 10000"/>
                <a:gd name="connsiteY5-432" fmla="*/ 1170 h 10000"/>
                <a:gd name="connsiteX6-433" fmla="*/ 1201 w 10000"/>
                <a:gd name="connsiteY6-434" fmla="*/ 670 h 10000"/>
                <a:gd name="connsiteX7-435" fmla="*/ 1399 w 10000"/>
                <a:gd name="connsiteY7-436" fmla="*/ 303 h 10000"/>
                <a:gd name="connsiteX8-437" fmla="*/ 1599 w 10000"/>
                <a:gd name="connsiteY8-438" fmla="*/ 75 h 10000"/>
                <a:gd name="connsiteX9-439" fmla="*/ 1801 w 10000"/>
                <a:gd name="connsiteY9-440" fmla="*/ 0 h 10000"/>
                <a:gd name="connsiteX10-441" fmla="*/ 2000 w 10000"/>
                <a:gd name="connsiteY10-442" fmla="*/ 75 h 10000"/>
                <a:gd name="connsiteX11-443" fmla="*/ 2200 w 10000"/>
                <a:gd name="connsiteY11-444" fmla="*/ 303 h 10000"/>
                <a:gd name="connsiteX12-445" fmla="*/ 2400 w 10000"/>
                <a:gd name="connsiteY12-446" fmla="*/ 670 h 10000"/>
                <a:gd name="connsiteX13-447" fmla="*/ 2600 w 10000"/>
                <a:gd name="connsiteY13-448" fmla="*/ 1170 h 10000"/>
                <a:gd name="connsiteX14-449" fmla="*/ 2801 w 10000"/>
                <a:gd name="connsiteY14-450" fmla="*/ 1785 h 10000"/>
                <a:gd name="connsiteX15-451" fmla="*/ 3000 w 10000"/>
                <a:gd name="connsiteY15-452" fmla="*/ 2500 h 10000"/>
                <a:gd name="connsiteX16-453" fmla="*/ 3200 w 10000"/>
                <a:gd name="connsiteY16-454" fmla="*/ 3290 h 10000"/>
                <a:gd name="connsiteX17-455" fmla="*/ 3401 w 10000"/>
                <a:gd name="connsiteY17-456" fmla="*/ 4133 h 10000"/>
                <a:gd name="connsiteX18-457" fmla="*/ 3600 w 10000"/>
                <a:gd name="connsiteY18-458" fmla="*/ 5000 h 10000"/>
                <a:gd name="connsiteX19-459" fmla="*/ 3802 w 10000"/>
                <a:gd name="connsiteY19-460" fmla="*/ 5868 h 10000"/>
                <a:gd name="connsiteX20-461" fmla="*/ 3999 w 10000"/>
                <a:gd name="connsiteY20-462" fmla="*/ 6710 h 10000"/>
                <a:gd name="connsiteX21-463" fmla="*/ 4200 w 10000"/>
                <a:gd name="connsiteY21-464" fmla="*/ 7500 h 10000"/>
                <a:gd name="connsiteX22-465" fmla="*/ 4400 w 10000"/>
                <a:gd name="connsiteY22-466" fmla="*/ 8213 h 10000"/>
                <a:gd name="connsiteX23-467" fmla="*/ 4601 w 10000"/>
                <a:gd name="connsiteY23-468" fmla="*/ 8830 h 10000"/>
                <a:gd name="connsiteX24-469" fmla="*/ 4799 w 10000"/>
                <a:gd name="connsiteY24-470" fmla="*/ 9330 h 10000"/>
                <a:gd name="connsiteX25-471" fmla="*/ 5001 w 10000"/>
                <a:gd name="connsiteY25-472" fmla="*/ 9698 h 10000"/>
                <a:gd name="connsiteX26-473" fmla="*/ 5199 w 10000"/>
                <a:gd name="connsiteY26-474" fmla="*/ 9925 h 10000"/>
                <a:gd name="connsiteX27-475" fmla="*/ 5401 w 10000"/>
                <a:gd name="connsiteY27-476" fmla="*/ 10000 h 10000"/>
                <a:gd name="connsiteX28-477" fmla="*/ 5600 w 10000"/>
                <a:gd name="connsiteY28-478" fmla="*/ 9925 h 10000"/>
                <a:gd name="connsiteX29-479" fmla="*/ 5800 w 10000"/>
                <a:gd name="connsiteY29-480" fmla="*/ 9698 h 10000"/>
                <a:gd name="connsiteX30-481" fmla="*/ 6001 w 10000"/>
                <a:gd name="connsiteY30-482" fmla="*/ 9330 h 10000"/>
                <a:gd name="connsiteX31-483" fmla="*/ 6201 w 10000"/>
                <a:gd name="connsiteY31-484" fmla="*/ 8830 h 10000"/>
                <a:gd name="connsiteX32-485" fmla="*/ 6399 w 10000"/>
                <a:gd name="connsiteY32-486" fmla="*/ 8215 h 10000"/>
                <a:gd name="connsiteX33-487" fmla="*/ 6599 w 10000"/>
                <a:gd name="connsiteY33-488" fmla="*/ 7500 h 10000"/>
                <a:gd name="connsiteX34-489" fmla="*/ 6800 w 10000"/>
                <a:gd name="connsiteY34-490" fmla="*/ 6710 h 10000"/>
                <a:gd name="connsiteX35-491" fmla="*/ 7000 w 10000"/>
                <a:gd name="connsiteY35-492" fmla="*/ 5870 h 10000"/>
                <a:gd name="connsiteX36-493" fmla="*/ 7200 w 10000"/>
                <a:gd name="connsiteY36-494" fmla="*/ 5000 h 10000"/>
                <a:gd name="connsiteX37-495" fmla="*/ 7401 w 10000"/>
                <a:gd name="connsiteY37-496" fmla="*/ 4133 h 10000"/>
                <a:gd name="connsiteX38-497" fmla="*/ 7600 w 10000"/>
                <a:gd name="connsiteY38-498" fmla="*/ 3290 h 10000"/>
                <a:gd name="connsiteX39-499" fmla="*/ 7801 w 10000"/>
                <a:gd name="connsiteY39-500" fmla="*/ 2500 h 10000"/>
                <a:gd name="connsiteX40-501" fmla="*/ 8000 w 10000"/>
                <a:gd name="connsiteY40-502" fmla="*/ 1788 h 10000"/>
                <a:gd name="connsiteX41-503" fmla="*/ 8200 w 10000"/>
                <a:gd name="connsiteY41-504" fmla="*/ 1170 h 10000"/>
                <a:gd name="connsiteX42-505" fmla="*/ 8400 w 10000"/>
                <a:gd name="connsiteY42-506" fmla="*/ 670 h 10000"/>
                <a:gd name="connsiteX43-507" fmla="*/ 8601 w 10000"/>
                <a:gd name="connsiteY43-508" fmla="*/ 303 h 10000"/>
                <a:gd name="connsiteX44-509" fmla="*/ 8799 w 10000"/>
                <a:gd name="connsiteY44-510" fmla="*/ 75 h 10000"/>
                <a:gd name="connsiteX45-511" fmla="*/ 9000 w 10000"/>
                <a:gd name="connsiteY45-512" fmla="*/ 0 h 10000"/>
                <a:gd name="connsiteX46-513" fmla="*/ 9200 w 10000"/>
                <a:gd name="connsiteY46-514" fmla="*/ 75 h 10000"/>
                <a:gd name="connsiteX47-515" fmla="*/ 9400 w 10000"/>
                <a:gd name="connsiteY47-516" fmla="*/ 300 h 10000"/>
                <a:gd name="connsiteX48-517" fmla="*/ 9600 w 10000"/>
                <a:gd name="connsiteY48-518" fmla="*/ 670 h 10000"/>
                <a:gd name="connsiteX49-519" fmla="*/ 10000 w 10000"/>
                <a:gd name="connsiteY49-520" fmla="*/ 1785 h 10000"/>
                <a:gd name="connsiteX0-521" fmla="*/ 0 w 9600"/>
                <a:gd name="connsiteY0-522" fmla="*/ 5000 h 10000"/>
                <a:gd name="connsiteX1-523" fmla="*/ 202 w 9600"/>
                <a:gd name="connsiteY1-524" fmla="*/ 4133 h 10000"/>
                <a:gd name="connsiteX2-525" fmla="*/ 400 w 9600"/>
                <a:gd name="connsiteY2-526" fmla="*/ 3290 h 10000"/>
                <a:gd name="connsiteX3-527" fmla="*/ 601 w 9600"/>
                <a:gd name="connsiteY3-528" fmla="*/ 2500 h 10000"/>
                <a:gd name="connsiteX4-529" fmla="*/ 800 w 9600"/>
                <a:gd name="connsiteY4-530" fmla="*/ 1785 h 10000"/>
                <a:gd name="connsiteX5-531" fmla="*/ 1001 w 9600"/>
                <a:gd name="connsiteY5-532" fmla="*/ 1170 h 10000"/>
                <a:gd name="connsiteX6-533" fmla="*/ 1201 w 9600"/>
                <a:gd name="connsiteY6-534" fmla="*/ 670 h 10000"/>
                <a:gd name="connsiteX7-535" fmla="*/ 1399 w 9600"/>
                <a:gd name="connsiteY7-536" fmla="*/ 303 h 10000"/>
                <a:gd name="connsiteX8-537" fmla="*/ 1599 w 9600"/>
                <a:gd name="connsiteY8-538" fmla="*/ 75 h 10000"/>
                <a:gd name="connsiteX9-539" fmla="*/ 1801 w 9600"/>
                <a:gd name="connsiteY9-540" fmla="*/ 0 h 10000"/>
                <a:gd name="connsiteX10-541" fmla="*/ 2000 w 9600"/>
                <a:gd name="connsiteY10-542" fmla="*/ 75 h 10000"/>
                <a:gd name="connsiteX11-543" fmla="*/ 2200 w 9600"/>
                <a:gd name="connsiteY11-544" fmla="*/ 303 h 10000"/>
                <a:gd name="connsiteX12-545" fmla="*/ 2400 w 9600"/>
                <a:gd name="connsiteY12-546" fmla="*/ 670 h 10000"/>
                <a:gd name="connsiteX13-547" fmla="*/ 2600 w 9600"/>
                <a:gd name="connsiteY13-548" fmla="*/ 1170 h 10000"/>
                <a:gd name="connsiteX14-549" fmla="*/ 2801 w 9600"/>
                <a:gd name="connsiteY14-550" fmla="*/ 1785 h 10000"/>
                <a:gd name="connsiteX15-551" fmla="*/ 3000 w 9600"/>
                <a:gd name="connsiteY15-552" fmla="*/ 2500 h 10000"/>
                <a:gd name="connsiteX16-553" fmla="*/ 3200 w 9600"/>
                <a:gd name="connsiteY16-554" fmla="*/ 3290 h 10000"/>
                <a:gd name="connsiteX17-555" fmla="*/ 3401 w 9600"/>
                <a:gd name="connsiteY17-556" fmla="*/ 4133 h 10000"/>
                <a:gd name="connsiteX18-557" fmla="*/ 3600 w 9600"/>
                <a:gd name="connsiteY18-558" fmla="*/ 5000 h 10000"/>
                <a:gd name="connsiteX19-559" fmla="*/ 3802 w 9600"/>
                <a:gd name="connsiteY19-560" fmla="*/ 5868 h 10000"/>
                <a:gd name="connsiteX20-561" fmla="*/ 3999 w 9600"/>
                <a:gd name="connsiteY20-562" fmla="*/ 6710 h 10000"/>
                <a:gd name="connsiteX21-563" fmla="*/ 4200 w 9600"/>
                <a:gd name="connsiteY21-564" fmla="*/ 7500 h 10000"/>
                <a:gd name="connsiteX22-565" fmla="*/ 4400 w 9600"/>
                <a:gd name="connsiteY22-566" fmla="*/ 8213 h 10000"/>
                <a:gd name="connsiteX23-567" fmla="*/ 4601 w 9600"/>
                <a:gd name="connsiteY23-568" fmla="*/ 8830 h 10000"/>
                <a:gd name="connsiteX24-569" fmla="*/ 4799 w 9600"/>
                <a:gd name="connsiteY24-570" fmla="*/ 9330 h 10000"/>
                <a:gd name="connsiteX25-571" fmla="*/ 5001 w 9600"/>
                <a:gd name="connsiteY25-572" fmla="*/ 9698 h 10000"/>
                <a:gd name="connsiteX26-573" fmla="*/ 5199 w 9600"/>
                <a:gd name="connsiteY26-574" fmla="*/ 9925 h 10000"/>
                <a:gd name="connsiteX27-575" fmla="*/ 5401 w 9600"/>
                <a:gd name="connsiteY27-576" fmla="*/ 10000 h 10000"/>
                <a:gd name="connsiteX28-577" fmla="*/ 5600 w 9600"/>
                <a:gd name="connsiteY28-578" fmla="*/ 9925 h 10000"/>
                <a:gd name="connsiteX29-579" fmla="*/ 5800 w 9600"/>
                <a:gd name="connsiteY29-580" fmla="*/ 9698 h 10000"/>
                <a:gd name="connsiteX30-581" fmla="*/ 6001 w 9600"/>
                <a:gd name="connsiteY30-582" fmla="*/ 9330 h 10000"/>
                <a:gd name="connsiteX31-583" fmla="*/ 6201 w 9600"/>
                <a:gd name="connsiteY31-584" fmla="*/ 8830 h 10000"/>
                <a:gd name="connsiteX32-585" fmla="*/ 6399 w 9600"/>
                <a:gd name="connsiteY32-586" fmla="*/ 8215 h 10000"/>
                <a:gd name="connsiteX33-587" fmla="*/ 6599 w 9600"/>
                <a:gd name="connsiteY33-588" fmla="*/ 7500 h 10000"/>
                <a:gd name="connsiteX34-589" fmla="*/ 6800 w 9600"/>
                <a:gd name="connsiteY34-590" fmla="*/ 6710 h 10000"/>
                <a:gd name="connsiteX35-591" fmla="*/ 7000 w 9600"/>
                <a:gd name="connsiteY35-592" fmla="*/ 5870 h 10000"/>
                <a:gd name="connsiteX36-593" fmla="*/ 7200 w 9600"/>
                <a:gd name="connsiteY36-594" fmla="*/ 5000 h 10000"/>
                <a:gd name="connsiteX37-595" fmla="*/ 7401 w 9600"/>
                <a:gd name="connsiteY37-596" fmla="*/ 4133 h 10000"/>
                <a:gd name="connsiteX38-597" fmla="*/ 7600 w 9600"/>
                <a:gd name="connsiteY38-598" fmla="*/ 3290 h 10000"/>
                <a:gd name="connsiteX39-599" fmla="*/ 7801 w 9600"/>
                <a:gd name="connsiteY39-600" fmla="*/ 2500 h 10000"/>
                <a:gd name="connsiteX40-601" fmla="*/ 8000 w 9600"/>
                <a:gd name="connsiteY40-602" fmla="*/ 1788 h 10000"/>
                <a:gd name="connsiteX41-603" fmla="*/ 8200 w 9600"/>
                <a:gd name="connsiteY41-604" fmla="*/ 1170 h 10000"/>
                <a:gd name="connsiteX42-605" fmla="*/ 8400 w 9600"/>
                <a:gd name="connsiteY42-606" fmla="*/ 670 h 10000"/>
                <a:gd name="connsiteX43-607" fmla="*/ 8601 w 9600"/>
                <a:gd name="connsiteY43-608" fmla="*/ 303 h 10000"/>
                <a:gd name="connsiteX44-609" fmla="*/ 8799 w 9600"/>
                <a:gd name="connsiteY44-610" fmla="*/ 75 h 10000"/>
                <a:gd name="connsiteX45-611" fmla="*/ 9000 w 9600"/>
                <a:gd name="connsiteY45-612" fmla="*/ 0 h 10000"/>
                <a:gd name="connsiteX46-613" fmla="*/ 9200 w 9600"/>
                <a:gd name="connsiteY46-614" fmla="*/ 75 h 10000"/>
                <a:gd name="connsiteX47-615" fmla="*/ 9400 w 9600"/>
                <a:gd name="connsiteY47-616" fmla="*/ 300 h 10000"/>
                <a:gd name="connsiteX48-617" fmla="*/ 9600 w 9600"/>
                <a:gd name="connsiteY48-618" fmla="*/ 670 h 10000"/>
                <a:gd name="connsiteX0-619" fmla="*/ 0 w 9792"/>
                <a:gd name="connsiteY0-620" fmla="*/ 5000 h 10000"/>
                <a:gd name="connsiteX1-621" fmla="*/ 210 w 9792"/>
                <a:gd name="connsiteY1-622" fmla="*/ 4133 h 10000"/>
                <a:gd name="connsiteX2-623" fmla="*/ 417 w 9792"/>
                <a:gd name="connsiteY2-624" fmla="*/ 3290 h 10000"/>
                <a:gd name="connsiteX3-625" fmla="*/ 626 w 9792"/>
                <a:gd name="connsiteY3-626" fmla="*/ 2500 h 10000"/>
                <a:gd name="connsiteX4-627" fmla="*/ 833 w 9792"/>
                <a:gd name="connsiteY4-628" fmla="*/ 1785 h 10000"/>
                <a:gd name="connsiteX5-629" fmla="*/ 1043 w 9792"/>
                <a:gd name="connsiteY5-630" fmla="*/ 1170 h 10000"/>
                <a:gd name="connsiteX6-631" fmla="*/ 1251 w 9792"/>
                <a:gd name="connsiteY6-632" fmla="*/ 670 h 10000"/>
                <a:gd name="connsiteX7-633" fmla="*/ 1457 w 9792"/>
                <a:gd name="connsiteY7-634" fmla="*/ 303 h 10000"/>
                <a:gd name="connsiteX8-635" fmla="*/ 1666 w 9792"/>
                <a:gd name="connsiteY8-636" fmla="*/ 75 h 10000"/>
                <a:gd name="connsiteX9-637" fmla="*/ 1876 w 9792"/>
                <a:gd name="connsiteY9-638" fmla="*/ 0 h 10000"/>
                <a:gd name="connsiteX10-639" fmla="*/ 2083 w 9792"/>
                <a:gd name="connsiteY10-640" fmla="*/ 75 h 10000"/>
                <a:gd name="connsiteX11-641" fmla="*/ 2292 w 9792"/>
                <a:gd name="connsiteY11-642" fmla="*/ 303 h 10000"/>
                <a:gd name="connsiteX12-643" fmla="*/ 2500 w 9792"/>
                <a:gd name="connsiteY12-644" fmla="*/ 670 h 10000"/>
                <a:gd name="connsiteX13-645" fmla="*/ 2708 w 9792"/>
                <a:gd name="connsiteY13-646" fmla="*/ 1170 h 10000"/>
                <a:gd name="connsiteX14-647" fmla="*/ 2918 w 9792"/>
                <a:gd name="connsiteY14-648" fmla="*/ 1785 h 10000"/>
                <a:gd name="connsiteX15-649" fmla="*/ 3125 w 9792"/>
                <a:gd name="connsiteY15-650" fmla="*/ 2500 h 10000"/>
                <a:gd name="connsiteX16-651" fmla="*/ 3333 w 9792"/>
                <a:gd name="connsiteY16-652" fmla="*/ 3290 h 10000"/>
                <a:gd name="connsiteX17-653" fmla="*/ 3543 w 9792"/>
                <a:gd name="connsiteY17-654" fmla="*/ 4133 h 10000"/>
                <a:gd name="connsiteX18-655" fmla="*/ 3750 w 9792"/>
                <a:gd name="connsiteY18-656" fmla="*/ 5000 h 10000"/>
                <a:gd name="connsiteX19-657" fmla="*/ 3960 w 9792"/>
                <a:gd name="connsiteY19-658" fmla="*/ 5868 h 10000"/>
                <a:gd name="connsiteX20-659" fmla="*/ 4166 w 9792"/>
                <a:gd name="connsiteY20-660" fmla="*/ 6710 h 10000"/>
                <a:gd name="connsiteX21-661" fmla="*/ 4375 w 9792"/>
                <a:gd name="connsiteY21-662" fmla="*/ 7500 h 10000"/>
                <a:gd name="connsiteX22-663" fmla="*/ 4583 w 9792"/>
                <a:gd name="connsiteY22-664" fmla="*/ 8213 h 10000"/>
                <a:gd name="connsiteX23-665" fmla="*/ 4793 w 9792"/>
                <a:gd name="connsiteY23-666" fmla="*/ 8830 h 10000"/>
                <a:gd name="connsiteX24-667" fmla="*/ 4999 w 9792"/>
                <a:gd name="connsiteY24-668" fmla="*/ 9330 h 10000"/>
                <a:gd name="connsiteX25-669" fmla="*/ 5209 w 9792"/>
                <a:gd name="connsiteY25-670" fmla="*/ 9698 h 10000"/>
                <a:gd name="connsiteX26-671" fmla="*/ 5416 w 9792"/>
                <a:gd name="connsiteY26-672" fmla="*/ 9925 h 10000"/>
                <a:gd name="connsiteX27-673" fmla="*/ 5626 w 9792"/>
                <a:gd name="connsiteY27-674" fmla="*/ 10000 h 10000"/>
                <a:gd name="connsiteX28-675" fmla="*/ 5833 w 9792"/>
                <a:gd name="connsiteY28-676" fmla="*/ 9925 h 10000"/>
                <a:gd name="connsiteX29-677" fmla="*/ 6042 w 9792"/>
                <a:gd name="connsiteY29-678" fmla="*/ 9698 h 10000"/>
                <a:gd name="connsiteX30-679" fmla="*/ 6251 w 9792"/>
                <a:gd name="connsiteY30-680" fmla="*/ 9330 h 10000"/>
                <a:gd name="connsiteX31-681" fmla="*/ 6459 w 9792"/>
                <a:gd name="connsiteY31-682" fmla="*/ 8830 h 10000"/>
                <a:gd name="connsiteX32-683" fmla="*/ 6666 w 9792"/>
                <a:gd name="connsiteY32-684" fmla="*/ 8215 h 10000"/>
                <a:gd name="connsiteX33-685" fmla="*/ 6874 w 9792"/>
                <a:gd name="connsiteY33-686" fmla="*/ 7500 h 10000"/>
                <a:gd name="connsiteX34-687" fmla="*/ 7083 w 9792"/>
                <a:gd name="connsiteY34-688" fmla="*/ 6710 h 10000"/>
                <a:gd name="connsiteX35-689" fmla="*/ 7292 w 9792"/>
                <a:gd name="connsiteY35-690" fmla="*/ 5870 h 10000"/>
                <a:gd name="connsiteX36-691" fmla="*/ 7500 w 9792"/>
                <a:gd name="connsiteY36-692" fmla="*/ 5000 h 10000"/>
                <a:gd name="connsiteX37-693" fmla="*/ 7709 w 9792"/>
                <a:gd name="connsiteY37-694" fmla="*/ 4133 h 10000"/>
                <a:gd name="connsiteX38-695" fmla="*/ 7917 w 9792"/>
                <a:gd name="connsiteY38-696" fmla="*/ 3290 h 10000"/>
                <a:gd name="connsiteX39-697" fmla="*/ 8126 w 9792"/>
                <a:gd name="connsiteY39-698" fmla="*/ 2500 h 10000"/>
                <a:gd name="connsiteX40-699" fmla="*/ 8333 w 9792"/>
                <a:gd name="connsiteY40-700" fmla="*/ 1788 h 10000"/>
                <a:gd name="connsiteX41-701" fmla="*/ 8542 w 9792"/>
                <a:gd name="connsiteY41-702" fmla="*/ 1170 h 10000"/>
                <a:gd name="connsiteX42-703" fmla="*/ 8750 w 9792"/>
                <a:gd name="connsiteY42-704" fmla="*/ 670 h 10000"/>
                <a:gd name="connsiteX43-705" fmla="*/ 8959 w 9792"/>
                <a:gd name="connsiteY43-706" fmla="*/ 303 h 10000"/>
                <a:gd name="connsiteX44-707" fmla="*/ 9166 w 9792"/>
                <a:gd name="connsiteY44-708" fmla="*/ 75 h 10000"/>
                <a:gd name="connsiteX45-709" fmla="*/ 9375 w 9792"/>
                <a:gd name="connsiteY45-710" fmla="*/ 0 h 10000"/>
                <a:gd name="connsiteX46-711" fmla="*/ 9583 w 9792"/>
                <a:gd name="connsiteY46-712" fmla="*/ 75 h 10000"/>
                <a:gd name="connsiteX47-713" fmla="*/ 9792 w 9792"/>
                <a:gd name="connsiteY47-714" fmla="*/ 300 h 10000"/>
                <a:gd name="connsiteX0-715" fmla="*/ 0 w 9787"/>
                <a:gd name="connsiteY0-716" fmla="*/ 5000 h 10000"/>
                <a:gd name="connsiteX1-717" fmla="*/ 214 w 9787"/>
                <a:gd name="connsiteY1-718" fmla="*/ 4133 h 10000"/>
                <a:gd name="connsiteX2-719" fmla="*/ 426 w 9787"/>
                <a:gd name="connsiteY2-720" fmla="*/ 3290 h 10000"/>
                <a:gd name="connsiteX3-721" fmla="*/ 639 w 9787"/>
                <a:gd name="connsiteY3-722" fmla="*/ 2500 h 10000"/>
                <a:gd name="connsiteX4-723" fmla="*/ 851 w 9787"/>
                <a:gd name="connsiteY4-724" fmla="*/ 1785 h 10000"/>
                <a:gd name="connsiteX5-725" fmla="*/ 1065 w 9787"/>
                <a:gd name="connsiteY5-726" fmla="*/ 1170 h 10000"/>
                <a:gd name="connsiteX6-727" fmla="*/ 1278 w 9787"/>
                <a:gd name="connsiteY6-728" fmla="*/ 670 h 10000"/>
                <a:gd name="connsiteX7-729" fmla="*/ 1488 w 9787"/>
                <a:gd name="connsiteY7-730" fmla="*/ 303 h 10000"/>
                <a:gd name="connsiteX8-731" fmla="*/ 1701 w 9787"/>
                <a:gd name="connsiteY8-732" fmla="*/ 75 h 10000"/>
                <a:gd name="connsiteX9-733" fmla="*/ 1916 w 9787"/>
                <a:gd name="connsiteY9-734" fmla="*/ 0 h 10000"/>
                <a:gd name="connsiteX10-735" fmla="*/ 2127 w 9787"/>
                <a:gd name="connsiteY10-736" fmla="*/ 75 h 10000"/>
                <a:gd name="connsiteX11-737" fmla="*/ 2341 w 9787"/>
                <a:gd name="connsiteY11-738" fmla="*/ 303 h 10000"/>
                <a:gd name="connsiteX12-739" fmla="*/ 2553 w 9787"/>
                <a:gd name="connsiteY12-740" fmla="*/ 670 h 10000"/>
                <a:gd name="connsiteX13-741" fmla="*/ 2766 w 9787"/>
                <a:gd name="connsiteY13-742" fmla="*/ 1170 h 10000"/>
                <a:gd name="connsiteX14-743" fmla="*/ 2980 w 9787"/>
                <a:gd name="connsiteY14-744" fmla="*/ 1785 h 10000"/>
                <a:gd name="connsiteX15-745" fmla="*/ 3191 w 9787"/>
                <a:gd name="connsiteY15-746" fmla="*/ 2500 h 10000"/>
                <a:gd name="connsiteX16-747" fmla="*/ 3404 w 9787"/>
                <a:gd name="connsiteY16-748" fmla="*/ 3290 h 10000"/>
                <a:gd name="connsiteX17-749" fmla="*/ 3618 w 9787"/>
                <a:gd name="connsiteY17-750" fmla="*/ 4133 h 10000"/>
                <a:gd name="connsiteX18-751" fmla="*/ 3830 w 9787"/>
                <a:gd name="connsiteY18-752" fmla="*/ 5000 h 10000"/>
                <a:gd name="connsiteX19-753" fmla="*/ 4044 w 9787"/>
                <a:gd name="connsiteY19-754" fmla="*/ 5868 h 10000"/>
                <a:gd name="connsiteX20-755" fmla="*/ 4254 w 9787"/>
                <a:gd name="connsiteY20-756" fmla="*/ 6710 h 10000"/>
                <a:gd name="connsiteX21-757" fmla="*/ 4468 w 9787"/>
                <a:gd name="connsiteY21-758" fmla="*/ 7500 h 10000"/>
                <a:gd name="connsiteX22-759" fmla="*/ 4680 w 9787"/>
                <a:gd name="connsiteY22-760" fmla="*/ 8213 h 10000"/>
                <a:gd name="connsiteX23-761" fmla="*/ 4895 w 9787"/>
                <a:gd name="connsiteY23-762" fmla="*/ 8830 h 10000"/>
                <a:gd name="connsiteX24-763" fmla="*/ 5105 w 9787"/>
                <a:gd name="connsiteY24-764" fmla="*/ 9330 h 10000"/>
                <a:gd name="connsiteX25-765" fmla="*/ 5320 w 9787"/>
                <a:gd name="connsiteY25-766" fmla="*/ 9698 h 10000"/>
                <a:gd name="connsiteX26-767" fmla="*/ 5531 w 9787"/>
                <a:gd name="connsiteY26-768" fmla="*/ 9925 h 10000"/>
                <a:gd name="connsiteX27-769" fmla="*/ 5746 w 9787"/>
                <a:gd name="connsiteY27-770" fmla="*/ 10000 h 10000"/>
                <a:gd name="connsiteX28-771" fmla="*/ 5957 w 9787"/>
                <a:gd name="connsiteY28-772" fmla="*/ 9925 h 10000"/>
                <a:gd name="connsiteX29-773" fmla="*/ 6170 w 9787"/>
                <a:gd name="connsiteY29-774" fmla="*/ 9698 h 10000"/>
                <a:gd name="connsiteX30-775" fmla="*/ 6384 w 9787"/>
                <a:gd name="connsiteY30-776" fmla="*/ 9330 h 10000"/>
                <a:gd name="connsiteX31-777" fmla="*/ 6596 w 9787"/>
                <a:gd name="connsiteY31-778" fmla="*/ 8830 h 10000"/>
                <a:gd name="connsiteX32-779" fmla="*/ 6808 w 9787"/>
                <a:gd name="connsiteY32-780" fmla="*/ 8215 h 10000"/>
                <a:gd name="connsiteX33-781" fmla="*/ 7020 w 9787"/>
                <a:gd name="connsiteY33-782" fmla="*/ 7500 h 10000"/>
                <a:gd name="connsiteX34-783" fmla="*/ 7233 w 9787"/>
                <a:gd name="connsiteY34-784" fmla="*/ 6710 h 10000"/>
                <a:gd name="connsiteX35-785" fmla="*/ 7447 w 9787"/>
                <a:gd name="connsiteY35-786" fmla="*/ 5870 h 10000"/>
                <a:gd name="connsiteX36-787" fmla="*/ 7659 w 9787"/>
                <a:gd name="connsiteY36-788" fmla="*/ 5000 h 10000"/>
                <a:gd name="connsiteX37-789" fmla="*/ 7873 w 9787"/>
                <a:gd name="connsiteY37-790" fmla="*/ 4133 h 10000"/>
                <a:gd name="connsiteX38-791" fmla="*/ 8085 w 9787"/>
                <a:gd name="connsiteY38-792" fmla="*/ 3290 h 10000"/>
                <a:gd name="connsiteX39-793" fmla="*/ 8299 w 9787"/>
                <a:gd name="connsiteY39-794" fmla="*/ 2500 h 10000"/>
                <a:gd name="connsiteX40-795" fmla="*/ 8510 w 9787"/>
                <a:gd name="connsiteY40-796" fmla="*/ 1788 h 10000"/>
                <a:gd name="connsiteX41-797" fmla="*/ 8723 w 9787"/>
                <a:gd name="connsiteY41-798" fmla="*/ 1170 h 10000"/>
                <a:gd name="connsiteX42-799" fmla="*/ 8936 w 9787"/>
                <a:gd name="connsiteY42-800" fmla="*/ 670 h 10000"/>
                <a:gd name="connsiteX43-801" fmla="*/ 9149 w 9787"/>
                <a:gd name="connsiteY43-802" fmla="*/ 303 h 10000"/>
                <a:gd name="connsiteX44-803" fmla="*/ 9361 w 9787"/>
                <a:gd name="connsiteY44-804" fmla="*/ 75 h 10000"/>
                <a:gd name="connsiteX45-805" fmla="*/ 9574 w 9787"/>
                <a:gd name="connsiteY45-806" fmla="*/ 0 h 10000"/>
                <a:gd name="connsiteX46-807" fmla="*/ 9787 w 9787"/>
                <a:gd name="connsiteY46-808" fmla="*/ 75 h 10000"/>
                <a:gd name="connsiteX0-809" fmla="*/ 0 w 9782"/>
                <a:gd name="connsiteY0-810" fmla="*/ 5000 h 10000"/>
                <a:gd name="connsiteX1-811" fmla="*/ 219 w 9782"/>
                <a:gd name="connsiteY1-812" fmla="*/ 4133 h 10000"/>
                <a:gd name="connsiteX2-813" fmla="*/ 435 w 9782"/>
                <a:gd name="connsiteY2-814" fmla="*/ 3290 h 10000"/>
                <a:gd name="connsiteX3-815" fmla="*/ 653 w 9782"/>
                <a:gd name="connsiteY3-816" fmla="*/ 2500 h 10000"/>
                <a:gd name="connsiteX4-817" fmla="*/ 870 w 9782"/>
                <a:gd name="connsiteY4-818" fmla="*/ 1785 h 10000"/>
                <a:gd name="connsiteX5-819" fmla="*/ 1088 w 9782"/>
                <a:gd name="connsiteY5-820" fmla="*/ 1170 h 10000"/>
                <a:gd name="connsiteX6-821" fmla="*/ 1306 w 9782"/>
                <a:gd name="connsiteY6-822" fmla="*/ 670 h 10000"/>
                <a:gd name="connsiteX7-823" fmla="*/ 1520 w 9782"/>
                <a:gd name="connsiteY7-824" fmla="*/ 303 h 10000"/>
                <a:gd name="connsiteX8-825" fmla="*/ 1738 w 9782"/>
                <a:gd name="connsiteY8-826" fmla="*/ 75 h 10000"/>
                <a:gd name="connsiteX9-827" fmla="*/ 1958 w 9782"/>
                <a:gd name="connsiteY9-828" fmla="*/ 0 h 10000"/>
                <a:gd name="connsiteX10-829" fmla="*/ 2173 w 9782"/>
                <a:gd name="connsiteY10-830" fmla="*/ 75 h 10000"/>
                <a:gd name="connsiteX11-831" fmla="*/ 2392 w 9782"/>
                <a:gd name="connsiteY11-832" fmla="*/ 303 h 10000"/>
                <a:gd name="connsiteX12-833" fmla="*/ 2609 w 9782"/>
                <a:gd name="connsiteY12-834" fmla="*/ 670 h 10000"/>
                <a:gd name="connsiteX13-835" fmla="*/ 2826 w 9782"/>
                <a:gd name="connsiteY13-836" fmla="*/ 1170 h 10000"/>
                <a:gd name="connsiteX14-837" fmla="*/ 3045 w 9782"/>
                <a:gd name="connsiteY14-838" fmla="*/ 1785 h 10000"/>
                <a:gd name="connsiteX15-839" fmla="*/ 3260 w 9782"/>
                <a:gd name="connsiteY15-840" fmla="*/ 2500 h 10000"/>
                <a:gd name="connsiteX16-841" fmla="*/ 3478 w 9782"/>
                <a:gd name="connsiteY16-842" fmla="*/ 3290 h 10000"/>
                <a:gd name="connsiteX17-843" fmla="*/ 3697 w 9782"/>
                <a:gd name="connsiteY17-844" fmla="*/ 4133 h 10000"/>
                <a:gd name="connsiteX18-845" fmla="*/ 3913 w 9782"/>
                <a:gd name="connsiteY18-846" fmla="*/ 5000 h 10000"/>
                <a:gd name="connsiteX19-847" fmla="*/ 4132 w 9782"/>
                <a:gd name="connsiteY19-848" fmla="*/ 5868 h 10000"/>
                <a:gd name="connsiteX20-849" fmla="*/ 4347 w 9782"/>
                <a:gd name="connsiteY20-850" fmla="*/ 6710 h 10000"/>
                <a:gd name="connsiteX21-851" fmla="*/ 4565 w 9782"/>
                <a:gd name="connsiteY21-852" fmla="*/ 7500 h 10000"/>
                <a:gd name="connsiteX22-853" fmla="*/ 4782 w 9782"/>
                <a:gd name="connsiteY22-854" fmla="*/ 8213 h 10000"/>
                <a:gd name="connsiteX23-855" fmla="*/ 5002 w 9782"/>
                <a:gd name="connsiteY23-856" fmla="*/ 8830 h 10000"/>
                <a:gd name="connsiteX24-857" fmla="*/ 5216 w 9782"/>
                <a:gd name="connsiteY24-858" fmla="*/ 9330 h 10000"/>
                <a:gd name="connsiteX25-859" fmla="*/ 5436 w 9782"/>
                <a:gd name="connsiteY25-860" fmla="*/ 9698 h 10000"/>
                <a:gd name="connsiteX26-861" fmla="*/ 5651 w 9782"/>
                <a:gd name="connsiteY26-862" fmla="*/ 9925 h 10000"/>
                <a:gd name="connsiteX27-863" fmla="*/ 5871 w 9782"/>
                <a:gd name="connsiteY27-864" fmla="*/ 10000 h 10000"/>
                <a:gd name="connsiteX28-865" fmla="*/ 6087 w 9782"/>
                <a:gd name="connsiteY28-866" fmla="*/ 9925 h 10000"/>
                <a:gd name="connsiteX29-867" fmla="*/ 6304 w 9782"/>
                <a:gd name="connsiteY29-868" fmla="*/ 9698 h 10000"/>
                <a:gd name="connsiteX30-869" fmla="*/ 6523 w 9782"/>
                <a:gd name="connsiteY30-870" fmla="*/ 9330 h 10000"/>
                <a:gd name="connsiteX31-871" fmla="*/ 6740 w 9782"/>
                <a:gd name="connsiteY31-872" fmla="*/ 8830 h 10000"/>
                <a:gd name="connsiteX32-873" fmla="*/ 6956 w 9782"/>
                <a:gd name="connsiteY32-874" fmla="*/ 8215 h 10000"/>
                <a:gd name="connsiteX33-875" fmla="*/ 7173 w 9782"/>
                <a:gd name="connsiteY33-876" fmla="*/ 7500 h 10000"/>
                <a:gd name="connsiteX34-877" fmla="*/ 7390 w 9782"/>
                <a:gd name="connsiteY34-878" fmla="*/ 6710 h 10000"/>
                <a:gd name="connsiteX35-879" fmla="*/ 7609 w 9782"/>
                <a:gd name="connsiteY35-880" fmla="*/ 5870 h 10000"/>
                <a:gd name="connsiteX36-881" fmla="*/ 7826 w 9782"/>
                <a:gd name="connsiteY36-882" fmla="*/ 5000 h 10000"/>
                <a:gd name="connsiteX37-883" fmla="*/ 8044 w 9782"/>
                <a:gd name="connsiteY37-884" fmla="*/ 4133 h 10000"/>
                <a:gd name="connsiteX38-885" fmla="*/ 8261 w 9782"/>
                <a:gd name="connsiteY38-886" fmla="*/ 3290 h 10000"/>
                <a:gd name="connsiteX39-887" fmla="*/ 8480 w 9782"/>
                <a:gd name="connsiteY39-888" fmla="*/ 2500 h 10000"/>
                <a:gd name="connsiteX40-889" fmla="*/ 8695 w 9782"/>
                <a:gd name="connsiteY40-890" fmla="*/ 1788 h 10000"/>
                <a:gd name="connsiteX41-891" fmla="*/ 8913 w 9782"/>
                <a:gd name="connsiteY41-892" fmla="*/ 1170 h 10000"/>
                <a:gd name="connsiteX42-893" fmla="*/ 9130 w 9782"/>
                <a:gd name="connsiteY42-894" fmla="*/ 670 h 10000"/>
                <a:gd name="connsiteX43-895" fmla="*/ 9348 w 9782"/>
                <a:gd name="connsiteY43-896" fmla="*/ 303 h 10000"/>
                <a:gd name="connsiteX44-897" fmla="*/ 9565 w 9782"/>
                <a:gd name="connsiteY44-898" fmla="*/ 75 h 10000"/>
                <a:gd name="connsiteX45-899" fmla="*/ 9782 w 9782"/>
                <a:gd name="connsiteY45-900" fmla="*/ 0 h 100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  <a:cxn ang="0">
                  <a:pos x="connsiteX10-21" y="connsiteY10-22"/>
                </a:cxn>
                <a:cxn ang="0">
                  <a:pos x="connsiteX11-23" y="connsiteY11-24"/>
                </a:cxn>
                <a:cxn ang="0">
                  <a:pos x="connsiteX12-25" y="connsiteY12-26"/>
                </a:cxn>
                <a:cxn ang="0">
                  <a:pos x="connsiteX13-27" y="connsiteY13-28"/>
                </a:cxn>
                <a:cxn ang="0">
                  <a:pos x="connsiteX14-29" y="connsiteY14-30"/>
                </a:cxn>
                <a:cxn ang="0">
                  <a:pos x="connsiteX15-31" y="connsiteY15-32"/>
                </a:cxn>
                <a:cxn ang="0">
                  <a:pos x="connsiteX16-33" y="connsiteY16-34"/>
                </a:cxn>
                <a:cxn ang="0">
                  <a:pos x="connsiteX17-35" y="connsiteY17-36"/>
                </a:cxn>
                <a:cxn ang="0">
                  <a:pos x="connsiteX18-37" y="connsiteY18-38"/>
                </a:cxn>
                <a:cxn ang="0">
                  <a:pos x="connsiteX19-39" y="connsiteY19-40"/>
                </a:cxn>
                <a:cxn ang="0">
                  <a:pos x="connsiteX20-41" y="connsiteY20-42"/>
                </a:cxn>
                <a:cxn ang="0">
                  <a:pos x="connsiteX21-43" y="connsiteY21-44"/>
                </a:cxn>
                <a:cxn ang="0">
                  <a:pos x="connsiteX22-45" y="connsiteY22-46"/>
                </a:cxn>
                <a:cxn ang="0">
                  <a:pos x="connsiteX23-47" y="connsiteY23-48"/>
                </a:cxn>
                <a:cxn ang="0">
                  <a:pos x="connsiteX24-49" y="connsiteY24-50"/>
                </a:cxn>
                <a:cxn ang="0">
                  <a:pos x="connsiteX25-51" y="connsiteY25-52"/>
                </a:cxn>
                <a:cxn ang="0">
                  <a:pos x="connsiteX26-53" y="connsiteY26-54"/>
                </a:cxn>
                <a:cxn ang="0">
                  <a:pos x="connsiteX27-55" y="connsiteY27-56"/>
                </a:cxn>
                <a:cxn ang="0">
                  <a:pos x="connsiteX28-57" y="connsiteY28-58"/>
                </a:cxn>
                <a:cxn ang="0">
                  <a:pos x="connsiteX29-59" y="connsiteY29-60"/>
                </a:cxn>
                <a:cxn ang="0">
                  <a:pos x="connsiteX30-61" y="connsiteY30-62"/>
                </a:cxn>
                <a:cxn ang="0">
                  <a:pos x="connsiteX31-63" y="connsiteY31-64"/>
                </a:cxn>
                <a:cxn ang="0">
                  <a:pos x="connsiteX32-65" y="connsiteY32-66"/>
                </a:cxn>
                <a:cxn ang="0">
                  <a:pos x="connsiteX33-67" y="connsiteY33-68"/>
                </a:cxn>
                <a:cxn ang="0">
                  <a:pos x="connsiteX34-69" y="connsiteY34-70"/>
                </a:cxn>
                <a:cxn ang="0">
                  <a:pos x="connsiteX35-71" y="connsiteY35-72"/>
                </a:cxn>
                <a:cxn ang="0">
                  <a:pos x="connsiteX36-73" y="connsiteY36-74"/>
                </a:cxn>
                <a:cxn ang="0">
                  <a:pos x="connsiteX37-75" y="connsiteY37-76"/>
                </a:cxn>
                <a:cxn ang="0">
                  <a:pos x="connsiteX38-77" y="connsiteY38-78"/>
                </a:cxn>
                <a:cxn ang="0">
                  <a:pos x="connsiteX39-79" y="connsiteY39-80"/>
                </a:cxn>
                <a:cxn ang="0">
                  <a:pos x="connsiteX40-81" y="connsiteY40-82"/>
                </a:cxn>
                <a:cxn ang="0">
                  <a:pos x="connsiteX41-83" y="connsiteY41-84"/>
                </a:cxn>
                <a:cxn ang="0">
                  <a:pos x="connsiteX42-85" y="connsiteY42-86"/>
                </a:cxn>
                <a:cxn ang="0">
                  <a:pos x="connsiteX43-87" y="connsiteY43-88"/>
                </a:cxn>
                <a:cxn ang="0">
                  <a:pos x="connsiteX44-89" y="connsiteY44-90"/>
                </a:cxn>
                <a:cxn ang="0">
                  <a:pos x="connsiteX45-91" y="connsiteY45-92"/>
                </a:cxn>
              </a:cxnLst>
              <a:rect l="l" t="t" r="r" b="b"/>
              <a:pathLst>
                <a:path w="9782" h="10000">
                  <a:moveTo>
                    <a:pt x="0" y="5000"/>
                  </a:moveTo>
                  <a:cubicBezTo>
                    <a:pt x="71" y="4708"/>
                    <a:pt x="144" y="4418"/>
                    <a:pt x="219" y="4133"/>
                  </a:cubicBezTo>
                  <a:cubicBezTo>
                    <a:pt x="290" y="3848"/>
                    <a:pt x="362" y="3563"/>
                    <a:pt x="435" y="3290"/>
                  </a:cubicBezTo>
                  <a:cubicBezTo>
                    <a:pt x="506" y="3018"/>
                    <a:pt x="578" y="2750"/>
                    <a:pt x="653" y="2500"/>
                  </a:cubicBezTo>
                  <a:cubicBezTo>
                    <a:pt x="726" y="2250"/>
                    <a:pt x="797" y="2008"/>
                    <a:pt x="870" y="1785"/>
                  </a:cubicBezTo>
                  <a:cubicBezTo>
                    <a:pt x="941" y="1563"/>
                    <a:pt x="1015" y="1355"/>
                    <a:pt x="1088" y="1170"/>
                  </a:cubicBezTo>
                  <a:cubicBezTo>
                    <a:pt x="1160" y="985"/>
                    <a:pt x="1231" y="815"/>
                    <a:pt x="1306" y="670"/>
                  </a:cubicBezTo>
                  <a:cubicBezTo>
                    <a:pt x="1378" y="525"/>
                    <a:pt x="1448" y="403"/>
                    <a:pt x="1520" y="303"/>
                  </a:cubicBezTo>
                  <a:cubicBezTo>
                    <a:pt x="1595" y="203"/>
                    <a:pt x="1666" y="125"/>
                    <a:pt x="1738" y="75"/>
                  </a:cubicBezTo>
                  <a:cubicBezTo>
                    <a:pt x="1812" y="25"/>
                    <a:pt x="1883" y="0"/>
                    <a:pt x="1958" y="0"/>
                  </a:cubicBezTo>
                  <a:cubicBezTo>
                    <a:pt x="2029" y="0"/>
                    <a:pt x="2101" y="25"/>
                    <a:pt x="2173" y="75"/>
                  </a:cubicBezTo>
                  <a:cubicBezTo>
                    <a:pt x="2248" y="125"/>
                    <a:pt x="2318" y="203"/>
                    <a:pt x="2392" y="303"/>
                  </a:cubicBezTo>
                  <a:cubicBezTo>
                    <a:pt x="2463" y="403"/>
                    <a:pt x="2536" y="525"/>
                    <a:pt x="2609" y="670"/>
                  </a:cubicBezTo>
                  <a:cubicBezTo>
                    <a:pt x="2681" y="815"/>
                    <a:pt x="2754" y="985"/>
                    <a:pt x="2826" y="1170"/>
                  </a:cubicBezTo>
                  <a:cubicBezTo>
                    <a:pt x="2898" y="1355"/>
                    <a:pt x="2971" y="1563"/>
                    <a:pt x="3045" y="1785"/>
                  </a:cubicBezTo>
                  <a:cubicBezTo>
                    <a:pt x="3115" y="2008"/>
                    <a:pt x="3186" y="2250"/>
                    <a:pt x="3260" y="2500"/>
                  </a:cubicBezTo>
                  <a:cubicBezTo>
                    <a:pt x="3335" y="2750"/>
                    <a:pt x="3406" y="3018"/>
                    <a:pt x="3478" y="3290"/>
                  </a:cubicBezTo>
                  <a:cubicBezTo>
                    <a:pt x="3550" y="3563"/>
                    <a:pt x="3623" y="3848"/>
                    <a:pt x="3697" y="4133"/>
                  </a:cubicBezTo>
                  <a:cubicBezTo>
                    <a:pt x="3768" y="4418"/>
                    <a:pt x="3839" y="4710"/>
                    <a:pt x="3913" y="5000"/>
                  </a:cubicBezTo>
                  <a:cubicBezTo>
                    <a:pt x="3986" y="5290"/>
                    <a:pt x="4057" y="5583"/>
                    <a:pt x="4132" y="5868"/>
                  </a:cubicBezTo>
                  <a:cubicBezTo>
                    <a:pt x="4205" y="6153"/>
                    <a:pt x="4275" y="6438"/>
                    <a:pt x="4347" y="6710"/>
                  </a:cubicBezTo>
                  <a:cubicBezTo>
                    <a:pt x="4420" y="6983"/>
                    <a:pt x="4492" y="7250"/>
                    <a:pt x="4565" y="7500"/>
                  </a:cubicBezTo>
                  <a:cubicBezTo>
                    <a:pt x="4639" y="7750"/>
                    <a:pt x="4711" y="7990"/>
                    <a:pt x="4782" y="8213"/>
                  </a:cubicBezTo>
                  <a:cubicBezTo>
                    <a:pt x="4855" y="8435"/>
                    <a:pt x="4927" y="8645"/>
                    <a:pt x="5002" y="8830"/>
                  </a:cubicBezTo>
                  <a:cubicBezTo>
                    <a:pt x="5072" y="9015"/>
                    <a:pt x="5145" y="9185"/>
                    <a:pt x="5216" y="9330"/>
                  </a:cubicBezTo>
                  <a:cubicBezTo>
                    <a:pt x="5291" y="9475"/>
                    <a:pt x="5364" y="9598"/>
                    <a:pt x="5436" y="9698"/>
                  </a:cubicBezTo>
                  <a:cubicBezTo>
                    <a:pt x="5506" y="9798"/>
                    <a:pt x="5580" y="9875"/>
                    <a:pt x="5651" y="9925"/>
                  </a:cubicBezTo>
                  <a:cubicBezTo>
                    <a:pt x="5725" y="9975"/>
                    <a:pt x="5797" y="10000"/>
                    <a:pt x="5871" y="10000"/>
                  </a:cubicBezTo>
                  <a:cubicBezTo>
                    <a:pt x="5943" y="10000"/>
                    <a:pt x="6014" y="9975"/>
                    <a:pt x="6087" y="9925"/>
                  </a:cubicBezTo>
                  <a:cubicBezTo>
                    <a:pt x="6159" y="9875"/>
                    <a:pt x="6232" y="9798"/>
                    <a:pt x="6304" y="9698"/>
                  </a:cubicBezTo>
                  <a:cubicBezTo>
                    <a:pt x="6377" y="9598"/>
                    <a:pt x="6448" y="9475"/>
                    <a:pt x="6523" y="9330"/>
                  </a:cubicBezTo>
                  <a:cubicBezTo>
                    <a:pt x="6593" y="9185"/>
                    <a:pt x="6666" y="9015"/>
                    <a:pt x="6740" y="8830"/>
                  </a:cubicBezTo>
                  <a:cubicBezTo>
                    <a:pt x="6812" y="8645"/>
                    <a:pt x="6884" y="8438"/>
                    <a:pt x="6956" y="8215"/>
                  </a:cubicBezTo>
                  <a:cubicBezTo>
                    <a:pt x="7031" y="7993"/>
                    <a:pt x="7102" y="7750"/>
                    <a:pt x="7173" y="7500"/>
                  </a:cubicBezTo>
                  <a:cubicBezTo>
                    <a:pt x="7248" y="7250"/>
                    <a:pt x="7319" y="6983"/>
                    <a:pt x="7390" y="6710"/>
                  </a:cubicBezTo>
                  <a:cubicBezTo>
                    <a:pt x="7465" y="6438"/>
                    <a:pt x="7537" y="6155"/>
                    <a:pt x="7609" y="5870"/>
                  </a:cubicBezTo>
                  <a:cubicBezTo>
                    <a:pt x="7683" y="5585"/>
                    <a:pt x="7754" y="5290"/>
                    <a:pt x="7826" y="5000"/>
                  </a:cubicBezTo>
                  <a:cubicBezTo>
                    <a:pt x="7899" y="4710"/>
                    <a:pt x="7971" y="4418"/>
                    <a:pt x="8044" y="4133"/>
                  </a:cubicBezTo>
                  <a:cubicBezTo>
                    <a:pt x="8117" y="3848"/>
                    <a:pt x="8189" y="3563"/>
                    <a:pt x="8261" y="3290"/>
                  </a:cubicBezTo>
                  <a:cubicBezTo>
                    <a:pt x="8332" y="3018"/>
                    <a:pt x="8406" y="2750"/>
                    <a:pt x="8480" y="2500"/>
                  </a:cubicBezTo>
                  <a:cubicBezTo>
                    <a:pt x="8551" y="2250"/>
                    <a:pt x="8623" y="2010"/>
                    <a:pt x="8695" y="1788"/>
                  </a:cubicBezTo>
                  <a:cubicBezTo>
                    <a:pt x="8770" y="1565"/>
                    <a:pt x="8841" y="1355"/>
                    <a:pt x="8913" y="1170"/>
                  </a:cubicBezTo>
                  <a:cubicBezTo>
                    <a:pt x="8985" y="985"/>
                    <a:pt x="9056" y="815"/>
                    <a:pt x="9130" y="670"/>
                  </a:cubicBezTo>
                  <a:cubicBezTo>
                    <a:pt x="9204" y="525"/>
                    <a:pt x="9277" y="403"/>
                    <a:pt x="9348" y="303"/>
                  </a:cubicBezTo>
                  <a:cubicBezTo>
                    <a:pt x="9422" y="203"/>
                    <a:pt x="9491" y="125"/>
                    <a:pt x="9565" y="75"/>
                  </a:cubicBezTo>
                  <a:cubicBezTo>
                    <a:pt x="9639" y="25"/>
                    <a:pt x="9710" y="0"/>
                    <a:pt x="9782" y="0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sz="1350"/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2019D01-8983-7FC8-A2E7-09FF884ACCE8}"/>
                </a:ext>
              </a:extLst>
            </p:cNvPr>
            <p:cNvGrpSpPr/>
            <p:nvPr/>
          </p:nvGrpSpPr>
          <p:grpSpPr>
            <a:xfrm>
              <a:off x="6228476" y="3080429"/>
              <a:ext cx="2434511" cy="829586"/>
              <a:chOff x="6312534" y="1941662"/>
              <a:chExt cx="3746470" cy="3030915"/>
            </a:xfrm>
          </p:grpSpPr>
          <p:sp>
            <p:nvSpPr>
              <p:cNvPr id="5135" name="Line 4">
                <a:extLst>
                  <a:ext uri="{FF2B5EF4-FFF2-40B4-BE49-F238E27FC236}">
                    <a16:creationId xmlns:a16="http://schemas.microsoft.com/office/drawing/2014/main" id="{E9B88472-8003-3BCA-AC79-113B2A42CCAE}"/>
                  </a:ext>
                </a:extLst>
              </p:cNvPr>
              <p:cNvSpPr/>
              <p:nvPr/>
            </p:nvSpPr>
            <p:spPr>
              <a:xfrm>
                <a:off x="6312534" y="3558035"/>
                <a:ext cx="3746470" cy="0"/>
              </a:xfrm>
              <a:prstGeom prst="line">
                <a:avLst/>
              </a:prstGeom>
              <a:ln w="28575" cap="flat" cmpd="sng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36" name="Line 5">
                <a:extLst>
                  <a:ext uri="{FF2B5EF4-FFF2-40B4-BE49-F238E27FC236}">
                    <a16:creationId xmlns:a16="http://schemas.microsoft.com/office/drawing/2014/main" id="{5BE04D03-B8EE-A6C2-407C-C52B9B096D99}"/>
                  </a:ext>
                </a:extLst>
              </p:cNvPr>
              <p:cNvSpPr/>
              <p:nvPr/>
            </p:nvSpPr>
            <p:spPr>
              <a:xfrm flipH="1" flipV="1">
                <a:off x="6312534" y="1941662"/>
                <a:ext cx="0" cy="3030915"/>
              </a:xfrm>
              <a:prstGeom prst="line">
                <a:avLst/>
              </a:prstGeom>
              <a:ln w="28575" cap="flat" cmpd="sng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  <p:txBody>
              <a:bodyPr/>
              <a:lstStyle/>
              <a:p>
                <a:endParaRPr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28745977-AFAC-7614-552D-A9A4FCBAE61B}"/>
                    </a:ext>
                  </a:extLst>
                </p:cNvPr>
                <p:cNvSpPr txBox="1"/>
                <p:nvPr/>
              </p:nvSpPr>
              <p:spPr>
                <a:xfrm>
                  <a:off x="8250886" y="3248141"/>
                  <a:ext cx="24365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oMath>
                    </m:oMathPara>
                  </a14:m>
                  <a:endParaRPr lang="zh-CN" altLang="en-US" sz="2000" b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886" y="3248141"/>
                  <a:ext cx="243656" cy="30777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l="-25000" r="-22500"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50E70D1-7699-1EC6-87A7-05421A3D25D3}"/>
                    </a:ext>
                  </a:extLst>
                </p:cNvPr>
                <p:cNvSpPr txBox="1"/>
                <p:nvPr/>
              </p:nvSpPr>
              <p:spPr>
                <a:xfrm>
                  <a:off x="5957436" y="2965763"/>
                  <a:ext cx="205184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zh-CN" altLang="en-US" sz="2000" b="1" i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16" name="文本框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436" y="2965763"/>
                  <a:ext cx="205184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l="-18182" r="-2121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157E9F0C-255B-2833-C615-532CEFE2E42C}"/>
                </a:ext>
              </a:extLst>
            </p:cNvPr>
            <p:cNvCxnSpPr/>
            <p:nvPr/>
          </p:nvCxnSpPr>
          <p:spPr>
            <a:xfrm flipH="1">
              <a:off x="6629400" y="2309714"/>
              <a:ext cx="0" cy="3329086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9D6CEE48-02D1-CA6B-A519-C37E011C6245}"/>
                </a:ext>
              </a:extLst>
            </p:cNvPr>
            <p:cNvSpPr/>
            <p:nvPr/>
          </p:nvSpPr>
          <p:spPr>
            <a:xfrm>
              <a:off x="6228473" y="2309714"/>
              <a:ext cx="2022413" cy="629556"/>
            </a:xfrm>
            <a:custGeom>
              <a:avLst/>
              <a:gdLst>
                <a:gd name="connsiteX0" fmla="*/ 0 w 9970"/>
                <a:gd name="connsiteY0" fmla="*/ 5000 h 10000"/>
                <a:gd name="connsiteX1" fmla="*/ 185 w 9970"/>
                <a:gd name="connsiteY1" fmla="*/ 4133 h 10000"/>
                <a:gd name="connsiteX2" fmla="*/ 369 w 9970"/>
                <a:gd name="connsiteY2" fmla="*/ 3290 h 10000"/>
                <a:gd name="connsiteX3" fmla="*/ 554 w 9970"/>
                <a:gd name="connsiteY3" fmla="*/ 2500 h 10000"/>
                <a:gd name="connsiteX4" fmla="*/ 738 w 9970"/>
                <a:gd name="connsiteY4" fmla="*/ 1785 h 10000"/>
                <a:gd name="connsiteX5" fmla="*/ 923 w 9970"/>
                <a:gd name="connsiteY5" fmla="*/ 1170 h 10000"/>
                <a:gd name="connsiteX6" fmla="*/ 1108 w 9970"/>
                <a:gd name="connsiteY6" fmla="*/ 670 h 10000"/>
                <a:gd name="connsiteX7" fmla="*/ 1292 w 9970"/>
                <a:gd name="connsiteY7" fmla="*/ 303 h 10000"/>
                <a:gd name="connsiteX8" fmla="*/ 1477 w 9970"/>
                <a:gd name="connsiteY8" fmla="*/ 75 h 10000"/>
                <a:gd name="connsiteX9" fmla="*/ 1662 w 9970"/>
                <a:gd name="connsiteY9" fmla="*/ 0 h 10000"/>
                <a:gd name="connsiteX10" fmla="*/ 1846 w 9970"/>
                <a:gd name="connsiteY10" fmla="*/ 75 h 10000"/>
                <a:gd name="connsiteX11" fmla="*/ 2031 w 9970"/>
                <a:gd name="connsiteY11" fmla="*/ 303 h 10000"/>
                <a:gd name="connsiteX12" fmla="*/ 2215 w 9970"/>
                <a:gd name="connsiteY12" fmla="*/ 670 h 10000"/>
                <a:gd name="connsiteX13" fmla="*/ 2400 w 9970"/>
                <a:gd name="connsiteY13" fmla="*/ 1170 h 10000"/>
                <a:gd name="connsiteX14" fmla="*/ 2585 w 9970"/>
                <a:gd name="connsiteY14" fmla="*/ 1785 h 10000"/>
                <a:gd name="connsiteX15" fmla="*/ 2769 w 9970"/>
                <a:gd name="connsiteY15" fmla="*/ 2500 h 10000"/>
                <a:gd name="connsiteX16" fmla="*/ 2954 w 9970"/>
                <a:gd name="connsiteY16" fmla="*/ 3290 h 10000"/>
                <a:gd name="connsiteX17" fmla="*/ 3139 w 9970"/>
                <a:gd name="connsiteY17" fmla="*/ 4133 h 10000"/>
                <a:gd name="connsiteX18" fmla="*/ 3323 w 9970"/>
                <a:gd name="connsiteY18" fmla="*/ 5000 h 10000"/>
                <a:gd name="connsiteX19" fmla="*/ 3508 w 9970"/>
                <a:gd name="connsiteY19" fmla="*/ 5868 h 10000"/>
                <a:gd name="connsiteX20" fmla="*/ 3692 w 9970"/>
                <a:gd name="connsiteY20" fmla="*/ 6710 h 10000"/>
                <a:gd name="connsiteX21" fmla="*/ 3877 w 9970"/>
                <a:gd name="connsiteY21" fmla="*/ 7500 h 10000"/>
                <a:gd name="connsiteX22" fmla="*/ 4062 w 9970"/>
                <a:gd name="connsiteY22" fmla="*/ 8213 h 10000"/>
                <a:gd name="connsiteX23" fmla="*/ 4246 w 9970"/>
                <a:gd name="connsiteY23" fmla="*/ 8830 h 10000"/>
                <a:gd name="connsiteX24" fmla="*/ 4431 w 9970"/>
                <a:gd name="connsiteY24" fmla="*/ 9330 h 10000"/>
                <a:gd name="connsiteX25" fmla="*/ 4616 w 9970"/>
                <a:gd name="connsiteY25" fmla="*/ 9698 h 10000"/>
                <a:gd name="connsiteX26" fmla="*/ 4800 w 9970"/>
                <a:gd name="connsiteY26" fmla="*/ 9925 h 10000"/>
                <a:gd name="connsiteX27" fmla="*/ 4985 w 9970"/>
                <a:gd name="connsiteY27" fmla="*/ 10000 h 10000"/>
                <a:gd name="connsiteX28" fmla="*/ 5169 w 9970"/>
                <a:gd name="connsiteY28" fmla="*/ 9925 h 10000"/>
                <a:gd name="connsiteX29" fmla="*/ 5354 w 9970"/>
                <a:gd name="connsiteY29" fmla="*/ 9698 h 10000"/>
                <a:gd name="connsiteX30" fmla="*/ 5539 w 9970"/>
                <a:gd name="connsiteY30" fmla="*/ 9330 h 10000"/>
                <a:gd name="connsiteX31" fmla="*/ 5723 w 9970"/>
                <a:gd name="connsiteY31" fmla="*/ 8830 h 10000"/>
                <a:gd name="connsiteX32" fmla="*/ 5908 w 9970"/>
                <a:gd name="connsiteY32" fmla="*/ 8215 h 10000"/>
                <a:gd name="connsiteX33" fmla="*/ 6092 w 9970"/>
                <a:gd name="connsiteY33" fmla="*/ 7500 h 10000"/>
                <a:gd name="connsiteX34" fmla="*/ 6277 w 9970"/>
                <a:gd name="connsiteY34" fmla="*/ 6710 h 10000"/>
                <a:gd name="connsiteX35" fmla="*/ 6462 w 9970"/>
                <a:gd name="connsiteY35" fmla="*/ 5870 h 10000"/>
                <a:gd name="connsiteX36" fmla="*/ 6646 w 9970"/>
                <a:gd name="connsiteY36" fmla="*/ 5000 h 10000"/>
                <a:gd name="connsiteX37" fmla="*/ 6831 w 9970"/>
                <a:gd name="connsiteY37" fmla="*/ 4133 h 10000"/>
                <a:gd name="connsiteX38" fmla="*/ 7016 w 9970"/>
                <a:gd name="connsiteY38" fmla="*/ 3290 h 10000"/>
                <a:gd name="connsiteX39" fmla="*/ 7200 w 9970"/>
                <a:gd name="connsiteY39" fmla="*/ 2500 h 10000"/>
                <a:gd name="connsiteX40" fmla="*/ 7385 w 9970"/>
                <a:gd name="connsiteY40" fmla="*/ 1788 h 10000"/>
                <a:gd name="connsiteX41" fmla="*/ 7569 w 9970"/>
                <a:gd name="connsiteY41" fmla="*/ 1170 h 10000"/>
                <a:gd name="connsiteX42" fmla="*/ 7754 w 9970"/>
                <a:gd name="connsiteY42" fmla="*/ 670 h 10000"/>
                <a:gd name="connsiteX43" fmla="*/ 7939 w 9970"/>
                <a:gd name="connsiteY43" fmla="*/ 303 h 10000"/>
                <a:gd name="connsiteX44" fmla="*/ 8123 w 9970"/>
                <a:gd name="connsiteY44" fmla="*/ 75 h 10000"/>
                <a:gd name="connsiteX45" fmla="*/ 8308 w 9970"/>
                <a:gd name="connsiteY45" fmla="*/ 0 h 10000"/>
                <a:gd name="connsiteX46" fmla="*/ 8493 w 9970"/>
                <a:gd name="connsiteY46" fmla="*/ 75 h 10000"/>
                <a:gd name="connsiteX47" fmla="*/ 8677 w 9970"/>
                <a:gd name="connsiteY47" fmla="*/ 300 h 10000"/>
                <a:gd name="connsiteX48" fmla="*/ 8862 w 9970"/>
                <a:gd name="connsiteY48" fmla="*/ 670 h 10000"/>
                <a:gd name="connsiteX49" fmla="*/ 9046 w 9970"/>
                <a:gd name="connsiteY49" fmla="*/ 1170 h 10000"/>
                <a:gd name="connsiteX50" fmla="*/ 9231 w 9970"/>
                <a:gd name="connsiteY50" fmla="*/ 1785 h 10000"/>
                <a:gd name="connsiteX51" fmla="*/ 9416 w 9970"/>
                <a:gd name="connsiteY51" fmla="*/ 2500 h 10000"/>
                <a:gd name="connsiteX52" fmla="*/ 9600 w 9970"/>
                <a:gd name="connsiteY52" fmla="*/ 3288 h 10000"/>
                <a:gd name="connsiteX53" fmla="*/ 9785 w 9970"/>
                <a:gd name="connsiteY53" fmla="*/ 4130 h 10000"/>
                <a:gd name="connsiteX54" fmla="*/ 9970 w 9970"/>
                <a:gd name="connsiteY54" fmla="*/ 4998 h 10000"/>
                <a:gd name="connsiteX0-1" fmla="*/ 0 w 9814"/>
                <a:gd name="connsiteY0-2" fmla="*/ 5000 h 10000"/>
                <a:gd name="connsiteX1-3" fmla="*/ 186 w 9814"/>
                <a:gd name="connsiteY1-4" fmla="*/ 4133 h 10000"/>
                <a:gd name="connsiteX2-5" fmla="*/ 370 w 9814"/>
                <a:gd name="connsiteY2-6" fmla="*/ 3290 h 10000"/>
                <a:gd name="connsiteX3-7" fmla="*/ 556 w 9814"/>
                <a:gd name="connsiteY3-8" fmla="*/ 2500 h 10000"/>
                <a:gd name="connsiteX4-9" fmla="*/ 740 w 9814"/>
                <a:gd name="connsiteY4-10" fmla="*/ 1785 h 10000"/>
                <a:gd name="connsiteX5-11" fmla="*/ 926 w 9814"/>
                <a:gd name="connsiteY5-12" fmla="*/ 1170 h 10000"/>
                <a:gd name="connsiteX6-13" fmla="*/ 1111 w 9814"/>
                <a:gd name="connsiteY6-14" fmla="*/ 670 h 10000"/>
                <a:gd name="connsiteX7-15" fmla="*/ 1296 w 9814"/>
                <a:gd name="connsiteY7-16" fmla="*/ 303 h 10000"/>
                <a:gd name="connsiteX8-17" fmla="*/ 1481 w 9814"/>
                <a:gd name="connsiteY8-18" fmla="*/ 75 h 10000"/>
                <a:gd name="connsiteX9-19" fmla="*/ 1667 w 9814"/>
                <a:gd name="connsiteY9-20" fmla="*/ 0 h 10000"/>
                <a:gd name="connsiteX10-21" fmla="*/ 1852 w 9814"/>
                <a:gd name="connsiteY10-22" fmla="*/ 75 h 10000"/>
                <a:gd name="connsiteX11-23" fmla="*/ 2037 w 9814"/>
                <a:gd name="connsiteY11-24" fmla="*/ 303 h 10000"/>
                <a:gd name="connsiteX12-25" fmla="*/ 2222 w 9814"/>
                <a:gd name="connsiteY12-26" fmla="*/ 670 h 10000"/>
                <a:gd name="connsiteX13-27" fmla="*/ 2407 w 9814"/>
                <a:gd name="connsiteY13-28" fmla="*/ 1170 h 10000"/>
                <a:gd name="connsiteX14-29" fmla="*/ 2593 w 9814"/>
                <a:gd name="connsiteY14-30" fmla="*/ 1785 h 10000"/>
                <a:gd name="connsiteX15-31" fmla="*/ 2777 w 9814"/>
                <a:gd name="connsiteY15-32" fmla="*/ 2500 h 10000"/>
                <a:gd name="connsiteX16-33" fmla="*/ 2963 w 9814"/>
                <a:gd name="connsiteY16-34" fmla="*/ 3290 h 10000"/>
                <a:gd name="connsiteX17-35" fmla="*/ 3148 w 9814"/>
                <a:gd name="connsiteY17-36" fmla="*/ 4133 h 10000"/>
                <a:gd name="connsiteX18-37" fmla="*/ 3333 w 9814"/>
                <a:gd name="connsiteY18-38" fmla="*/ 5000 h 10000"/>
                <a:gd name="connsiteX19-39" fmla="*/ 3519 w 9814"/>
                <a:gd name="connsiteY19-40" fmla="*/ 5868 h 10000"/>
                <a:gd name="connsiteX20-41" fmla="*/ 3703 w 9814"/>
                <a:gd name="connsiteY20-42" fmla="*/ 6710 h 10000"/>
                <a:gd name="connsiteX21-43" fmla="*/ 3889 w 9814"/>
                <a:gd name="connsiteY21-44" fmla="*/ 7500 h 10000"/>
                <a:gd name="connsiteX22-45" fmla="*/ 4074 w 9814"/>
                <a:gd name="connsiteY22-46" fmla="*/ 8213 h 10000"/>
                <a:gd name="connsiteX23-47" fmla="*/ 4259 w 9814"/>
                <a:gd name="connsiteY23-48" fmla="*/ 8830 h 10000"/>
                <a:gd name="connsiteX24-49" fmla="*/ 4444 w 9814"/>
                <a:gd name="connsiteY24-50" fmla="*/ 9330 h 10000"/>
                <a:gd name="connsiteX25-51" fmla="*/ 4630 w 9814"/>
                <a:gd name="connsiteY25-52" fmla="*/ 9698 h 10000"/>
                <a:gd name="connsiteX26-53" fmla="*/ 4814 w 9814"/>
                <a:gd name="connsiteY26-54" fmla="*/ 9925 h 10000"/>
                <a:gd name="connsiteX27-55" fmla="*/ 5000 w 9814"/>
                <a:gd name="connsiteY27-56" fmla="*/ 10000 h 10000"/>
                <a:gd name="connsiteX28-57" fmla="*/ 5185 w 9814"/>
                <a:gd name="connsiteY28-58" fmla="*/ 9925 h 10000"/>
                <a:gd name="connsiteX29-59" fmla="*/ 5370 w 9814"/>
                <a:gd name="connsiteY29-60" fmla="*/ 9698 h 10000"/>
                <a:gd name="connsiteX30-61" fmla="*/ 5556 w 9814"/>
                <a:gd name="connsiteY30-62" fmla="*/ 9330 h 10000"/>
                <a:gd name="connsiteX31-63" fmla="*/ 5740 w 9814"/>
                <a:gd name="connsiteY31-64" fmla="*/ 8830 h 10000"/>
                <a:gd name="connsiteX32-65" fmla="*/ 5926 w 9814"/>
                <a:gd name="connsiteY32-66" fmla="*/ 8215 h 10000"/>
                <a:gd name="connsiteX33-67" fmla="*/ 6110 w 9814"/>
                <a:gd name="connsiteY33-68" fmla="*/ 7500 h 10000"/>
                <a:gd name="connsiteX34-69" fmla="*/ 6296 w 9814"/>
                <a:gd name="connsiteY34-70" fmla="*/ 6710 h 10000"/>
                <a:gd name="connsiteX35-71" fmla="*/ 6481 w 9814"/>
                <a:gd name="connsiteY35-72" fmla="*/ 5870 h 10000"/>
                <a:gd name="connsiteX36-73" fmla="*/ 6666 w 9814"/>
                <a:gd name="connsiteY36-74" fmla="*/ 5000 h 10000"/>
                <a:gd name="connsiteX37-75" fmla="*/ 6852 w 9814"/>
                <a:gd name="connsiteY37-76" fmla="*/ 4133 h 10000"/>
                <a:gd name="connsiteX38-77" fmla="*/ 7037 w 9814"/>
                <a:gd name="connsiteY38-78" fmla="*/ 3290 h 10000"/>
                <a:gd name="connsiteX39-79" fmla="*/ 7222 w 9814"/>
                <a:gd name="connsiteY39-80" fmla="*/ 2500 h 10000"/>
                <a:gd name="connsiteX40-81" fmla="*/ 7407 w 9814"/>
                <a:gd name="connsiteY40-82" fmla="*/ 1788 h 10000"/>
                <a:gd name="connsiteX41-83" fmla="*/ 7592 w 9814"/>
                <a:gd name="connsiteY41-84" fmla="*/ 1170 h 10000"/>
                <a:gd name="connsiteX42-85" fmla="*/ 7777 w 9814"/>
                <a:gd name="connsiteY42-86" fmla="*/ 670 h 10000"/>
                <a:gd name="connsiteX43-87" fmla="*/ 7963 w 9814"/>
                <a:gd name="connsiteY43-88" fmla="*/ 303 h 10000"/>
                <a:gd name="connsiteX44-89" fmla="*/ 8147 w 9814"/>
                <a:gd name="connsiteY44-90" fmla="*/ 75 h 10000"/>
                <a:gd name="connsiteX45-91" fmla="*/ 8333 w 9814"/>
                <a:gd name="connsiteY45-92" fmla="*/ 0 h 10000"/>
                <a:gd name="connsiteX46-93" fmla="*/ 8519 w 9814"/>
                <a:gd name="connsiteY46-94" fmla="*/ 75 h 10000"/>
                <a:gd name="connsiteX47-95" fmla="*/ 8703 w 9814"/>
                <a:gd name="connsiteY47-96" fmla="*/ 300 h 10000"/>
                <a:gd name="connsiteX48-97" fmla="*/ 8889 w 9814"/>
                <a:gd name="connsiteY48-98" fmla="*/ 670 h 10000"/>
                <a:gd name="connsiteX49-99" fmla="*/ 9073 w 9814"/>
                <a:gd name="connsiteY49-100" fmla="*/ 1170 h 10000"/>
                <a:gd name="connsiteX50-101" fmla="*/ 9259 w 9814"/>
                <a:gd name="connsiteY50-102" fmla="*/ 1785 h 10000"/>
                <a:gd name="connsiteX51-103" fmla="*/ 9444 w 9814"/>
                <a:gd name="connsiteY51-104" fmla="*/ 2500 h 10000"/>
                <a:gd name="connsiteX52-105" fmla="*/ 9629 w 9814"/>
                <a:gd name="connsiteY52-106" fmla="*/ 3288 h 10000"/>
                <a:gd name="connsiteX53-107" fmla="*/ 9814 w 9814"/>
                <a:gd name="connsiteY53-108" fmla="*/ 4130 h 10000"/>
                <a:gd name="connsiteX0-109" fmla="*/ 0 w 9811"/>
                <a:gd name="connsiteY0-110" fmla="*/ 5000 h 10000"/>
                <a:gd name="connsiteX1-111" fmla="*/ 190 w 9811"/>
                <a:gd name="connsiteY1-112" fmla="*/ 4133 h 10000"/>
                <a:gd name="connsiteX2-113" fmla="*/ 377 w 9811"/>
                <a:gd name="connsiteY2-114" fmla="*/ 3290 h 10000"/>
                <a:gd name="connsiteX3-115" fmla="*/ 567 w 9811"/>
                <a:gd name="connsiteY3-116" fmla="*/ 2500 h 10000"/>
                <a:gd name="connsiteX4-117" fmla="*/ 754 w 9811"/>
                <a:gd name="connsiteY4-118" fmla="*/ 1785 h 10000"/>
                <a:gd name="connsiteX5-119" fmla="*/ 944 w 9811"/>
                <a:gd name="connsiteY5-120" fmla="*/ 1170 h 10000"/>
                <a:gd name="connsiteX6-121" fmla="*/ 1132 w 9811"/>
                <a:gd name="connsiteY6-122" fmla="*/ 670 h 10000"/>
                <a:gd name="connsiteX7-123" fmla="*/ 1321 w 9811"/>
                <a:gd name="connsiteY7-124" fmla="*/ 303 h 10000"/>
                <a:gd name="connsiteX8-125" fmla="*/ 1509 w 9811"/>
                <a:gd name="connsiteY8-126" fmla="*/ 75 h 10000"/>
                <a:gd name="connsiteX9-127" fmla="*/ 1699 w 9811"/>
                <a:gd name="connsiteY9-128" fmla="*/ 0 h 10000"/>
                <a:gd name="connsiteX10-129" fmla="*/ 1887 w 9811"/>
                <a:gd name="connsiteY10-130" fmla="*/ 75 h 10000"/>
                <a:gd name="connsiteX11-131" fmla="*/ 2076 w 9811"/>
                <a:gd name="connsiteY11-132" fmla="*/ 303 h 10000"/>
                <a:gd name="connsiteX12-133" fmla="*/ 2264 w 9811"/>
                <a:gd name="connsiteY12-134" fmla="*/ 670 h 10000"/>
                <a:gd name="connsiteX13-135" fmla="*/ 2453 w 9811"/>
                <a:gd name="connsiteY13-136" fmla="*/ 1170 h 10000"/>
                <a:gd name="connsiteX14-137" fmla="*/ 2642 w 9811"/>
                <a:gd name="connsiteY14-138" fmla="*/ 1785 h 10000"/>
                <a:gd name="connsiteX15-139" fmla="*/ 2830 w 9811"/>
                <a:gd name="connsiteY15-140" fmla="*/ 2500 h 10000"/>
                <a:gd name="connsiteX16-141" fmla="*/ 3019 w 9811"/>
                <a:gd name="connsiteY16-142" fmla="*/ 3290 h 10000"/>
                <a:gd name="connsiteX17-143" fmla="*/ 3208 w 9811"/>
                <a:gd name="connsiteY17-144" fmla="*/ 4133 h 10000"/>
                <a:gd name="connsiteX18-145" fmla="*/ 3396 w 9811"/>
                <a:gd name="connsiteY18-146" fmla="*/ 5000 h 10000"/>
                <a:gd name="connsiteX19-147" fmla="*/ 3586 w 9811"/>
                <a:gd name="connsiteY19-148" fmla="*/ 5868 h 10000"/>
                <a:gd name="connsiteX20-149" fmla="*/ 3773 w 9811"/>
                <a:gd name="connsiteY20-150" fmla="*/ 6710 h 10000"/>
                <a:gd name="connsiteX21-151" fmla="*/ 3963 w 9811"/>
                <a:gd name="connsiteY21-152" fmla="*/ 7500 h 10000"/>
                <a:gd name="connsiteX22-153" fmla="*/ 4151 w 9811"/>
                <a:gd name="connsiteY22-154" fmla="*/ 8213 h 10000"/>
                <a:gd name="connsiteX23-155" fmla="*/ 4340 w 9811"/>
                <a:gd name="connsiteY23-156" fmla="*/ 8830 h 10000"/>
                <a:gd name="connsiteX24-157" fmla="*/ 4528 w 9811"/>
                <a:gd name="connsiteY24-158" fmla="*/ 9330 h 10000"/>
                <a:gd name="connsiteX25-159" fmla="*/ 4718 w 9811"/>
                <a:gd name="connsiteY25-160" fmla="*/ 9698 h 10000"/>
                <a:gd name="connsiteX26-161" fmla="*/ 4905 w 9811"/>
                <a:gd name="connsiteY26-162" fmla="*/ 9925 h 10000"/>
                <a:gd name="connsiteX27-163" fmla="*/ 5095 w 9811"/>
                <a:gd name="connsiteY27-164" fmla="*/ 10000 h 10000"/>
                <a:gd name="connsiteX28-165" fmla="*/ 5283 w 9811"/>
                <a:gd name="connsiteY28-166" fmla="*/ 9925 h 10000"/>
                <a:gd name="connsiteX29-167" fmla="*/ 5472 w 9811"/>
                <a:gd name="connsiteY29-168" fmla="*/ 9698 h 10000"/>
                <a:gd name="connsiteX30-169" fmla="*/ 5661 w 9811"/>
                <a:gd name="connsiteY30-170" fmla="*/ 9330 h 10000"/>
                <a:gd name="connsiteX31-171" fmla="*/ 5849 w 9811"/>
                <a:gd name="connsiteY31-172" fmla="*/ 8830 h 10000"/>
                <a:gd name="connsiteX32-173" fmla="*/ 6038 w 9811"/>
                <a:gd name="connsiteY32-174" fmla="*/ 8215 h 10000"/>
                <a:gd name="connsiteX33-175" fmla="*/ 6226 w 9811"/>
                <a:gd name="connsiteY33-176" fmla="*/ 7500 h 10000"/>
                <a:gd name="connsiteX34-177" fmla="*/ 6415 w 9811"/>
                <a:gd name="connsiteY34-178" fmla="*/ 6710 h 10000"/>
                <a:gd name="connsiteX35-179" fmla="*/ 6604 w 9811"/>
                <a:gd name="connsiteY35-180" fmla="*/ 5870 h 10000"/>
                <a:gd name="connsiteX36-181" fmla="*/ 6792 w 9811"/>
                <a:gd name="connsiteY36-182" fmla="*/ 5000 h 10000"/>
                <a:gd name="connsiteX37-183" fmla="*/ 6982 w 9811"/>
                <a:gd name="connsiteY37-184" fmla="*/ 4133 h 10000"/>
                <a:gd name="connsiteX38-185" fmla="*/ 7170 w 9811"/>
                <a:gd name="connsiteY38-186" fmla="*/ 3290 h 10000"/>
                <a:gd name="connsiteX39-187" fmla="*/ 7359 w 9811"/>
                <a:gd name="connsiteY39-188" fmla="*/ 2500 h 10000"/>
                <a:gd name="connsiteX40-189" fmla="*/ 7547 w 9811"/>
                <a:gd name="connsiteY40-190" fmla="*/ 1788 h 10000"/>
                <a:gd name="connsiteX41-191" fmla="*/ 7736 w 9811"/>
                <a:gd name="connsiteY41-192" fmla="*/ 1170 h 10000"/>
                <a:gd name="connsiteX42-193" fmla="*/ 7924 w 9811"/>
                <a:gd name="connsiteY42-194" fmla="*/ 670 h 10000"/>
                <a:gd name="connsiteX43-195" fmla="*/ 8114 w 9811"/>
                <a:gd name="connsiteY43-196" fmla="*/ 303 h 10000"/>
                <a:gd name="connsiteX44-197" fmla="*/ 8301 w 9811"/>
                <a:gd name="connsiteY44-198" fmla="*/ 75 h 10000"/>
                <a:gd name="connsiteX45-199" fmla="*/ 8491 w 9811"/>
                <a:gd name="connsiteY45-200" fmla="*/ 0 h 10000"/>
                <a:gd name="connsiteX46-201" fmla="*/ 8680 w 9811"/>
                <a:gd name="connsiteY46-202" fmla="*/ 75 h 10000"/>
                <a:gd name="connsiteX47-203" fmla="*/ 8868 w 9811"/>
                <a:gd name="connsiteY47-204" fmla="*/ 300 h 10000"/>
                <a:gd name="connsiteX48-205" fmla="*/ 9057 w 9811"/>
                <a:gd name="connsiteY48-206" fmla="*/ 670 h 10000"/>
                <a:gd name="connsiteX49-207" fmla="*/ 9245 w 9811"/>
                <a:gd name="connsiteY49-208" fmla="*/ 1170 h 10000"/>
                <a:gd name="connsiteX50-209" fmla="*/ 9434 w 9811"/>
                <a:gd name="connsiteY50-210" fmla="*/ 1785 h 10000"/>
                <a:gd name="connsiteX51-211" fmla="*/ 9623 w 9811"/>
                <a:gd name="connsiteY51-212" fmla="*/ 2500 h 10000"/>
                <a:gd name="connsiteX52-213" fmla="*/ 9811 w 9811"/>
                <a:gd name="connsiteY52-214" fmla="*/ 3288 h 10000"/>
                <a:gd name="connsiteX0-215" fmla="*/ 0 w 9808"/>
                <a:gd name="connsiteY0-216" fmla="*/ 5000 h 10000"/>
                <a:gd name="connsiteX1-217" fmla="*/ 194 w 9808"/>
                <a:gd name="connsiteY1-218" fmla="*/ 4133 h 10000"/>
                <a:gd name="connsiteX2-219" fmla="*/ 384 w 9808"/>
                <a:gd name="connsiteY2-220" fmla="*/ 3290 h 10000"/>
                <a:gd name="connsiteX3-221" fmla="*/ 578 w 9808"/>
                <a:gd name="connsiteY3-222" fmla="*/ 2500 h 10000"/>
                <a:gd name="connsiteX4-223" fmla="*/ 769 w 9808"/>
                <a:gd name="connsiteY4-224" fmla="*/ 1785 h 10000"/>
                <a:gd name="connsiteX5-225" fmla="*/ 962 w 9808"/>
                <a:gd name="connsiteY5-226" fmla="*/ 1170 h 10000"/>
                <a:gd name="connsiteX6-227" fmla="*/ 1154 w 9808"/>
                <a:gd name="connsiteY6-228" fmla="*/ 670 h 10000"/>
                <a:gd name="connsiteX7-229" fmla="*/ 1346 w 9808"/>
                <a:gd name="connsiteY7-230" fmla="*/ 303 h 10000"/>
                <a:gd name="connsiteX8-231" fmla="*/ 1538 w 9808"/>
                <a:gd name="connsiteY8-232" fmla="*/ 75 h 10000"/>
                <a:gd name="connsiteX9-233" fmla="*/ 1732 w 9808"/>
                <a:gd name="connsiteY9-234" fmla="*/ 0 h 10000"/>
                <a:gd name="connsiteX10-235" fmla="*/ 1923 w 9808"/>
                <a:gd name="connsiteY10-236" fmla="*/ 75 h 10000"/>
                <a:gd name="connsiteX11-237" fmla="*/ 2116 w 9808"/>
                <a:gd name="connsiteY11-238" fmla="*/ 303 h 10000"/>
                <a:gd name="connsiteX12-239" fmla="*/ 2308 w 9808"/>
                <a:gd name="connsiteY12-240" fmla="*/ 670 h 10000"/>
                <a:gd name="connsiteX13-241" fmla="*/ 2500 w 9808"/>
                <a:gd name="connsiteY13-242" fmla="*/ 1170 h 10000"/>
                <a:gd name="connsiteX14-243" fmla="*/ 2693 w 9808"/>
                <a:gd name="connsiteY14-244" fmla="*/ 1785 h 10000"/>
                <a:gd name="connsiteX15-245" fmla="*/ 2885 w 9808"/>
                <a:gd name="connsiteY15-246" fmla="*/ 2500 h 10000"/>
                <a:gd name="connsiteX16-247" fmla="*/ 3077 w 9808"/>
                <a:gd name="connsiteY16-248" fmla="*/ 3290 h 10000"/>
                <a:gd name="connsiteX17-249" fmla="*/ 3270 w 9808"/>
                <a:gd name="connsiteY17-250" fmla="*/ 4133 h 10000"/>
                <a:gd name="connsiteX18-251" fmla="*/ 3461 w 9808"/>
                <a:gd name="connsiteY18-252" fmla="*/ 5000 h 10000"/>
                <a:gd name="connsiteX19-253" fmla="*/ 3655 w 9808"/>
                <a:gd name="connsiteY19-254" fmla="*/ 5868 h 10000"/>
                <a:gd name="connsiteX20-255" fmla="*/ 3846 w 9808"/>
                <a:gd name="connsiteY20-256" fmla="*/ 6710 h 10000"/>
                <a:gd name="connsiteX21-257" fmla="*/ 4039 w 9808"/>
                <a:gd name="connsiteY21-258" fmla="*/ 7500 h 10000"/>
                <a:gd name="connsiteX22-259" fmla="*/ 4231 w 9808"/>
                <a:gd name="connsiteY22-260" fmla="*/ 8213 h 10000"/>
                <a:gd name="connsiteX23-261" fmla="*/ 4424 w 9808"/>
                <a:gd name="connsiteY23-262" fmla="*/ 8830 h 10000"/>
                <a:gd name="connsiteX24-263" fmla="*/ 4615 w 9808"/>
                <a:gd name="connsiteY24-264" fmla="*/ 9330 h 10000"/>
                <a:gd name="connsiteX25-265" fmla="*/ 4809 w 9808"/>
                <a:gd name="connsiteY25-266" fmla="*/ 9698 h 10000"/>
                <a:gd name="connsiteX26-267" fmla="*/ 4999 w 9808"/>
                <a:gd name="connsiteY26-268" fmla="*/ 9925 h 10000"/>
                <a:gd name="connsiteX27-269" fmla="*/ 5193 w 9808"/>
                <a:gd name="connsiteY27-270" fmla="*/ 10000 h 10000"/>
                <a:gd name="connsiteX28-271" fmla="*/ 5385 w 9808"/>
                <a:gd name="connsiteY28-272" fmla="*/ 9925 h 10000"/>
                <a:gd name="connsiteX29-273" fmla="*/ 5577 w 9808"/>
                <a:gd name="connsiteY29-274" fmla="*/ 9698 h 10000"/>
                <a:gd name="connsiteX30-275" fmla="*/ 5770 w 9808"/>
                <a:gd name="connsiteY30-276" fmla="*/ 9330 h 10000"/>
                <a:gd name="connsiteX31-277" fmla="*/ 5962 w 9808"/>
                <a:gd name="connsiteY31-278" fmla="*/ 8830 h 10000"/>
                <a:gd name="connsiteX32-279" fmla="*/ 6154 w 9808"/>
                <a:gd name="connsiteY32-280" fmla="*/ 8215 h 10000"/>
                <a:gd name="connsiteX33-281" fmla="*/ 6346 w 9808"/>
                <a:gd name="connsiteY33-282" fmla="*/ 7500 h 10000"/>
                <a:gd name="connsiteX34-283" fmla="*/ 6539 w 9808"/>
                <a:gd name="connsiteY34-284" fmla="*/ 6710 h 10000"/>
                <a:gd name="connsiteX35-285" fmla="*/ 6731 w 9808"/>
                <a:gd name="connsiteY35-286" fmla="*/ 5870 h 10000"/>
                <a:gd name="connsiteX36-287" fmla="*/ 6923 w 9808"/>
                <a:gd name="connsiteY36-288" fmla="*/ 5000 h 10000"/>
                <a:gd name="connsiteX37-289" fmla="*/ 7117 w 9808"/>
                <a:gd name="connsiteY37-290" fmla="*/ 4133 h 10000"/>
                <a:gd name="connsiteX38-291" fmla="*/ 7308 w 9808"/>
                <a:gd name="connsiteY38-292" fmla="*/ 3290 h 10000"/>
                <a:gd name="connsiteX39-293" fmla="*/ 7501 w 9808"/>
                <a:gd name="connsiteY39-294" fmla="*/ 2500 h 10000"/>
                <a:gd name="connsiteX40-295" fmla="*/ 7692 w 9808"/>
                <a:gd name="connsiteY40-296" fmla="*/ 1788 h 10000"/>
                <a:gd name="connsiteX41-297" fmla="*/ 7885 w 9808"/>
                <a:gd name="connsiteY41-298" fmla="*/ 1170 h 10000"/>
                <a:gd name="connsiteX42-299" fmla="*/ 8077 w 9808"/>
                <a:gd name="connsiteY42-300" fmla="*/ 670 h 10000"/>
                <a:gd name="connsiteX43-301" fmla="*/ 8270 w 9808"/>
                <a:gd name="connsiteY43-302" fmla="*/ 303 h 10000"/>
                <a:gd name="connsiteX44-303" fmla="*/ 8461 w 9808"/>
                <a:gd name="connsiteY44-304" fmla="*/ 75 h 10000"/>
                <a:gd name="connsiteX45-305" fmla="*/ 8655 w 9808"/>
                <a:gd name="connsiteY45-306" fmla="*/ 0 h 10000"/>
                <a:gd name="connsiteX46-307" fmla="*/ 8847 w 9808"/>
                <a:gd name="connsiteY46-308" fmla="*/ 75 h 10000"/>
                <a:gd name="connsiteX47-309" fmla="*/ 9039 w 9808"/>
                <a:gd name="connsiteY47-310" fmla="*/ 300 h 10000"/>
                <a:gd name="connsiteX48-311" fmla="*/ 9231 w 9808"/>
                <a:gd name="connsiteY48-312" fmla="*/ 670 h 10000"/>
                <a:gd name="connsiteX49-313" fmla="*/ 9423 w 9808"/>
                <a:gd name="connsiteY49-314" fmla="*/ 1170 h 10000"/>
                <a:gd name="connsiteX50-315" fmla="*/ 9616 w 9808"/>
                <a:gd name="connsiteY50-316" fmla="*/ 1785 h 10000"/>
                <a:gd name="connsiteX51-317" fmla="*/ 9808 w 9808"/>
                <a:gd name="connsiteY51-318" fmla="*/ 2500 h 10000"/>
                <a:gd name="connsiteX0-319" fmla="*/ 0 w 9804"/>
                <a:gd name="connsiteY0-320" fmla="*/ 5000 h 10000"/>
                <a:gd name="connsiteX1-321" fmla="*/ 198 w 9804"/>
                <a:gd name="connsiteY1-322" fmla="*/ 4133 h 10000"/>
                <a:gd name="connsiteX2-323" fmla="*/ 392 w 9804"/>
                <a:gd name="connsiteY2-324" fmla="*/ 3290 h 10000"/>
                <a:gd name="connsiteX3-325" fmla="*/ 589 w 9804"/>
                <a:gd name="connsiteY3-326" fmla="*/ 2500 h 10000"/>
                <a:gd name="connsiteX4-327" fmla="*/ 784 w 9804"/>
                <a:gd name="connsiteY4-328" fmla="*/ 1785 h 10000"/>
                <a:gd name="connsiteX5-329" fmla="*/ 981 w 9804"/>
                <a:gd name="connsiteY5-330" fmla="*/ 1170 h 10000"/>
                <a:gd name="connsiteX6-331" fmla="*/ 1177 w 9804"/>
                <a:gd name="connsiteY6-332" fmla="*/ 670 h 10000"/>
                <a:gd name="connsiteX7-333" fmla="*/ 1372 w 9804"/>
                <a:gd name="connsiteY7-334" fmla="*/ 303 h 10000"/>
                <a:gd name="connsiteX8-335" fmla="*/ 1568 w 9804"/>
                <a:gd name="connsiteY8-336" fmla="*/ 75 h 10000"/>
                <a:gd name="connsiteX9-337" fmla="*/ 1766 w 9804"/>
                <a:gd name="connsiteY9-338" fmla="*/ 0 h 10000"/>
                <a:gd name="connsiteX10-339" fmla="*/ 1961 w 9804"/>
                <a:gd name="connsiteY10-340" fmla="*/ 75 h 10000"/>
                <a:gd name="connsiteX11-341" fmla="*/ 2157 w 9804"/>
                <a:gd name="connsiteY11-342" fmla="*/ 303 h 10000"/>
                <a:gd name="connsiteX12-343" fmla="*/ 2353 w 9804"/>
                <a:gd name="connsiteY12-344" fmla="*/ 670 h 10000"/>
                <a:gd name="connsiteX13-345" fmla="*/ 2549 w 9804"/>
                <a:gd name="connsiteY13-346" fmla="*/ 1170 h 10000"/>
                <a:gd name="connsiteX14-347" fmla="*/ 2746 w 9804"/>
                <a:gd name="connsiteY14-348" fmla="*/ 1785 h 10000"/>
                <a:gd name="connsiteX15-349" fmla="*/ 2941 w 9804"/>
                <a:gd name="connsiteY15-350" fmla="*/ 2500 h 10000"/>
                <a:gd name="connsiteX16-351" fmla="*/ 3137 w 9804"/>
                <a:gd name="connsiteY16-352" fmla="*/ 3290 h 10000"/>
                <a:gd name="connsiteX17-353" fmla="*/ 3334 w 9804"/>
                <a:gd name="connsiteY17-354" fmla="*/ 4133 h 10000"/>
                <a:gd name="connsiteX18-355" fmla="*/ 3529 w 9804"/>
                <a:gd name="connsiteY18-356" fmla="*/ 5000 h 10000"/>
                <a:gd name="connsiteX19-357" fmla="*/ 3727 w 9804"/>
                <a:gd name="connsiteY19-358" fmla="*/ 5868 h 10000"/>
                <a:gd name="connsiteX20-359" fmla="*/ 3921 w 9804"/>
                <a:gd name="connsiteY20-360" fmla="*/ 6710 h 10000"/>
                <a:gd name="connsiteX21-361" fmla="*/ 4118 w 9804"/>
                <a:gd name="connsiteY21-362" fmla="*/ 7500 h 10000"/>
                <a:gd name="connsiteX22-363" fmla="*/ 4314 w 9804"/>
                <a:gd name="connsiteY22-364" fmla="*/ 8213 h 10000"/>
                <a:gd name="connsiteX23-365" fmla="*/ 4511 w 9804"/>
                <a:gd name="connsiteY23-366" fmla="*/ 8830 h 10000"/>
                <a:gd name="connsiteX24-367" fmla="*/ 4705 w 9804"/>
                <a:gd name="connsiteY24-368" fmla="*/ 9330 h 10000"/>
                <a:gd name="connsiteX25-369" fmla="*/ 4903 w 9804"/>
                <a:gd name="connsiteY25-370" fmla="*/ 9698 h 10000"/>
                <a:gd name="connsiteX26-371" fmla="*/ 5097 w 9804"/>
                <a:gd name="connsiteY26-372" fmla="*/ 9925 h 10000"/>
                <a:gd name="connsiteX27-373" fmla="*/ 5295 w 9804"/>
                <a:gd name="connsiteY27-374" fmla="*/ 10000 h 10000"/>
                <a:gd name="connsiteX28-375" fmla="*/ 5490 w 9804"/>
                <a:gd name="connsiteY28-376" fmla="*/ 9925 h 10000"/>
                <a:gd name="connsiteX29-377" fmla="*/ 5686 w 9804"/>
                <a:gd name="connsiteY29-378" fmla="*/ 9698 h 10000"/>
                <a:gd name="connsiteX30-379" fmla="*/ 5883 w 9804"/>
                <a:gd name="connsiteY30-380" fmla="*/ 9330 h 10000"/>
                <a:gd name="connsiteX31-381" fmla="*/ 6079 w 9804"/>
                <a:gd name="connsiteY31-382" fmla="*/ 8830 h 10000"/>
                <a:gd name="connsiteX32-383" fmla="*/ 6274 w 9804"/>
                <a:gd name="connsiteY32-384" fmla="*/ 8215 h 10000"/>
                <a:gd name="connsiteX33-385" fmla="*/ 6470 w 9804"/>
                <a:gd name="connsiteY33-386" fmla="*/ 7500 h 10000"/>
                <a:gd name="connsiteX34-387" fmla="*/ 6667 w 9804"/>
                <a:gd name="connsiteY34-388" fmla="*/ 6710 h 10000"/>
                <a:gd name="connsiteX35-389" fmla="*/ 6863 w 9804"/>
                <a:gd name="connsiteY35-390" fmla="*/ 5870 h 10000"/>
                <a:gd name="connsiteX36-391" fmla="*/ 7059 w 9804"/>
                <a:gd name="connsiteY36-392" fmla="*/ 5000 h 10000"/>
                <a:gd name="connsiteX37-393" fmla="*/ 7256 w 9804"/>
                <a:gd name="connsiteY37-394" fmla="*/ 4133 h 10000"/>
                <a:gd name="connsiteX38-395" fmla="*/ 7451 w 9804"/>
                <a:gd name="connsiteY38-396" fmla="*/ 3290 h 10000"/>
                <a:gd name="connsiteX39-397" fmla="*/ 7648 w 9804"/>
                <a:gd name="connsiteY39-398" fmla="*/ 2500 h 10000"/>
                <a:gd name="connsiteX40-399" fmla="*/ 7843 w 9804"/>
                <a:gd name="connsiteY40-400" fmla="*/ 1788 h 10000"/>
                <a:gd name="connsiteX41-401" fmla="*/ 8039 w 9804"/>
                <a:gd name="connsiteY41-402" fmla="*/ 1170 h 10000"/>
                <a:gd name="connsiteX42-403" fmla="*/ 8235 w 9804"/>
                <a:gd name="connsiteY42-404" fmla="*/ 670 h 10000"/>
                <a:gd name="connsiteX43-405" fmla="*/ 8432 w 9804"/>
                <a:gd name="connsiteY43-406" fmla="*/ 303 h 10000"/>
                <a:gd name="connsiteX44-407" fmla="*/ 8627 w 9804"/>
                <a:gd name="connsiteY44-408" fmla="*/ 75 h 10000"/>
                <a:gd name="connsiteX45-409" fmla="*/ 8824 w 9804"/>
                <a:gd name="connsiteY45-410" fmla="*/ 0 h 10000"/>
                <a:gd name="connsiteX46-411" fmla="*/ 9020 w 9804"/>
                <a:gd name="connsiteY46-412" fmla="*/ 75 h 10000"/>
                <a:gd name="connsiteX47-413" fmla="*/ 9216 w 9804"/>
                <a:gd name="connsiteY47-414" fmla="*/ 300 h 10000"/>
                <a:gd name="connsiteX48-415" fmla="*/ 9412 w 9804"/>
                <a:gd name="connsiteY48-416" fmla="*/ 670 h 10000"/>
                <a:gd name="connsiteX49-417" fmla="*/ 9607 w 9804"/>
                <a:gd name="connsiteY49-418" fmla="*/ 1170 h 10000"/>
                <a:gd name="connsiteX50-419" fmla="*/ 9804 w 9804"/>
                <a:gd name="connsiteY50-420" fmla="*/ 1785 h 10000"/>
                <a:gd name="connsiteX0-421" fmla="*/ 0 w 10000"/>
                <a:gd name="connsiteY0-422" fmla="*/ 5000 h 10000"/>
                <a:gd name="connsiteX1-423" fmla="*/ 202 w 10000"/>
                <a:gd name="connsiteY1-424" fmla="*/ 4133 h 10000"/>
                <a:gd name="connsiteX2-425" fmla="*/ 400 w 10000"/>
                <a:gd name="connsiteY2-426" fmla="*/ 3290 h 10000"/>
                <a:gd name="connsiteX3-427" fmla="*/ 601 w 10000"/>
                <a:gd name="connsiteY3-428" fmla="*/ 2500 h 10000"/>
                <a:gd name="connsiteX4-429" fmla="*/ 800 w 10000"/>
                <a:gd name="connsiteY4-430" fmla="*/ 1785 h 10000"/>
                <a:gd name="connsiteX5-431" fmla="*/ 1001 w 10000"/>
                <a:gd name="connsiteY5-432" fmla="*/ 1170 h 10000"/>
                <a:gd name="connsiteX6-433" fmla="*/ 1201 w 10000"/>
                <a:gd name="connsiteY6-434" fmla="*/ 670 h 10000"/>
                <a:gd name="connsiteX7-435" fmla="*/ 1399 w 10000"/>
                <a:gd name="connsiteY7-436" fmla="*/ 303 h 10000"/>
                <a:gd name="connsiteX8-437" fmla="*/ 1599 w 10000"/>
                <a:gd name="connsiteY8-438" fmla="*/ 75 h 10000"/>
                <a:gd name="connsiteX9-439" fmla="*/ 1801 w 10000"/>
                <a:gd name="connsiteY9-440" fmla="*/ 0 h 10000"/>
                <a:gd name="connsiteX10-441" fmla="*/ 2000 w 10000"/>
                <a:gd name="connsiteY10-442" fmla="*/ 75 h 10000"/>
                <a:gd name="connsiteX11-443" fmla="*/ 2200 w 10000"/>
                <a:gd name="connsiteY11-444" fmla="*/ 303 h 10000"/>
                <a:gd name="connsiteX12-445" fmla="*/ 2400 w 10000"/>
                <a:gd name="connsiteY12-446" fmla="*/ 670 h 10000"/>
                <a:gd name="connsiteX13-447" fmla="*/ 2600 w 10000"/>
                <a:gd name="connsiteY13-448" fmla="*/ 1170 h 10000"/>
                <a:gd name="connsiteX14-449" fmla="*/ 2801 w 10000"/>
                <a:gd name="connsiteY14-450" fmla="*/ 1785 h 10000"/>
                <a:gd name="connsiteX15-451" fmla="*/ 3000 w 10000"/>
                <a:gd name="connsiteY15-452" fmla="*/ 2500 h 10000"/>
                <a:gd name="connsiteX16-453" fmla="*/ 3200 w 10000"/>
                <a:gd name="connsiteY16-454" fmla="*/ 3290 h 10000"/>
                <a:gd name="connsiteX17-455" fmla="*/ 3401 w 10000"/>
                <a:gd name="connsiteY17-456" fmla="*/ 4133 h 10000"/>
                <a:gd name="connsiteX18-457" fmla="*/ 3600 w 10000"/>
                <a:gd name="connsiteY18-458" fmla="*/ 5000 h 10000"/>
                <a:gd name="connsiteX19-459" fmla="*/ 3802 w 10000"/>
                <a:gd name="connsiteY19-460" fmla="*/ 5868 h 10000"/>
                <a:gd name="connsiteX20-461" fmla="*/ 3999 w 10000"/>
                <a:gd name="connsiteY20-462" fmla="*/ 6710 h 10000"/>
                <a:gd name="connsiteX21-463" fmla="*/ 4200 w 10000"/>
                <a:gd name="connsiteY21-464" fmla="*/ 7500 h 10000"/>
                <a:gd name="connsiteX22-465" fmla="*/ 4400 w 10000"/>
                <a:gd name="connsiteY22-466" fmla="*/ 8213 h 10000"/>
                <a:gd name="connsiteX23-467" fmla="*/ 4601 w 10000"/>
                <a:gd name="connsiteY23-468" fmla="*/ 8830 h 10000"/>
                <a:gd name="connsiteX24-469" fmla="*/ 4799 w 10000"/>
                <a:gd name="connsiteY24-470" fmla="*/ 9330 h 10000"/>
                <a:gd name="connsiteX25-471" fmla="*/ 5001 w 10000"/>
                <a:gd name="connsiteY25-472" fmla="*/ 9698 h 10000"/>
                <a:gd name="connsiteX26-473" fmla="*/ 5199 w 10000"/>
                <a:gd name="connsiteY26-474" fmla="*/ 9925 h 10000"/>
                <a:gd name="connsiteX27-475" fmla="*/ 5401 w 10000"/>
                <a:gd name="connsiteY27-476" fmla="*/ 10000 h 10000"/>
                <a:gd name="connsiteX28-477" fmla="*/ 5600 w 10000"/>
                <a:gd name="connsiteY28-478" fmla="*/ 9925 h 10000"/>
                <a:gd name="connsiteX29-479" fmla="*/ 5800 w 10000"/>
                <a:gd name="connsiteY29-480" fmla="*/ 9698 h 10000"/>
                <a:gd name="connsiteX30-481" fmla="*/ 6001 w 10000"/>
                <a:gd name="connsiteY30-482" fmla="*/ 9330 h 10000"/>
                <a:gd name="connsiteX31-483" fmla="*/ 6201 w 10000"/>
                <a:gd name="connsiteY31-484" fmla="*/ 8830 h 10000"/>
                <a:gd name="connsiteX32-485" fmla="*/ 6399 w 10000"/>
                <a:gd name="connsiteY32-486" fmla="*/ 8215 h 10000"/>
                <a:gd name="connsiteX33-487" fmla="*/ 6599 w 10000"/>
                <a:gd name="connsiteY33-488" fmla="*/ 7500 h 10000"/>
                <a:gd name="connsiteX34-489" fmla="*/ 6800 w 10000"/>
                <a:gd name="connsiteY34-490" fmla="*/ 6710 h 10000"/>
                <a:gd name="connsiteX35-491" fmla="*/ 7000 w 10000"/>
                <a:gd name="connsiteY35-492" fmla="*/ 5870 h 10000"/>
                <a:gd name="connsiteX36-493" fmla="*/ 7200 w 10000"/>
                <a:gd name="connsiteY36-494" fmla="*/ 5000 h 10000"/>
                <a:gd name="connsiteX37-495" fmla="*/ 7401 w 10000"/>
                <a:gd name="connsiteY37-496" fmla="*/ 4133 h 10000"/>
                <a:gd name="connsiteX38-497" fmla="*/ 7600 w 10000"/>
                <a:gd name="connsiteY38-498" fmla="*/ 3290 h 10000"/>
                <a:gd name="connsiteX39-499" fmla="*/ 7801 w 10000"/>
                <a:gd name="connsiteY39-500" fmla="*/ 2500 h 10000"/>
                <a:gd name="connsiteX40-501" fmla="*/ 8000 w 10000"/>
                <a:gd name="connsiteY40-502" fmla="*/ 1788 h 10000"/>
                <a:gd name="connsiteX41-503" fmla="*/ 8200 w 10000"/>
                <a:gd name="connsiteY41-504" fmla="*/ 1170 h 10000"/>
                <a:gd name="connsiteX42-505" fmla="*/ 8400 w 10000"/>
                <a:gd name="connsiteY42-506" fmla="*/ 670 h 10000"/>
                <a:gd name="connsiteX43-507" fmla="*/ 8601 w 10000"/>
                <a:gd name="connsiteY43-508" fmla="*/ 303 h 10000"/>
                <a:gd name="connsiteX44-509" fmla="*/ 8799 w 10000"/>
                <a:gd name="connsiteY44-510" fmla="*/ 75 h 10000"/>
                <a:gd name="connsiteX45-511" fmla="*/ 9000 w 10000"/>
                <a:gd name="connsiteY45-512" fmla="*/ 0 h 10000"/>
                <a:gd name="connsiteX46-513" fmla="*/ 9200 w 10000"/>
                <a:gd name="connsiteY46-514" fmla="*/ 75 h 10000"/>
                <a:gd name="connsiteX47-515" fmla="*/ 9400 w 10000"/>
                <a:gd name="connsiteY47-516" fmla="*/ 300 h 10000"/>
                <a:gd name="connsiteX48-517" fmla="*/ 9600 w 10000"/>
                <a:gd name="connsiteY48-518" fmla="*/ 670 h 10000"/>
                <a:gd name="connsiteX49-519" fmla="*/ 10000 w 10000"/>
                <a:gd name="connsiteY49-520" fmla="*/ 1785 h 10000"/>
                <a:gd name="connsiteX0-521" fmla="*/ 0 w 9600"/>
                <a:gd name="connsiteY0-522" fmla="*/ 5000 h 10000"/>
                <a:gd name="connsiteX1-523" fmla="*/ 202 w 9600"/>
                <a:gd name="connsiteY1-524" fmla="*/ 4133 h 10000"/>
                <a:gd name="connsiteX2-525" fmla="*/ 400 w 9600"/>
                <a:gd name="connsiteY2-526" fmla="*/ 3290 h 10000"/>
                <a:gd name="connsiteX3-527" fmla="*/ 601 w 9600"/>
                <a:gd name="connsiteY3-528" fmla="*/ 2500 h 10000"/>
                <a:gd name="connsiteX4-529" fmla="*/ 800 w 9600"/>
                <a:gd name="connsiteY4-530" fmla="*/ 1785 h 10000"/>
                <a:gd name="connsiteX5-531" fmla="*/ 1001 w 9600"/>
                <a:gd name="connsiteY5-532" fmla="*/ 1170 h 10000"/>
                <a:gd name="connsiteX6-533" fmla="*/ 1201 w 9600"/>
                <a:gd name="connsiteY6-534" fmla="*/ 670 h 10000"/>
                <a:gd name="connsiteX7-535" fmla="*/ 1399 w 9600"/>
                <a:gd name="connsiteY7-536" fmla="*/ 303 h 10000"/>
                <a:gd name="connsiteX8-537" fmla="*/ 1599 w 9600"/>
                <a:gd name="connsiteY8-538" fmla="*/ 75 h 10000"/>
                <a:gd name="connsiteX9-539" fmla="*/ 1801 w 9600"/>
                <a:gd name="connsiteY9-540" fmla="*/ 0 h 10000"/>
                <a:gd name="connsiteX10-541" fmla="*/ 2000 w 9600"/>
                <a:gd name="connsiteY10-542" fmla="*/ 75 h 10000"/>
                <a:gd name="connsiteX11-543" fmla="*/ 2200 w 9600"/>
                <a:gd name="connsiteY11-544" fmla="*/ 303 h 10000"/>
                <a:gd name="connsiteX12-545" fmla="*/ 2400 w 9600"/>
                <a:gd name="connsiteY12-546" fmla="*/ 670 h 10000"/>
                <a:gd name="connsiteX13-547" fmla="*/ 2600 w 9600"/>
                <a:gd name="connsiteY13-548" fmla="*/ 1170 h 10000"/>
                <a:gd name="connsiteX14-549" fmla="*/ 2801 w 9600"/>
                <a:gd name="connsiteY14-550" fmla="*/ 1785 h 10000"/>
                <a:gd name="connsiteX15-551" fmla="*/ 3000 w 9600"/>
                <a:gd name="connsiteY15-552" fmla="*/ 2500 h 10000"/>
                <a:gd name="connsiteX16-553" fmla="*/ 3200 w 9600"/>
                <a:gd name="connsiteY16-554" fmla="*/ 3290 h 10000"/>
                <a:gd name="connsiteX17-555" fmla="*/ 3401 w 9600"/>
                <a:gd name="connsiteY17-556" fmla="*/ 4133 h 10000"/>
                <a:gd name="connsiteX18-557" fmla="*/ 3600 w 9600"/>
                <a:gd name="connsiteY18-558" fmla="*/ 5000 h 10000"/>
                <a:gd name="connsiteX19-559" fmla="*/ 3802 w 9600"/>
                <a:gd name="connsiteY19-560" fmla="*/ 5868 h 10000"/>
                <a:gd name="connsiteX20-561" fmla="*/ 3999 w 9600"/>
                <a:gd name="connsiteY20-562" fmla="*/ 6710 h 10000"/>
                <a:gd name="connsiteX21-563" fmla="*/ 4200 w 9600"/>
                <a:gd name="connsiteY21-564" fmla="*/ 7500 h 10000"/>
                <a:gd name="connsiteX22-565" fmla="*/ 4400 w 9600"/>
                <a:gd name="connsiteY22-566" fmla="*/ 8213 h 10000"/>
                <a:gd name="connsiteX23-567" fmla="*/ 4601 w 9600"/>
                <a:gd name="connsiteY23-568" fmla="*/ 8830 h 10000"/>
                <a:gd name="connsiteX24-569" fmla="*/ 4799 w 9600"/>
                <a:gd name="connsiteY24-570" fmla="*/ 9330 h 10000"/>
                <a:gd name="connsiteX25-571" fmla="*/ 5001 w 9600"/>
                <a:gd name="connsiteY25-572" fmla="*/ 9698 h 10000"/>
                <a:gd name="connsiteX26-573" fmla="*/ 5199 w 9600"/>
                <a:gd name="connsiteY26-574" fmla="*/ 9925 h 10000"/>
                <a:gd name="connsiteX27-575" fmla="*/ 5401 w 9600"/>
                <a:gd name="connsiteY27-576" fmla="*/ 10000 h 10000"/>
                <a:gd name="connsiteX28-577" fmla="*/ 5600 w 9600"/>
                <a:gd name="connsiteY28-578" fmla="*/ 9925 h 10000"/>
                <a:gd name="connsiteX29-579" fmla="*/ 5800 w 9600"/>
                <a:gd name="connsiteY29-580" fmla="*/ 9698 h 10000"/>
                <a:gd name="connsiteX30-581" fmla="*/ 6001 w 9600"/>
                <a:gd name="connsiteY30-582" fmla="*/ 9330 h 10000"/>
                <a:gd name="connsiteX31-583" fmla="*/ 6201 w 9600"/>
                <a:gd name="connsiteY31-584" fmla="*/ 8830 h 10000"/>
                <a:gd name="connsiteX32-585" fmla="*/ 6399 w 9600"/>
                <a:gd name="connsiteY32-586" fmla="*/ 8215 h 10000"/>
                <a:gd name="connsiteX33-587" fmla="*/ 6599 w 9600"/>
                <a:gd name="connsiteY33-588" fmla="*/ 7500 h 10000"/>
                <a:gd name="connsiteX34-589" fmla="*/ 6800 w 9600"/>
                <a:gd name="connsiteY34-590" fmla="*/ 6710 h 10000"/>
                <a:gd name="connsiteX35-591" fmla="*/ 7000 w 9600"/>
                <a:gd name="connsiteY35-592" fmla="*/ 5870 h 10000"/>
                <a:gd name="connsiteX36-593" fmla="*/ 7200 w 9600"/>
                <a:gd name="connsiteY36-594" fmla="*/ 5000 h 10000"/>
                <a:gd name="connsiteX37-595" fmla="*/ 7401 w 9600"/>
                <a:gd name="connsiteY37-596" fmla="*/ 4133 h 10000"/>
                <a:gd name="connsiteX38-597" fmla="*/ 7600 w 9600"/>
                <a:gd name="connsiteY38-598" fmla="*/ 3290 h 10000"/>
                <a:gd name="connsiteX39-599" fmla="*/ 7801 w 9600"/>
                <a:gd name="connsiteY39-600" fmla="*/ 2500 h 10000"/>
                <a:gd name="connsiteX40-601" fmla="*/ 8000 w 9600"/>
                <a:gd name="connsiteY40-602" fmla="*/ 1788 h 10000"/>
                <a:gd name="connsiteX41-603" fmla="*/ 8200 w 9600"/>
                <a:gd name="connsiteY41-604" fmla="*/ 1170 h 10000"/>
                <a:gd name="connsiteX42-605" fmla="*/ 8400 w 9600"/>
                <a:gd name="connsiteY42-606" fmla="*/ 670 h 10000"/>
                <a:gd name="connsiteX43-607" fmla="*/ 8601 w 9600"/>
                <a:gd name="connsiteY43-608" fmla="*/ 303 h 10000"/>
                <a:gd name="connsiteX44-609" fmla="*/ 8799 w 9600"/>
                <a:gd name="connsiteY44-610" fmla="*/ 75 h 10000"/>
                <a:gd name="connsiteX45-611" fmla="*/ 9000 w 9600"/>
                <a:gd name="connsiteY45-612" fmla="*/ 0 h 10000"/>
                <a:gd name="connsiteX46-613" fmla="*/ 9200 w 9600"/>
                <a:gd name="connsiteY46-614" fmla="*/ 75 h 10000"/>
                <a:gd name="connsiteX47-615" fmla="*/ 9400 w 9600"/>
                <a:gd name="connsiteY47-616" fmla="*/ 300 h 10000"/>
                <a:gd name="connsiteX48-617" fmla="*/ 9600 w 9600"/>
                <a:gd name="connsiteY48-618" fmla="*/ 670 h 10000"/>
                <a:gd name="connsiteX0-619" fmla="*/ 0 w 9792"/>
                <a:gd name="connsiteY0-620" fmla="*/ 5000 h 10000"/>
                <a:gd name="connsiteX1-621" fmla="*/ 210 w 9792"/>
                <a:gd name="connsiteY1-622" fmla="*/ 4133 h 10000"/>
                <a:gd name="connsiteX2-623" fmla="*/ 417 w 9792"/>
                <a:gd name="connsiteY2-624" fmla="*/ 3290 h 10000"/>
                <a:gd name="connsiteX3-625" fmla="*/ 626 w 9792"/>
                <a:gd name="connsiteY3-626" fmla="*/ 2500 h 10000"/>
                <a:gd name="connsiteX4-627" fmla="*/ 833 w 9792"/>
                <a:gd name="connsiteY4-628" fmla="*/ 1785 h 10000"/>
                <a:gd name="connsiteX5-629" fmla="*/ 1043 w 9792"/>
                <a:gd name="connsiteY5-630" fmla="*/ 1170 h 10000"/>
                <a:gd name="connsiteX6-631" fmla="*/ 1251 w 9792"/>
                <a:gd name="connsiteY6-632" fmla="*/ 670 h 10000"/>
                <a:gd name="connsiteX7-633" fmla="*/ 1457 w 9792"/>
                <a:gd name="connsiteY7-634" fmla="*/ 303 h 10000"/>
                <a:gd name="connsiteX8-635" fmla="*/ 1666 w 9792"/>
                <a:gd name="connsiteY8-636" fmla="*/ 75 h 10000"/>
                <a:gd name="connsiteX9-637" fmla="*/ 1876 w 9792"/>
                <a:gd name="connsiteY9-638" fmla="*/ 0 h 10000"/>
                <a:gd name="connsiteX10-639" fmla="*/ 2083 w 9792"/>
                <a:gd name="connsiteY10-640" fmla="*/ 75 h 10000"/>
                <a:gd name="connsiteX11-641" fmla="*/ 2292 w 9792"/>
                <a:gd name="connsiteY11-642" fmla="*/ 303 h 10000"/>
                <a:gd name="connsiteX12-643" fmla="*/ 2500 w 9792"/>
                <a:gd name="connsiteY12-644" fmla="*/ 670 h 10000"/>
                <a:gd name="connsiteX13-645" fmla="*/ 2708 w 9792"/>
                <a:gd name="connsiteY13-646" fmla="*/ 1170 h 10000"/>
                <a:gd name="connsiteX14-647" fmla="*/ 2918 w 9792"/>
                <a:gd name="connsiteY14-648" fmla="*/ 1785 h 10000"/>
                <a:gd name="connsiteX15-649" fmla="*/ 3125 w 9792"/>
                <a:gd name="connsiteY15-650" fmla="*/ 2500 h 10000"/>
                <a:gd name="connsiteX16-651" fmla="*/ 3333 w 9792"/>
                <a:gd name="connsiteY16-652" fmla="*/ 3290 h 10000"/>
                <a:gd name="connsiteX17-653" fmla="*/ 3543 w 9792"/>
                <a:gd name="connsiteY17-654" fmla="*/ 4133 h 10000"/>
                <a:gd name="connsiteX18-655" fmla="*/ 3750 w 9792"/>
                <a:gd name="connsiteY18-656" fmla="*/ 5000 h 10000"/>
                <a:gd name="connsiteX19-657" fmla="*/ 3960 w 9792"/>
                <a:gd name="connsiteY19-658" fmla="*/ 5868 h 10000"/>
                <a:gd name="connsiteX20-659" fmla="*/ 4166 w 9792"/>
                <a:gd name="connsiteY20-660" fmla="*/ 6710 h 10000"/>
                <a:gd name="connsiteX21-661" fmla="*/ 4375 w 9792"/>
                <a:gd name="connsiteY21-662" fmla="*/ 7500 h 10000"/>
                <a:gd name="connsiteX22-663" fmla="*/ 4583 w 9792"/>
                <a:gd name="connsiteY22-664" fmla="*/ 8213 h 10000"/>
                <a:gd name="connsiteX23-665" fmla="*/ 4793 w 9792"/>
                <a:gd name="connsiteY23-666" fmla="*/ 8830 h 10000"/>
                <a:gd name="connsiteX24-667" fmla="*/ 4999 w 9792"/>
                <a:gd name="connsiteY24-668" fmla="*/ 9330 h 10000"/>
                <a:gd name="connsiteX25-669" fmla="*/ 5209 w 9792"/>
                <a:gd name="connsiteY25-670" fmla="*/ 9698 h 10000"/>
                <a:gd name="connsiteX26-671" fmla="*/ 5416 w 9792"/>
                <a:gd name="connsiteY26-672" fmla="*/ 9925 h 10000"/>
                <a:gd name="connsiteX27-673" fmla="*/ 5626 w 9792"/>
                <a:gd name="connsiteY27-674" fmla="*/ 10000 h 10000"/>
                <a:gd name="connsiteX28-675" fmla="*/ 5833 w 9792"/>
                <a:gd name="connsiteY28-676" fmla="*/ 9925 h 10000"/>
                <a:gd name="connsiteX29-677" fmla="*/ 6042 w 9792"/>
                <a:gd name="connsiteY29-678" fmla="*/ 9698 h 10000"/>
                <a:gd name="connsiteX30-679" fmla="*/ 6251 w 9792"/>
                <a:gd name="connsiteY30-680" fmla="*/ 9330 h 10000"/>
                <a:gd name="connsiteX31-681" fmla="*/ 6459 w 9792"/>
                <a:gd name="connsiteY31-682" fmla="*/ 8830 h 10000"/>
                <a:gd name="connsiteX32-683" fmla="*/ 6666 w 9792"/>
                <a:gd name="connsiteY32-684" fmla="*/ 8215 h 10000"/>
                <a:gd name="connsiteX33-685" fmla="*/ 6874 w 9792"/>
                <a:gd name="connsiteY33-686" fmla="*/ 7500 h 10000"/>
                <a:gd name="connsiteX34-687" fmla="*/ 7083 w 9792"/>
                <a:gd name="connsiteY34-688" fmla="*/ 6710 h 10000"/>
                <a:gd name="connsiteX35-689" fmla="*/ 7292 w 9792"/>
                <a:gd name="connsiteY35-690" fmla="*/ 5870 h 10000"/>
                <a:gd name="connsiteX36-691" fmla="*/ 7500 w 9792"/>
                <a:gd name="connsiteY36-692" fmla="*/ 5000 h 10000"/>
                <a:gd name="connsiteX37-693" fmla="*/ 7709 w 9792"/>
                <a:gd name="connsiteY37-694" fmla="*/ 4133 h 10000"/>
                <a:gd name="connsiteX38-695" fmla="*/ 7917 w 9792"/>
                <a:gd name="connsiteY38-696" fmla="*/ 3290 h 10000"/>
                <a:gd name="connsiteX39-697" fmla="*/ 8126 w 9792"/>
                <a:gd name="connsiteY39-698" fmla="*/ 2500 h 10000"/>
                <a:gd name="connsiteX40-699" fmla="*/ 8333 w 9792"/>
                <a:gd name="connsiteY40-700" fmla="*/ 1788 h 10000"/>
                <a:gd name="connsiteX41-701" fmla="*/ 8542 w 9792"/>
                <a:gd name="connsiteY41-702" fmla="*/ 1170 h 10000"/>
                <a:gd name="connsiteX42-703" fmla="*/ 8750 w 9792"/>
                <a:gd name="connsiteY42-704" fmla="*/ 670 h 10000"/>
                <a:gd name="connsiteX43-705" fmla="*/ 8959 w 9792"/>
                <a:gd name="connsiteY43-706" fmla="*/ 303 h 10000"/>
                <a:gd name="connsiteX44-707" fmla="*/ 9166 w 9792"/>
                <a:gd name="connsiteY44-708" fmla="*/ 75 h 10000"/>
                <a:gd name="connsiteX45-709" fmla="*/ 9375 w 9792"/>
                <a:gd name="connsiteY45-710" fmla="*/ 0 h 10000"/>
                <a:gd name="connsiteX46-711" fmla="*/ 9583 w 9792"/>
                <a:gd name="connsiteY46-712" fmla="*/ 75 h 10000"/>
                <a:gd name="connsiteX47-713" fmla="*/ 9792 w 9792"/>
                <a:gd name="connsiteY47-714" fmla="*/ 300 h 10000"/>
                <a:gd name="connsiteX0-715" fmla="*/ 0 w 9787"/>
                <a:gd name="connsiteY0-716" fmla="*/ 5000 h 10000"/>
                <a:gd name="connsiteX1-717" fmla="*/ 214 w 9787"/>
                <a:gd name="connsiteY1-718" fmla="*/ 4133 h 10000"/>
                <a:gd name="connsiteX2-719" fmla="*/ 426 w 9787"/>
                <a:gd name="connsiteY2-720" fmla="*/ 3290 h 10000"/>
                <a:gd name="connsiteX3-721" fmla="*/ 639 w 9787"/>
                <a:gd name="connsiteY3-722" fmla="*/ 2500 h 10000"/>
                <a:gd name="connsiteX4-723" fmla="*/ 851 w 9787"/>
                <a:gd name="connsiteY4-724" fmla="*/ 1785 h 10000"/>
                <a:gd name="connsiteX5-725" fmla="*/ 1065 w 9787"/>
                <a:gd name="connsiteY5-726" fmla="*/ 1170 h 10000"/>
                <a:gd name="connsiteX6-727" fmla="*/ 1278 w 9787"/>
                <a:gd name="connsiteY6-728" fmla="*/ 670 h 10000"/>
                <a:gd name="connsiteX7-729" fmla="*/ 1488 w 9787"/>
                <a:gd name="connsiteY7-730" fmla="*/ 303 h 10000"/>
                <a:gd name="connsiteX8-731" fmla="*/ 1701 w 9787"/>
                <a:gd name="connsiteY8-732" fmla="*/ 75 h 10000"/>
                <a:gd name="connsiteX9-733" fmla="*/ 1916 w 9787"/>
                <a:gd name="connsiteY9-734" fmla="*/ 0 h 10000"/>
                <a:gd name="connsiteX10-735" fmla="*/ 2127 w 9787"/>
                <a:gd name="connsiteY10-736" fmla="*/ 75 h 10000"/>
                <a:gd name="connsiteX11-737" fmla="*/ 2341 w 9787"/>
                <a:gd name="connsiteY11-738" fmla="*/ 303 h 10000"/>
                <a:gd name="connsiteX12-739" fmla="*/ 2553 w 9787"/>
                <a:gd name="connsiteY12-740" fmla="*/ 670 h 10000"/>
                <a:gd name="connsiteX13-741" fmla="*/ 2766 w 9787"/>
                <a:gd name="connsiteY13-742" fmla="*/ 1170 h 10000"/>
                <a:gd name="connsiteX14-743" fmla="*/ 2980 w 9787"/>
                <a:gd name="connsiteY14-744" fmla="*/ 1785 h 10000"/>
                <a:gd name="connsiteX15-745" fmla="*/ 3191 w 9787"/>
                <a:gd name="connsiteY15-746" fmla="*/ 2500 h 10000"/>
                <a:gd name="connsiteX16-747" fmla="*/ 3404 w 9787"/>
                <a:gd name="connsiteY16-748" fmla="*/ 3290 h 10000"/>
                <a:gd name="connsiteX17-749" fmla="*/ 3618 w 9787"/>
                <a:gd name="connsiteY17-750" fmla="*/ 4133 h 10000"/>
                <a:gd name="connsiteX18-751" fmla="*/ 3830 w 9787"/>
                <a:gd name="connsiteY18-752" fmla="*/ 5000 h 10000"/>
                <a:gd name="connsiteX19-753" fmla="*/ 4044 w 9787"/>
                <a:gd name="connsiteY19-754" fmla="*/ 5868 h 10000"/>
                <a:gd name="connsiteX20-755" fmla="*/ 4254 w 9787"/>
                <a:gd name="connsiteY20-756" fmla="*/ 6710 h 10000"/>
                <a:gd name="connsiteX21-757" fmla="*/ 4468 w 9787"/>
                <a:gd name="connsiteY21-758" fmla="*/ 7500 h 10000"/>
                <a:gd name="connsiteX22-759" fmla="*/ 4680 w 9787"/>
                <a:gd name="connsiteY22-760" fmla="*/ 8213 h 10000"/>
                <a:gd name="connsiteX23-761" fmla="*/ 4895 w 9787"/>
                <a:gd name="connsiteY23-762" fmla="*/ 8830 h 10000"/>
                <a:gd name="connsiteX24-763" fmla="*/ 5105 w 9787"/>
                <a:gd name="connsiteY24-764" fmla="*/ 9330 h 10000"/>
                <a:gd name="connsiteX25-765" fmla="*/ 5320 w 9787"/>
                <a:gd name="connsiteY25-766" fmla="*/ 9698 h 10000"/>
                <a:gd name="connsiteX26-767" fmla="*/ 5531 w 9787"/>
                <a:gd name="connsiteY26-768" fmla="*/ 9925 h 10000"/>
                <a:gd name="connsiteX27-769" fmla="*/ 5746 w 9787"/>
                <a:gd name="connsiteY27-770" fmla="*/ 10000 h 10000"/>
                <a:gd name="connsiteX28-771" fmla="*/ 5957 w 9787"/>
                <a:gd name="connsiteY28-772" fmla="*/ 9925 h 10000"/>
                <a:gd name="connsiteX29-773" fmla="*/ 6170 w 9787"/>
                <a:gd name="connsiteY29-774" fmla="*/ 9698 h 10000"/>
                <a:gd name="connsiteX30-775" fmla="*/ 6384 w 9787"/>
                <a:gd name="connsiteY30-776" fmla="*/ 9330 h 10000"/>
                <a:gd name="connsiteX31-777" fmla="*/ 6596 w 9787"/>
                <a:gd name="connsiteY31-778" fmla="*/ 8830 h 10000"/>
                <a:gd name="connsiteX32-779" fmla="*/ 6808 w 9787"/>
                <a:gd name="connsiteY32-780" fmla="*/ 8215 h 10000"/>
                <a:gd name="connsiteX33-781" fmla="*/ 7020 w 9787"/>
                <a:gd name="connsiteY33-782" fmla="*/ 7500 h 10000"/>
                <a:gd name="connsiteX34-783" fmla="*/ 7233 w 9787"/>
                <a:gd name="connsiteY34-784" fmla="*/ 6710 h 10000"/>
                <a:gd name="connsiteX35-785" fmla="*/ 7447 w 9787"/>
                <a:gd name="connsiteY35-786" fmla="*/ 5870 h 10000"/>
                <a:gd name="connsiteX36-787" fmla="*/ 7659 w 9787"/>
                <a:gd name="connsiteY36-788" fmla="*/ 5000 h 10000"/>
                <a:gd name="connsiteX37-789" fmla="*/ 7873 w 9787"/>
                <a:gd name="connsiteY37-790" fmla="*/ 4133 h 10000"/>
                <a:gd name="connsiteX38-791" fmla="*/ 8085 w 9787"/>
                <a:gd name="connsiteY38-792" fmla="*/ 3290 h 10000"/>
                <a:gd name="connsiteX39-793" fmla="*/ 8299 w 9787"/>
                <a:gd name="connsiteY39-794" fmla="*/ 2500 h 10000"/>
                <a:gd name="connsiteX40-795" fmla="*/ 8510 w 9787"/>
                <a:gd name="connsiteY40-796" fmla="*/ 1788 h 10000"/>
                <a:gd name="connsiteX41-797" fmla="*/ 8723 w 9787"/>
                <a:gd name="connsiteY41-798" fmla="*/ 1170 h 10000"/>
                <a:gd name="connsiteX42-799" fmla="*/ 8936 w 9787"/>
                <a:gd name="connsiteY42-800" fmla="*/ 670 h 10000"/>
                <a:gd name="connsiteX43-801" fmla="*/ 9149 w 9787"/>
                <a:gd name="connsiteY43-802" fmla="*/ 303 h 10000"/>
                <a:gd name="connsiteX44-803" fmla="*/ 9361 w 9787"/>
                <a:gd name="connsiteY44-804" fmla="*/ 75 h 10000"/>
                <a:gd name="connsiteX45-805" fmla="*/ 9574 w 9787"/>
                <a:gd name="connsiteY45-806" fmla="*/ 0 h 10000"/>
                <a:gd name="connsiteX46-807" fmla="*/ 9787 w 9787"/>
                <a:gd name="connsiteY46-808" fmla="*/ 75 h 10000"/>
                <a:gd name="connsiteX0-809" fmla="*/ 0 w 9782"/>
                <a:gd name="connsiteY0-810" fmla="*/ 5000 h 10000"/>
                <a:gd name="connsiteX1-811" fmla="*/ 219 w 9782"/>
                <a:gd name="connsiteY1-812" fmla="*/ 4133 h 10000"/>
                <a:gd name="connsiteX2-813" fmla="*/ 435 w 9782"/>
                <a:gd name="connsiteY2-814" fmla="*/ 3290 h 10000"/>
                <a:gd name="connsiteX3-815" fmla="*/ 653 w 9782"/>
                <a:gd name="connsiteY3-816" fmla="*/ 2500 h 10000"/>
                <a:gd name="connsiteX4-817" fmla="*/ 870 w 9782"/>
                <a:gd name="connsiteY4-818" fmla="*/ 1785 h 10000"/>
                <a:gd name="connsiteX5-819" fmla="*/ 1088 w 9782"/>
                <a:gd name="connsiteY5-820" fmla="*/ 1170 h 10000"/>
                <a:gd name="connsiteX6-821" fmla="*/ 1306 w 9782"/>
                <a:gd name="connsiteY6-822" fmla="*/ 670 h 10000"/>
                <a:gd name="connsiteX7-823" fmla="*/ 1520 w 9782"/>
                <a:gd name="connsiteY7-824" fmla="*/ 303 h 10000"/>
                <a:gd name="connsiteX8-825" fmla="*/ 1738 w 9782"/>
                <a:gd name="connsiteY8-826" fmla="*/ 75 h 10000"/>
                <a:gd name="connsiteX9-827" fmla="*/ 1958 w 9782"/>
                <a:gd name="connsiteY9-828" fmla="*/ 0 h 10000"/>
                <a:gd name="connsiteX10-829" fmla="*/ 2173 w 9782"/>
                <a:gd name="connsiteY10-830" fmla="*/ 75 h 10000"/>
                <a:gd name="connsiteX11-831" fmla="*/ 2392 w 9782"/>
                <a:gd name="connsiteY11-832" fmla="*/ 303 h 10000"/>
                <a:gd name="connsiteX12-833" fmla="*/ 2609 w 9782"/>
                <a:gd name="connsiteY12-834" fmla="*/ 670 h 10000"/>
                <a:gd name="connsiteX13-835" fmla="*/ 2826 w 9782"/>
                <a:gd name="connsiteY13-836" fmla="*/ 1170 h 10000"/>
                <a:gd name="connsiteX14-837" fmla="*/ 3045 w 9782"/>
                <a:gd name="connsiteY14-838" fmla="*/ 1785 h 10000"/>
                <a:gd name="connsiteX15-839" fmla="*/ 3260 w 9782"/>
                <a:gd name="connsiteY15-840" fmla="*/ 2500 h 10000"/>
                <a:gd name="connsiteX16-841" fmla="*/ 3478 w 9782"/>
                <a:gd name="connsiteY16-842" fmla="*/ 3290 h 10000"/>
                <a:gd name="connsiteX17-843" fmla="*/ 3697 w 9782"/>
                <a:gd name="connsiteY17-844" fmla="*/ 4133 h 10000"/>
                <a:gd name="connsiteX18-845" fmla="*/ 3913 w 9782"/>
                <a:gd name="connsiteY18-846" fmla="*/ 5000 h 10000"/>
                <a:gd name="connsiteX19-847" fmla="*/ 4132 w 9782"/>
                <a:gd name="connsiteY19-848" fmla="*/ 5868 h 10000"/>
                <a:gd name="connsiteX20-849" fmla="*/ 4347 w 9782"/>
                <a:gd name="connsiteY20-850" fmla="*/ 6710 h 10000"/>
                <a:gd name="connsiteX21-851" fmla="*/ 4565 w 9782"/>
                <a:gd name="connsiteY21-852" fmla="*/ 7500 h 10000"/>
                <a:gd name="connsiteX22-853" fmla="*/ 4782 w 9782"/>
                <a:gd name="connsiteY22-854" fmla="*/ 8213 h 10000"/>
                <a:gd name="connsiteX23-855" fmla="*/ 5002 w 9782"/>
                <a:gd name="connsiteY23-856" fmla="*/ 8830 h 10000"/>
                <a:gd name="connsiteX24-857" fmla="*/ 5216 w 9782"/>
                <a:gd name="connsiteY24-858" fmla="*/ 9330 h 10000"/>
                <a:gd name="connsiteX25-859" fmla="*/ 5436 w 9782"/>
                <a:gd name="connsiteY25-860" fmla="*/ 9698 h 10000"/>
                <a:gd name="connsiteX26-861" fmla="*/ 5651 w 9782"/>
                <a:gd name="connsiteY26-862" fmla="*/ 9925 h 10000"/>
                <a:gd name="connsiteX27-863" fmla="*/ 5871 w 9782"/>
                <a:gd name="connsiteY27-864" fmla="*/ 10000 h 10000"/>
                <a:gd name="connsiteX28-865" fmla="*/ 6087 w 9782"/>
                <a:gd name="connsiteY28-866" fmla="*/ 9925 h 10000"/>
                <a:gd name="connsiteX29-867" fmla="*/ 6304 w 9782"/>
                <a:gd name="connsiteY29-868" fmla="*/ 9698 h 10000"/>
                <a:gd name="connsiteX30-869" fmla="*/ 6523 w 9782"/>
                <a:gd name="connsiteY30-870" fmla="*/ 9330 h 10000"/>
                <a:gd name="connsiteX31-871" fmla="*/ 6740 w 9782"/>
                <a:gd name="connsiteY31-872" fmla="*/ 8830 h 10000"/>
                <a:gd name="connsiteX32-873" fmla="*/ 6956 w 9782"/>
                <a:gd name="connsiteY32-874" fmla="*/ 8215 h 10000"/>
                <a:gd name="connsiteX33-875" fmla="*/ 7173 w 9782"/>
                <a:gd name="connsiteY33-876" fmla="*/ 7500 h 10000"/>
                <a:gd name="connsiteX34-877" fmla="*/ 7390 w 9782"/>
                <a:gd name="connsiteY34-878" fmla="*/ 6710 h 10000"/>
                <a:gd name="connsiteX35-879" fmla="*/ 7609 w 9782"/>
                <a:gd name="connsiteY35-880" fmla="*/ 5870 h 10000"/>
                <a:gd name="connsiteX36-881" fmla="*/ 7826 w 9782"/>
                <a:gd name="connsiteY36-882" fmla="*/ 5000 h 10000"/>
                <a:gd name="connsiteX37-883" fmla="*/ 8044 w 9782"/>
                <a:gd name="connsiteY37-884" fmla="*/ 4133 h 10000"/>
                <a:gd name="connsiteX38-885" fmla="*/ 8261 w 9782"/>
                <a:gd name="connsiteY38-886" fmla="*/ 3290 h 10000"/>
                <a:gd name="connsiteX39-887" fmla="*/ 8480 w 9782"/>
                <a:gd name="connsiteY39-888" fmla="*/ 2500 h 10000"/>
                <a:gd name="connsiteX40-889" fmla="*/ 8695 w 9782"/>
                <a:gd name="connsiteY40-890" fmla="*/ 1788 h 10000"/>
                <a:gd name="connsiteX41-891" fmla="*/ 8913 w 9782"/>
                <a:gd name="connsiteY41-892" fmla="*/ 1170 h 10000"/>
                <a:gd name="connsiteX42-893" fmla="*/ 9130 w 9782"/>
                <a:gd name="connsiteY42-894" fmla="*/ 670 h 10000"/>
                <a:gd name="connsiteX43-895" fmla="*/ 9348 w 9782"/>
                <a:gd name="connsiteY43-896" fmla="*/ 303 h 10000"/>
                <a:gd name="connsiteX44-897" fmla="*/ 9565 w 9782"/>
                <a:gd name="connsiteY44-898" fmla="*/ 75 h 10000"/>
                <a:gd name="connsiteX45-899" fmla="*/ 9782 w 9782"/>
                <a:gd name="connsiteY45-900" fmla="*/ 0 h 100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  <a:cxn ang="0">
                  <a:pos x="connsiteX10-21" y="connsiteY10-22"/>
                </a:cxn>
                <a:cxn ang="0">
                  <a:pos x="connsiteX11-23" y="connsiteY11-24"/>
                </a:cxn>
                <a:cxn ang="0">
                  <a:pos x="connsiteX12-25" y="connsiteY12-26"/>
                </a:cxn>
                <a:cxn ang="0">
                  <a:pos x="connsiteX13-27" y="connsiteY13-28"/>
                </a:cxn>
                <a:cxn ang="0">
                  <a:pos x="connsiteX14-29" y="connsiteY14-30"/>
                </a:cxn>
                <a:cxn ang="0">
                  <a:pos x="connsiteX15-31" y="connsiteY15-32"/>
                </a:cxn>
                <a:cxn ang="0">
                  <a:pos x="connsiteX16-33" y="connsiteY16-34"/>
                </a:cxn>
                <a:cxn ang="0">
                  <a:pos x="connsiteX17-35" y="connsiteY17-36"/>
                </a:cxn>
                <a:cxn ang="0">
                  <a:pos x="connsiteX18-37" y="connsiteY18-38"/>
                </a:cxn>
                <a:cxn ang="0">
                  <a:pos x="connsiteX19-39" y="connsiteY19-40"/>
                </a:cxn>
                <a:cxn ang="0">
                  <a:pos x="connsiteX20-41" y="connsiteY20-42"/>
                </a:cxn>
                <a:cxn ang="0">
                  <a:pos x="connsiteX21-43" y="connsiteY21-44"/>
                </a:cxn>
                <a:cxn ang="0">
                  <a:pos x="connsiteX22-45" y="connsiteY22-46"/>
                </a:cxn>
                <a:cxn ang="0">
                  <a:pos x="connsiteX23-47" y="connsiteY23-48"/>
                </a:cxn>
                <a:cxn ang="0">
                  <a:pos x="connsiteX24-49" y="connsiteY24-50"/>
                </a:cxn>
                <a:cxn ang="0">
                  <a:pos x="connsiteX25-51" y="connsiteY25-52"/>
                </a:cxn>
                <a:cxn ang="0">
                  <a:pos x="connsiteX26-53" y="connsiteY26-54"/>
                </a:cxn>
                <a:cxn ang="0">
                  <a:pos x="connsiteX27-55" y="connsiteY27-56"/>
                </a:cxn>
                <a:cxn ang="0">
                  <a:pos x="connsiteX28-57" y="connsiteY28-58"/>
                </a:cxn>
                <a:cxn ang="0">
                  <a:pos x="connsiteX29-59" y="connsiteY29-60"/>
                </a:cxn>
                <a:cxn ang="0">
                  <a:pos x="connsiteX30-61" y="connsiteY30-62"/>
                </a:cxn>
                <a:cxn ang="0">
                  <a:pos x="connsiteX31-63" y="connsiteY31-64"/>
                </a:cxn>
                <a:cxn ang="0">
                  <a:pos x="connsiteX32-65" y="connsiteY32-66"/>
                </a:cxn>
                <a:cxn ang="0">
                  <a:pos x="connsiteX33-67" y="connsiteY33-68"/>
                </a:cxn>
                <a:cxn ang="0">
                  <a:pos x="connsiteX34-69" y="connsiteY34-70"/>
                </a:cxn>
                <a:cxn ang="0">
                  <a:pos x="connsiteX35-71" y="connsiteY35-72"/>
                </a:cxn>
                <a:cxn ang="0">
                  <a:pos x="connsiteX36-73" y="connsiteY36-74"/>
                </a:cxn>
                <a:cxn ang="0">
                  <a:pos x="connsiteX37-75" y="connsiteY37-76"/>
                </a:cxn>
                <a:cxn ang="0">
                  <a:pos x="connsiteX38-77" y="connsiteY38-78"/>
                </a:cxn>
                <a:cxn ang="0">
                  <a:pos x="connsiteX39-79" y="connsiteY39-80"/>
                </a:cxn>
                <a:cxn ang="0">
                  <a:pos x="connsiteX40-81" y="connsiteY40-82"/>
                </a:cxn>
                <a:cxn ang="0">
                  <a:pos x="connsiteX41-83" y="connsiteY41-84"/>
                </a:cxn>
                <a:cxn ang="0">
                  <a:pos x="connsiteX42-85" y="connsiteY42-86"/>
                </a:cxn>
                <a:cxn ang="0">
                  <a:pos x="connsiteX43-87" y="connsiteY43-88"/>
                </a:cxn>
                <a:cxn ang="0">
                  <a:pos x="connsiteX44-89" y="connsiteY44-90"/>
                </a:cxn>
                <a:cxn ang="0">
                  <a:pos x="connsiteX45-91" y="connsiteY45-92"/>
                </a:cxn>
              </a:cxnLst>
              <a:rect l="l" t="t" r="r" b="b"/>
              <a:pathLst>
                <a:path w="9782" h="10000">
                  <a:moveTo>
                    <a:pt x="0" y="5000"/>
                  </a:moveTo>
                  <a:cubicBezTo>
                    <a:pt x="71" y="4708"/>
                    <a:pt x="144" y="4418"/>
                    <a:pt x="219" y="4133"/>
                  </a:cubicBezTo>
                  <a:cubicBezTo>
                    <a:pt x="290" y="3848"/>
                    <a:pt x="362" y="3563"/>
                    <a:pt x="435" y="3290"/>
                  </a:cubicBezTo>
                  <a:cubicBezTo>
                    <a:pt x="506" y="3018"/>
                    <a:pt x="578" y="2750"/>
                    <a:pt x="653" y="2500"/>
                  </a:cubicBezTo>
                  <a:cubicBezTo>
                    <a:pt x="726" y="2250"/>
                    <a:pt x="797" y="2008"/>
                    <a:pt x="870" y="1785"/>
                  </a:cubicBezTo>
                  <a:cubicBezTo>
                    <a:pt x="941" y="1563"/>
                    <a:pt x="1015" y="1355"/>
                    <a:pt x="1088" y="1170"/>
                  </a:cubicBezTo>
                  <a:cubicBezTo>
                    <a:pt x="1160" y="985"/>
                    <a:pt x="1231" y="815"/>
                    <a:pt x="1306" y="670"/>
                  </a:cubicBezTo>
                  <a:cubicBezTo>
                    <a:pt x="1378" y="525"/>
                    <a:pt x="1448" y="403"/>
                    <a:pt x="1520" y="303"/>
                  </a:cubicBezTo>
                  <a:cubicBezTo>
                    <a:pt x="1595" y="203"/>
                    <a:pt x="1666" y="125"/>
                    <a:pt x="1738" y="75"/>
                  </a:cubicBezTo>
                  <a:cubicBezTo>
                    <a:pt x="1812" y="25"/>
                    <a:pt x="1883" y="0"/>
                    <a:pt x="1958" y="0"/>
                  </a:cubicBezTo>
                  <a:cubicBezTo>
                    <a:pt x="2029" y="0"/>
                    <a:pt x="2101" y="25"/>
                    <a:pt x="2173" y="75"/>
                  </a:cubicBezTo>
                  <a:cubicBezTo>
                    <a:pt x="2248" y="125"/>
                    <a:pt x="2318" y="203"/>
                    <a:pt x="2392" y="303"/>
                  </a:cubicBezTo>
                  <a:cubicBezTo>
                    <a:pt x="2463" y="403"/>
                    <a:pt x="2536" y="525"/>
                    <a:pt x="2609" y="670"/>
                  </a:cubicBezTo>
                  <a:cubicBezTo>
                    <a:pt x="2681" y="815"/>
                    <a:pt x="2754" y="985"/>
                    <a:pt x="2826" y="1170"/>
                  </a:cubicBezTo>
                  <a:cubicBezTo>
                    <a:pt x="2898" y="1355"/>
                    <a:pt x="2971" y="1563"/>
                    <a:pt x="3045" y="1785"/>
                  </a:cubicBezTo>
                  <a:cubicBezTo>
                    <a:pt x="3115" y="2008"/>
                    <a:pt x="3186" y="2250"/>
                    <a:pt x="3260" y="2500"/>
                  </a:cubicBezTo>
                  <a:cubicBezTo>
                    <a:pt x="3335" y="2750"/>
                    <a:pt x="3406" y="3018"/>
                    <a:pt x="3478" y="3290"/>
                  </a:cubicBezTo>
                  <a:cubicBezTo>
                    <a:pt x="3550" y="3563"/>
                    <a:pt x="3623" y="3848"/>
                    <a:pt x="3697" y="4133"/>
                  </a:cubicBezTo>
                  <a:cubicBezTo>
                    <a:pt x="3768" y="4418"/>
                    <a:pt x="3839" y="4710"/>
                    <a:pt x="3913" y="5000"/>
                  </a:cubicBezTo>
                  <a:cubicBezTo>
                    <a:pt x="3986" y="5290"/>
                    <a:pt x="4057" y="5583"/>
                    <a:pt x="4132" y="5868"/>
                  </a:cubicBezTo>
                  <a:cubicBezTo>
                    <a:pt x="4205" y="6153"/>
                    <a:pt x="4275" y="6438"/>
                    <a:pt x="4347" y="6710"/>
                  </a:cubicBezTo>
                  <a:cubicBezTo>
                    <a:pt x="4420" y="6983"/>
                    <a:pt x="4492" y="7250"/>
                    <a:pt x="4565" y="7500"/>
                  </a:cubicBezTo>
                  <a:cubicBezTo>
                    <a:pt x="4639" y="7750"/>
                    <a:pt x="4711" y="7990"/>
                    <a:pt x="4782" y="8213"/>
                  </a:cubicBezTo>
                  <a:cubicBezTo>
                    <a:pt x="4855" y="8435"/>
                    <a:pt x="4927" y="8645"/>
                    <a:pt x="5002" y="8830"/>
                  </a:cubicBezTo>
                  <a:cubicBezTo>
                    <a:pt x="5072" y="9015"/>
                    <a:pt x="5145" y="9185"/>
                    <a:pt x="5216" y="9330"/>
                  </a:cubicBezTo>
                  <a:cubicBezTo>
                    <a:pt x="5291" y="9475"/>
                    <a:pt x="5364" y="9598"/>
                    <a:pt x="5436" y="9698"/>
                  </a:cubicBezTo>
                  <a:cubicBezTo>
                    <a:pt x="5506" y="9798"/>
                    <a:pt x="5580" y="9875"/>
                    <a:pt x="5651" y="9925"/>
                  </a:cubicBezTo>
                  <a:cubicBezTo>
                    <a:pt x="5725" y="9975"/>
                    <a:pt x="5797" y="10000"/>
                    <a:pt x="5871" y="10000"/>
                  </a:cubicBezTo>
                  <a:cubicBezTo>
                    <a:pt x="5943" y="10000"/>
                    <a:pt x="6014" y="9975"/>
                    <a:pt x="6087" y="9925"/>
                  </a:cubicBezTo>
                  <a:cubicBezTo>
                    <a:pt x="6159" y="9875"/>
                    <a:pt x="6232" y="9798"/>
                    <a:pt x="6304" y="9698"/>
                  </a:cubicBezTo>
                  <a:cubicBezTo>
                    <a:pt x="6377" y="9598"/>
                    <a:pt x="6448" y="9475"/>
                    <a:pt x="6523" y="9330"/>
                  </a:cubicBezTo>
                  <a:cubicBezTo>
                    <a:pt x="6593" y="9185"/>
                    <a:pt x="6666" y="9015"/>
                    <a:pt x="6740" y="8830"/>
                  </a:cubicBezTo>
                  <a:cubicBezTo>
                    <a:pt x="6812" y="8645"/>
                    <a:pt x="6884" y="8438"/>
                    <a:pt x="6956" y="8215"/>
                  </a:cubicBezTo>
                  <a:cubicBezTo>
                    <a:pt x="7031" y="7993"/>
                    <a:pt x="7102" y="7750"/>
                    <a:pt x="7173" y="7500"/>
                  </a:cubicBezTo>
                  <a:cubicBezTo>
                    <a:pt x="7248" y="7250"/>
                    <a:pt x="7319" y="6983"/>
                    <a:pt x="7390" y="6710"/>
                  </a:cubicBezTo>
                  <a:cubicBezTo>
                    <a:pt x="7465" y="6438"/>
                    <a:pt x="7537" y="6155"/>
                    <a:pt x="7609" y="5870"/>
                  </a:cubicBezTo>
                  <a:cubicBezTo>
                    <a:pt x="7683" y="5585"/>
                    <a:pt x="7754" y="5290"/>
                    <a:pt x="7826" y="5000"/>
                  </a:cubicBezTo>
                  <a:cubicBezTo>
                    <a:pt x="7899" y="4710"/>
                    <a:pt x="7971" y="4418"/>
                    <a:pt x="8044" y="4133"/>
                  </a:cubicBezTo>
                  <a:cubicBezTo>
                    <a:pt x="8117" y="3848"/>
                    <a:pt x="8189" y="3563"/>
                    <a:pt x="8261" y="3290"/>
                  </a:cubicBezTo>
                  <a:cubicBezTo>
                    <a:pt x="8332" y="3018"/>
                    <a:pt x="8406" y="2750"/>
                    <a:pt x="8480" y="2500"/>
                  </a:cubicBezTo>
                  <a:cubicBezTo>
                    <a:pt x="8551" y="2250"/>
                    <a:pt x="8623" y="2010"/>
                    <a:pt x="8695" y="1788"/>
                  </a:cubicBezTo>
                  <a:cubicBezTo>
                    <a:pt x="8770" y="1565"/>
                    <a:pt x="8841" y="1355"/>
                    <a:pt x="8913" y="1170"/>
                  </a:cubicBezTo>
                  <a:cubicBezTo>
                    <a:pt x="8985" y="985"/>
                    <a:pt x="9056" y="815"/>
                    <a:pt x="9130" y="670"/>
                  </a:cubicBezTo>
                  <a:cubicBezTo>
                    <a:pt x="9204" y="525"/>
                    <a:pt x="9277" y="403"/>
                    <a:pt x="9348" y="303"/>
                  </a:cubicBezTo>
                  <a:cubicBezTo>
                    <a:pt x="9422" y="203"/>
                    <a:pt x="9491" y="125"/>
                    <a:pt x="9565" y="75"/>
                  </a:cubicBezTo>
                  <a:cubicBezTo>
                    <a:pt x="9639" y="25"/>
                    <a:pt x="9710" y="0"/>
                    <a:pt x="9782" y="0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sz="1350"/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953B6488-CAD7-89CF-C699-972BE9167274}"/>
                </a:ext>
              </a:extLst>
            </p:cNvPr>
            <p:cNvGrpSpPr/>
            <p:nvPr/>
          </p:nvGrpSpPr>
          <p:grpSpPr>
            <a:xfrm>
              <a:off x="6228476" y="2194459"/>
              <a:ext cx="2434511" cy="829586"/>
              <a:chOff x="6312534" y="1941662"/>
              <a:chExt cx="3746470" cy="3030915"/>
            </a:xfrm>
          </p:grpSpPr>
          <p:sp>
            <p:nvSpPr>
              <p:cNvPr id="5133" name="Line 4">
                <a:extLst>
                  <a:ext uri="{FF2B5EF4-FFF2-40B4-BE49-F238E27FC236}">
                    <a16:creationId xmlns:a16="http://schemas.microsoft.com/office/drawing/2014/main" id="{7E700FD9-C6A7-0786-0D85-FC90F05ADDE4}"/>
                  </a:ext>
                </a:extLst>
              </p:cNvPr>
              <p:cNvSpPr/>
              <p:nvPr/>
            </p:nvSpPr>
            <p:spPr>
              <a:xfrm>
                <a:off x="6312534" y="3558035"/>
                <a:ext cx="3746470" cy="0"/>
              </a:xfrm>
              <a:prstGeom prst="line">
                <a:avLst/>
              </a:prstGeom>
              <a:ln w="28575" cap="flat" cmpd="sng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34" name="Line 5">
                <a:extLst>
                  <a:ext uri="{FF2B5EF4-FFF2-40B4-BE49-F238E27FC236}">
                    <a16:creationId xmlns:a16="http://schemas.microsoft.com/office/drawing/2014/main" id="{A4437486-5481-684D-1D29-DBFA2C82CBF9}"/>
                  </a:ext>
                </a:extLst>
              </p:cNvPr>
              <p:cNvSpPr/>
              <p:nvPr/>
            </p:nvSpPr>
            <p:spPr>
              <a:xfrm flipH="1" flipV="1">
                <a:off x="6312534" y="1941662"/>
                <a:ext cx="0" cy="3030915"/>
              </a:xfrm>
              <a:prstGeom prst="line">
                <a:avLst/>
              </a:prstGeom>
              <a:ln w="28575" cap="flat" cmpd="sng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  <p:txBody>
              <a:bodyPr/>
              <a:lstStyle/>
              <a:p>
                <a:endParaRPr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C82EFF98-0DCB-57FB-498E-109A90C552BF}"/>
                    </a:ext>
                  </a:extLst>
                </p:cNvPr>
                <p:cNvSpPr txBox="1"/>
                <p:nvPr/>
              </p:nvSpPr>
              <p:spPr>
                <a:xfrm>
                  <a:off x="8250886" y="2362171"/>
                  <a:ext cx="22762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oMath>
                    </m:oMathPara>
                  </a14:m>
                  <a:endParaRPr lang="zh-CN" altLang="en-US" sz="2000" b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886" y="2362171"/>
                  <a:ext cx="227626" cy="307777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27027" r="-27027"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30E7A29C-6A74-32EB-B2C5-2FE4E3234843}"/>
                    </a:ext>
                  </a:extLst>
                </p:cNvPr>
                <p:cNvSpPr txBox="1"/>
                <p:nvPr/>
              </p:nvSpPr>
              <p:spPr>
                <a:xfrm>
                  <a:off x="5957436" y="2079793"/>
                  <a:ext cx="205184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zh-CN" altLang="en-US" sz="2000" b="1" i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24" name="文本框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436" y="2079793"/>
                  <a:ext cx="205184" cy="307777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18182" r="-2121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AFDB4FC-10E5-F635-934B-8BC3CC53C392}"/>
                </a:ext>
              </a:extLst>
            </p:cNvPr>
            <p:cNvSpPr/>
            <p:nvPr/>
          </p:nvSpPr>
          <p:spPr>
            <a:xfrm flipH="1">
              <a:off x="6228473" y="4965443"/>
              <a:ext cx="2022413" cy="629556"/>
            </a:xfrm>
            <a:custGeom>
              <a:avLst/>
              <a:gdLst>
                <a:gd name="connsiteX0" fmla="*/ 0 w 9970"/>
                <a:gd name="connsiteY0" fmla="*/ 5000 h 10000"/>
                <a:gd name="connsiteX1" fmla="*/ 185 w 9970"/>
                <a:gd name="connsiteY1" fmla="*/ 4133 h 10000"/>
                <a:gd name="connsiteX2" fmla="*/ 369 w 9970"/>
                <a:gd name="connsiteY2" fmla="*/ 3290 h 10000"/>
                <a:gd name="connsiteX3" fmla="*/ 554 w 9970"/>
                <a:gd name="connsiteY3" fmla="*/ 2500 h 10000"/>
                <a:gd name="connsiteX4" fmla="*/ 738 w 9970"/>
                <a:gd name="connsiteY4" fmla="*/ 1785 h 10000"/>
                <a:gd name="connsiteX5" fmla="*/ 923 w 9970"/>
                <a:gd name="connsiteY5" fmla="*/ 1170 h 10000"/>
                <a:gd name="connsiteX6" fmla="*/ 1108 w 9970"/>
                <a:gd name="connsiteY6" fmla="*/ 670 h 10000"/>
                <a:gd name="connsiteX7" fmla="*/ 1292 w 9970"/>
                <a:gd name="connsiteY7" fmla="*/ 303 h 10000"/>
                <a:gd name="connsiteX8" fmla="*/ 1477 w 9970"/>
                <a:gd name="connsiteY8" fmla="*/ 75 h 10000"/>
                <a:gd name="connsiteX9" fmla="*/ 1662 w 9970"/>
                <a:gd name="connsiteY9" fmla="*/ 0 h 10000"/>
                <a:gd name="connsiteX10" fmla="*/ 1846 w 9970"/>
                <a:gd name="connsiteY10" fmla="*/ 75 h 10000"/>
                <a:gd name="connsiteX11" fmla="*/ 2031 w 9970"/>
                <a:gd name="connsiteY11" fmla="*/ 303 h 10000"/>
                <a:gd name="connsiteX12" fmla="*/ 2215 w 9970"/>
                <a:gd name="connsiteY12" fmla="*/ 670 h 10000"/>
                <a:gd name="connsiteX13" fmla="*/ 2400 w 9970"/>
                <a:gd name="connsiteY13" fmla="*/ 1170 h 10000"/>
                <a:gd name="connsiteX14" fmla="*/ 2585 w 9970"/>
                <a:gd name="connsiteY14" fmla="*/ 1785 h 10000"/>
                <a:gd name="connsiteX15" fmla="*/ 2769 w 9970"/>
                <a:gd name="connsiteY15" fmla="*/ 2500 h 10000"/>
                <a:gd name="connsiteX16" fmla="*/ 2954 w 9970"/>
                <a:gd name="connsiteY16" fmla="*/ 3290 h 10000"/>
                <a:gd name="connsiteX17" fmla="*/ 3139 w 9970"/>
                <a:gd name="connsiteY17" fmla="*/ 4133 h 10000"/>
                <a:gd name="connsiteX18" fmla="*/ 3323 w 9970"/>
                <a:gd name="connsiteY18" fmla="*/ 5000 h 10000"/>
                <a:gd name="connsiteX19" fmla="*/ 3508 w 9970"/>
                <a:gd name="connsiteY19" fmla="*/ 5868 h 10000"/>
                <a:gd name="connsiteX20" fmla="*/ 3692 w 9970"/>
                <a:gd name="connsiteY20" fmla="*/ 6710 h 10000"/>
                <a:gd name="connsiteX21" fmla="*/ 3877 w 9970"/>
                <a:gd name="connsiteY21" fmla="*/ 7500 h 10000"/>
                <a:gd name="connsiteX22" fmla="*/ 4062 w 9970"/>
                <a:gd name="connsiteY22" fmla="*/ 8213 h 10000"/>
                <a:gd name="connsiteX23" fmla="*/ 4246 w 9970"/>
                <a:gd name="connsiteY23" fmla="*/ 8830 h 10000"/>
                <a:gd name="connsiteX24" fmla="*/ 4431 w 9970"/>
                <a:gd name="connsiteY24" fmla="*/ 9330 h 10000"/>
                <a:gd name="connsiteX25" fmla="*/ 4616 w 9970"/>
                <a:gd name="connsiteY25" fmla="*/ 9698 h 10000"/>
                <a:gd name="connsiteX26" fmla="*/ 4800 w 9970"/>
                <a:gd name="connsiteY26" fmla="*/ 9925 h 10000"/>
                <a:gd name="connsiteX27" fmla="*/ 4985 w 9970"/>
                <a:gd name="connsiteY27" fmla="*/ 10000 h 10000"/>
                <a:gd name="connsiteX28" fmla="*/ 5169 w 9970"/>
                <a:gd name="connsiteY28" fmla="*/ 9925 h 10000"/>
                <a:gd name="connsiteX29" fmla="*/ 5354 w 9970"/>
                <a:gd name="connsiteY29" fmla="*/ 9698 h 10000"/>
                <a:gd name="connsiteX30" fmla="*/ 5539 w 9970"/>
                <a:gd name="connsiteY30" fmla="*/ 9330 h 10000"/>
                <a:gd name="connsiteX31" fmla="*/ 5723 w 9970"/>
                <a:gd name="connsiteY31" fmla="*/ 8830 h 10000"/>
                <a:gd name="connsiteX32" fmla="*/ 5908 w 9970"/>
                <a:gd name="connsiteY32" fmla="*/ 8215 h 10000"/>
                <a:gd name="connsiteX33" fmla="*/ 6092 w 9970"/>
                <a:gd name="connsiteY33" fmla="*/ 7500 h 10000"/>
                <a:gd name="connsiteX34" fmla="*/ 6277 w 9970"/>
                <a:gd name="connsiteY34" fmla="*/ 6710 h 10000"/>
                <a:gd name="connsiteX35" fmla="*/ 6462 w 9970"/>
                <a:gd name="connsiteY35" fmla="*/ 5870 h 10000"/>
                <a:gd name="connsiteX36" fmla="*/ 6646 w 9970"/>
                <a:gd name="connsiteY36" fmla="*/ 5000 h 10000"/>
                <a:gd name="connsiteX37" fmla="*/ 6831 w 9970"/>
                <a:gd name="connsiteY37" fmla="*/ 4133 h 10000"/>
                <a:gd name="connsiteX38" fmla="*/ 7016 w 9970"/>
                <a:gd name="connsiteY38" fmla="*/ 3290 h 10000"/>
                <a:gd name="connsiteX39" fmla="*/ 7200 w 9970"/>
                <a:gd name="connsiteY39" fmla="*/ 2500 h 10000"/>
                <a:gd name="connsiteX40" fmla="*/ 7385 w 9970"/>
                <a:gd name="connsiteY40" fmla="*/ 1788 h 10000"/>
                <a:gd name="connsiteX41" fmla="*/ 7569 w 9970"/>
                <a:gd name="connsiteY41" fmla="*/ 1170 h 10000"/>
                <a:gd name="connsiteX42" fmla="*/ 7754 w 9970"/>
                <a:gd name="connsiteY42" fmla="*/ 670 h 10000"/>
                <a:gd name="connsiteX43" fmla="*/ 7939 w 9970"/>
                <a:gd name="connsiteY43" fmla="*/ 303 h 10000"/>
                <a:gd name="connsiteX44" fmla="*/ 8123 w 9970"/>
                <a:gd name="connsiteY44" fmla="*/ 75 h 10000"/>
                <a:gd name="connsiteX45" fmla="*/ 8308 w 9970"/>
                <a:gd name="connsiteY45" fmla="*/ 0 h 10000"/>
                <a:gd name="connsiteX46" fmla="*/ 8493 w 9970"/>
                <a:gd name="connsiteY46" fmla="*/ 75 h 10000"/>
                <a:gd name="connsiteX47" fmla="*/ 8677 w 9970"/>
                <a:gd name="connsiteY47" fmla="*/ 300 h 10000"/>
                <a:gd name="connsiteX48" fmla="*/ 8862 w 9970"/>
                <a:gd name="connsiteY48" fmla="*/ 670 h 10000"/>
                <a:gd name="connsiteX49" fmla="*/ 9046 w 9970"/>
                <a:gd name="connsiteY49" fmla="*/ 1170 h 10000"/>
                <a:gd name="connsiteX50" fmla="*/ 9231 w 9970"/>
                <a:gd name="connsiteY50" fmla="*/ 1785 h 10000"/>
                <a:gd name="connsiteX51" fmla="*/ 9416 w 9970"/>
                <a:gd name="connsiteY51" fmla="*/ 2500 h 10000"/>
                <a:gd name="connsiteX52" fmla="*/ 9600 w 9970"/>
                <a:gd name="connsiteY52" fmla="*/ 3288 h 10000"/>
                <a:gd name="connsiteX53" fmla="*/ 9785 w 9970"/>
                <a:gd name="connsiteY53" fmla="*/ 4130 h 10000"/>
                <a:gd name="connsiteX54" fmla="*/ 9970 w 9970"/>
                <a:gd name="connsiteY54" fmla="*/ 4998 h 10000"/>
                <a:gd name="connsiteX0-1" fmla="*/ 0 w 9814"/>
                <a:gd name="connsiteY0-2" fmla="*/ 5000 h 10000"/>
                <a:gd name="connsiteX1-3" fmla="*/ 186 w 9814"/>
                <a:gd name="connsiteY1-4" fmla="*/ 4133 h 10000"/>
                <a:gd name="connsiteX2-5" fmla="*/ 370 w 9814"/>
                <a:gd name="connsiteY2-6" fmla="*/ 3290 h 10000"/>
                <a:gd name="connsiteX3-7" fmla="*/ 556 w 9814"/>
                <a:gd name="connsiteY3-8" fmla="*/ 2500 h 10000"/>
                <a:gd name="connsiteX4-9" fmla="*/ 740 w 9814"/>
                <a:gd name="connsiteY4-10" fmla="*/ 1785 h 10000"/>
                <a:gd name="connsiteX5-11" fmla="*/ 926 w 9814"/>
                <a:gd name="connsiteY5-12" fmla="*/ 1170 h 10000"/>
                <a:gd name="connsiteX6-13" fmla="*/ 1111 w 9814"/>
                <a:gd name="connsiteY6-14" fmla="*/ 670 h 10000"/>
                <a:gd name="connsiteX7-15" fmla="*/ 1296 w 9814"/>
                <a:gd name="connsiteY7-16" fmla="*/ 303 h 10000"/>
                <a:gd name="connsiteX8-17" fmla="*/ 1481 w 9814"/>
                <a:gd name="connsiteY8-18" fmla="*/ 75 h 10000"/>
                <a:gd name="connsiteX9-19" fmla="*/ 1667 w 9814"/>
                <a:gd name="connsiteY9-20" fmla="*/ 0 h 10000"/>
                <a:gd name="connsiteX10-21" fmla="*/ 1852 w 9814"/>
                <a:gd name="connsiteY10-22" fmla="*/ 75 h 10000"/>
                <a:gd name="connsiteX11-23" fmla="*/ 2037 w 9814"/>
                <a:gd name="connsiteY11-24" fmla="*/ 303 h 10000"/>
                <a:gd name="connsiteX12-25" fmla="*/ 2222 w 9814"/>
                <a:gd name="connsiteY12-26" fmla="*/ 670 h 10000"/>
                <a:gd name="connsiteX13-27" fmla="*/ 2407 w 9814"/>
                <a:gd name="connsiteY13-28" fmla="*/ 1170 h 10000"/>
                <a:gd name="connsiteX14-29" fmla="*/ 2593 w 9814"/>
                <a:gd name="connsiteY14-30" fmla="*/ 1785 h 10000"/>
                <a:gd name="connsiteX15-31" fmla="*/ 2777 w 9814"/>
                <a:gd name="connsiteY15-32" fmla="*/ 2500 h 10000"/>
                <a:gd name="connsiteX16-33" fmla="*/ 2963 w 9814"/>
                <a:gd name="connsiteY16-34" fmla="*/ 3290 h 10000"/>
                <a:gd name="connsiteX17-35" fmla="*/ 3148 w 9814"/>
                <a:gd name="connsiteY17-36" fmla="*/ 4133 h 10000"/>
                <a:gd name="connsiteX18-37" fmla="*/ 3333 w 9814"/>
                <a:gd name="connsiteY18-38" fmla="*/ 5000 h 10000"/>
                <a:gd name="connsiteX19-39" fmla="*/ 3519 w 9814"/>
                <a:gd name="connsiteY19-40" fmla="*/ 5868 h 10000"/>
                <a:gd name="connsiteX20-41" fmla="*/ 3703 w 9814"/>
                <a:gd name="connsiteY20-42" fmla="*/ 6710 h 10000"/>
                <a:gd name="connsiteX21-43" fmla="*/ 3889 w 9814"/>
                <a:gd name="connsiteY21-44" fmla="*/ 7500 h 10000"/>
                <a:gd name="connsiteX22-45" fmla="*/ 4074 w 9814"/>
                <a:gd name="connsiteY22-46" fmla="*/ 8213 h 10000"/>
                <a:gd name="connsiteX23-47" fmla="*/ 4259 w 9814"/>
                <a:gd name="connsiteY23-48" fmla="*/ 8830 h 10000"/>
                <a:gd name="connsiteX24-49" fmla="*/ 4444 w 9814"/>
                <a:gd name="connsiteY24-50" fmla="*/ 9330 h 10000"/>
                <a:gd name="connsiteX25-51" fmla="*/ 4630 w 9814"/>
                <a:gd name="connsiteY25-52" fmla="*/ 9698 h 10000"/>
                <a:gd name="connsiteX26-53" fmla="*/ 4814 w 9814"/>
                <a:gd name="connsiteY26-54" fmla="*/ 9925 h 10000"/>
                <a:gd name="connsiteX27-55" fmla="*/ 5000 w 9814"/>
                <a:gd name="connsiteY27-56" fmla="*/ 10000 h 10000"/>
                <a:gd name="connsiteX28-57" fmla="*/ 5185 w 9814"/>
                <a:gd name="connsiteY28-58" fmla="*/ 9925 h 10000"/>
                <a:gd name="connsiteX29-59" fmla="*/ 5370 w 9814"/>
                <a:gd name="connsiteY29-60" fmla="*/ 9698 h 10000"/>
                <a:gd name="connsiteX30-61" fmla="*/ 5556 w 9814"/>
                <a:gd name="connsiteY30-62" fmla="*/ 9330 h 10000"/>
                <a:gd name="connsiteX31-63" fmla="*/ 5740 w 9814"/>
                <a:gd name="connsiteY31-64" fmla="*/ 8830 h 10000"/>
                <a:gd name="connsiteX32-65" fmla="*/ 5926 w 9814"/>
                <a:gd name="connsiteY32-66" fmla="*/ 8215 h 10000"/>
                <a:gd name="connsiteX33-67" fmla="*/ 6110 w 9814"/>
                <a:gd name="connsiteY33-68" fmla="*/ 7500 h 10000"/>
                <a:gd name="connsiteX34-69" fmla="*/ 6296 w 9814"/>
                <a:gd name="connsiteY34-70" fmla="*/ 6710 h 10000"/>
                <a:gd name="connsiteX35-71" fmla="*/ 6481 w 9814"/>
                <a:gd name="connsiteY35-72" fmla="*/ 5870 h 10000"/>
                <a:gd name="connsiteX36-73" fmla="*/ 6666 w 9814"/>
                <a:gd name="connsiteY36-74" fmla="*/ 5000 h 10000"/>
                <a:gd name="connsiteX37-75" fmla="*/ 6852 w 9814"/>
                <a:gd name="connsiteY37-76" fmla="*/ 4133 h 10000"/>
                <a:gd name="connsiteX38-77" fmla="*/ 7037 w 9814"/>
                <a:gd name="connsiteY38-78" fmla="*/ 3290 h 10000"/>
                <a:gd name="connsiteX39-79" fmla="*/ 7222 w 9814"/>
                <a:gd name="connsiteY39-80" fmla="*/ 2500 h 10000"/>
                <a:gd name="connsiteX40-81" fmla="*/ 7407 w 9814"/>
                <a:gd name="connsiteY40-82" fmla="*/ 1788 h 10000"/>
                <a:gd name="connsiteX41-83" fmla="*/ 7592 w 9814"/>
                <a:gd name="connsiteY41-84" fmla="*/ 1170 h 10000"/>
                <a:gd name="connsiteX42-85" fmla="*/ 7777 w 9814"/>
                <a:gd name="connsiteY42-86" fmla="*/ 670 h 10000"/>
                <a:gd name="connsiteX43-87" fmla="*/ 7963 w 9814"/>
                <a:gd name="connsiteY43-88" fmla="*/ 303 h 10000"/>
                <a:gd name="connsiteX44-89" fmla="*/ 8147 w 9814"/>
                <a:gd name="connsiteY44-90" fmla="*/ 75 h 10000"/>
                <a:gd name="connsiteX45-91" fmla="*/ 8333 w 9814"/>
                <a:gd name="connsiteY45-92" fmla="*/ 0 h 10000"/>
                <a:gd name="connsiteX46-93" fmla="*/ 8519 w 9814"/>
                <a:gd name="connsiteY46-94" fmla="*/ 75 h 10000"/>
                <a:gd name="connsiteX47-95" fmla="*/ 8703 w 9814"/>
                <a:gd name="connsiteY47-96" fmla="*/ 300 h 10000"/>
                <a:gd name="connsiteX48-97" fmla="*/ 8889 w 9814"/>
                <a:gd name="connsiteY48-98" fmla="*/ 670 h 10000"/>
                <a:gd name="connsiteX49-99" fmla="*/ 9073 w 9814"/>
                <a:gd name="connsiteY49-100" fmla="*/ 1170 h 10000"/>
                <a:gd name="connsiteX50-101" fmla="*/ 9259 w 9814"/>
                <a:gd name="connsiteY50-102" fmla="*/ 1785 h 10000"/>
                <a:gd name="connsiteX51-103" fmla="*/ 9444 w 9814"/>
                <a:gd name="connsiteY51-104" fmla="*/ 2500 h 10000"/>
                <a:gd name="connsiteX52-105" fmla="*/ 9629 w 9814"/>
                <a:gd name="connsiteY52-106" fmla="*/ 3288 h 10000"/>
                <a:gd name="connsiteX53-107" fmla="*/ 9814 w 9814"/>
                <a:gd name="connsiteY53-108" fmla="*/ 4130 h 10000"/>
                <a:gd name="connsiteX0-109" fmla="*/ 0 w 9811"/>
                <a:gd name="connsiteY0-110" fmla="*/ 5000 h 10000"/>
                <a:gd name="connsiteX1-111" fmla="*/ 190 w 9811"/>
                <a:gd name="connsiteY1-112" fmla="*/ 4133 h 10000"/>
                <a:gd name="connsiteX2-113" fmla="*/ 377 w 9811"/>
                <a:gd name="connsiteY2-114" fmla="*/ 3290 h 10000"/>
                <a:gd name="connsiteX3-115" fmla="*/ 567 w 9811"/>
                <a:gd name="connsiteY3-116" fmla="*/ 2500 h 10000"/>
                <a:gd name="connsiteX4-117" fmla="*/ 754 w 9811"/>
                <a:gd name="connsiteY4-118" fmla="*/ 1785 h 10000"/>
                <a:gd name="connsiteX5-119" fmla="*/ 944 w 9811"/>
                <a:gd name="connsiteY5-120" fmla="*/ 1170 h 10000"/>
                <a:gd name="connsiteX6-121" fmla="*/ 1132 w 9811"/>
                <a:gd name="connsiteY6-122" fmla="*/ 670 h 10000"/>
                <a:gd name="connsiteX7-123" fmla="*/ 1321 w 9811"/>
                <a:gd name="connsiteY7-124" fmla="*/ 303 h 10000"/>
                <a:gd name="connsiteX8-125" fmla="*/ 1509 w 9811"/>
                <a:gd name="connsiteY8-126" fmla="*/ 75 h 10000"/>
                <a:gd name="connsiteX9-127" fmla="*/ 1699 w 9811"/>
                <a:gd name="connsiteY9-128" fmla="*/ 0 h 10000"/>
                <a:gd name="connsiteX10-129" fmla="*/ 1887 w 9811"/>
                <a:gd name="connsiteY10-130" fmla="*/ 75 h 10000"/>
                <a:gd name="connsiteX11-131" fmla="*/ 2076 w 9811"/>
                <a:gd name="connsiteY11-132" fmla="*/ 303 h 10000"/>
                <a:gd name="connsiteX12-133" fmla="*/ 2264 w 9811"/>
                <a:gd name="connsiteY12-134" fmla="*/ 670 h 10000"/>
                <a:gd name="connsiteX13-135" fmla="*/ 2453 w 9811"/>
                <a:gd name="connsiteY13-136" fmla="*/ 1170 h 10000"/>
                <a:gd name="connsiteX14-137" fmla="*/ 2642 w 9811"/>
                <a:gd name="connsiteY14-138" fmla="*/ 1785 h 10000"/>
                <a:gd name="connsiteX15-139" fmla="*/ 2830 w 9811"/>
                <a:gd name="connsiteY15-140" fmla="*/ 2500 h 10000"/>
                <a:gd name="connsiteX16-141" fmla="*/ 3019 w 9811"/>
                <a:gd name="connsiteY16-142" fmla="*/ 3290 h 10000"/>
                <a:gd name="connsiteX17-143" fmla="*/ 3208 w 9811"/>
                <a:gd name="connsiteY17-144" fmla="*/ 4133 h 10000"/>
                <a:gd name="connsiteX18-145" fmla="*/ 3396 w 9811"/>
                <a:gd name="connsiteY18-146" fmla="*/ 5000 h 10000"/>
                <a:gd name="connsiteX19-147" fmla="*/ 3586 w 9811"/>
                <a:gd name="connsiteY19-148" fmla="*/ 5868 h 10000"/>
                <a:gd name="connsiteX20-149" fmla="*/ 3773 w 9811"/>
                <a:gd name="connsiteY20-150" fmla="*/ 6710 h 10000"/>
                <a:gd name="connsiteX21-151" fmla="*/ 3963 w 9811"/>
                <a:gd name="connsiteY21-152" fmla="*/ 7500 h 10000"/>
                <a:gd name="connsiteX22-153" fmla="*/ 4151 w 9811"/>
                <a:gd name="connsiteY22-154" fmla="*/ 8213 h 10000"/>
                <a:gd name="connsiteX23-155" fmla="*/ 4340 w 9811"/>
                <a:gd name="connsiteY23-156" fmla="*/ 8830 h 10000"/>
                <a:gd name="connsiteX24-157" fmla="*/ 4528 w 9811"/>
                <a:gd name="connsiteY24-158" fmla="*/ 9330 h 10000"/>
                <a:gd name="connsiteX25-159" fmla="*/ 4718 w 9811"/>
                <a:gd name="connsiteY25-160" fmla="*/ 9698 h 10000"/>
                <a:gd name="connsiteX26-161" fmla="*/ 4905 w 9811"/>
                <a:gd name="connsiteY26-162" fmla="*/ 9925 h 10000"/>
                <a:gd name="connsiteX27-163" fmla="*/ 5095 w 9811"/>
                <a:gd name="connsiteY27-164" fmla="*/ 10000 h 10000"/>
                <a:gd name="connsiteX28-165" fmla="*/ 5283 w 9811"/>
                <a:gd name="connsiteY28-166" fmla="*/ 9925 h 10000"/>
                <a:gd name="connsiteX29-167" fmla="*/ 5472 w 9811"/>
                <a:gd name="connsiteY29-168" fmla="*/ 9698 h 10000"/>
                <a:gd name="connsiteX30-169" fmla="*/ 5661 w 9811"/>
                <a:gd name="connsiteY30-170" fmla="*/ 9330 h 10000"/>
                <a:gd name="connsiteX31-171" fmla="*/ 5849 w 9811"/>
                <a:gd name="connsiteY31-172" fmla="*/ 8830 h 10000"/>
                <a:gd name="connsiteX32-173" fmla="*/ 6038 w 9811"/>
                <a:gd name="connsiteY32-174" fmla="*/ 8215 h 10000"/>
                <a:gd name="connsiteX33-175" fmla="*/ 6226 w 9811"/>
                <a:gd name="connsiteY33-176" fmla="*/ 7500 h 10000"/>
                <a:gd name="connsiteX34-177" fmla="*/ 6415 w 9811"/>
                <a:gd name="connsiteY34-178" fmla="*/ 6710 h 10000"/>
                <a:gd name="connsiteX35-179" fmla="*/ 6604 w 9811"/>
                <a:gd name="connsiteY35-180" fmla="*/ 5870 h 10000"/>
                <a:gd name="connsiteX36-181" fmla="*/ 6792 w 9811"/>
                <a:gd name="connsiteY36-182" fmla="*/ 5000 h 10000"/>
                <a:gd name="connsiteX37-183" fmla="*/ 6982 w 9811"/>
                <a:gd name="connsiteY37-184" fmla="*/ 4133 h 10000"/>
                <a:gd name="connsiteX38-185" fmla="*/ 7170 w 9811"/>
                <a:gd name="connsiteY38-186" fmla="*/ 3290 h 10000"/>
                <a:gd name="connsiteX39-187" fmla="*/ 7359 w 9811"/>
                <a:gd name="connsiteY39-188" fmla="*/ 2500 h 10000"/>
                <a:gd name="connsiteX40-189" fmla="*/ 7547 w 9811"/>
                <a:gd name="connsiteY40-190" fmla="*/ 1788 h 10000"/>
                <a:gd name="connsiteX41-191" fmla="*/ 7736 w 9811"/>
                <a:gd name="connsiteY41-192" fmla="*/ 1170 h 10000"/>
                <a:gd name="connsiteX42-193" fmla="*/ 7924 w 9811"/>
                <a:gd name="connsiteY42-194" fmla="*/ 670 h 10000"/>
                <a:gd name="connsiteX43-195" fmla="*/ 8114 w 9811"/>
                <a:gd name="connsiteY43-196" fmla="*/ 303 h 10000"/>
                <a:gd name="connsiteX44-197" fmla="*/ 8301 w 9811"/>
                <a:gd name="connsiteY44-198" fmla="*/ 75 h 10000"/>
                <a:gd name="connsiteX45-199" fmla="*/ 8491 w 9811"/>
                <a:gd name="connsiteY45-200" fmla="*/ 0 h 10000"/>
                <a:gd name="connsiteX46-201" fmla="*/ 8680 w 9811"/>
                <a:gd name="connsiteY46-202" fmla="*/ 75 h 10000"/>
                <a:gd name="connsiteX47-203" fmla="*/ 8868 w 9811"/>
                <a:gd name="connsiteY47-204" fmla="*/ 300 h 10000"/>
                <a:gd name="connsiteX48-205" fmla="*/ 9057 w 9811"/>
                <a:gd name="connsiteY48-206" fmla="*/ 670 h 10000"/>
                <a:gd name="connsiteX49-207" fmla="*/ 9245 w 9811"/>
                <a:gd name="connsiteY49-208" fmla="*/ 1170 h 10000"/>
                <a:gd name="connsiteX50-209" fmla="*/ 9434 w 9811"/>
                <a:gd name="connsiteY50-210" fmla="*/ 1785 h 10000"/>
                <a:gd name="connsiteX51-211" fmla="*/ 9623 w 9811"/>
                <a:gd name="connsiteY51-212" fmla="*/ 2500 h 10000"/>
                <a:gd name="connsiteX52-213" fmla="*/ 9811 w 9811"/>
                <a:gd name="connsiteY52-214" fmla="*/ 3288 h 10000"/>
                <a:gd name="connsiteX0-215" fmla="*/ 0 w 9808"/>
                <a:gd name="connsiteY0-216" fmla="*/ 5000 h 10000"/>
                <a:gd name="connsiteX1-217" fmla="*/ 194 w 9808"/>
                <a:gd name="connsiteY1-218" fmla="*/ 4133 h 10000"/>
                <a:gd name="connsiteX2-219" fmla="*/ 384 w 9808"/>
                <a:gd name="connsiteY2-220" fmla="*/ 3290 h 10000"/>
                <a:gd name="connsiteX3-221" fmla="*/ 578 w 9808"/>
                <a:gd name="connsiteY3-222" fmla="*/ 2500 h 10000"/>
                <a:gd name="connsiteX4-223" fmla="*/ 769 w 9808"/>
                <a:gd name="connsiteY4-224" fmla="*/ 1785 h 10000"/>
                <a:gd name="connsiteX5-225" fmla="*/ 962 w 9808"/>
                <a:gd name="connsiteY5-226" fmla="*/ 1170 h 10000"/>
                <a:gd name="connsiteX6-227" fmla="*/ 1154 w 9808"/>
                <a:gd name="connsiteY6-228" fmla="*/ 670 h 10000"/>
                <a:gd name="connsiteX7-229" fmla="*/ 1346 w 9808"/>
                <a:gd name="connsiteY7-230" fmla="*/ 303 h 10000"/>
                <a:gd name="connsiteX8-231" fmla="*/ 1538 w 9808"/>
                <a:gd name="connsiteY8-232" fmla="*/ 75 h 10000"/>
                <a:gd name="connsiteX9-233" fmla="*/ 1732 w 9808"/>
                <a:gd name="connsiteY9-234" fmla="*/ 0 h 10000"/>
                <a:gd name="connsiteX10-235" fmla="*/ 1923 w 9808"/>
                <a:gd name="connsiteY10-236" fmla="*/ 75 h 10000"/>
                <a:gd name="connsiteX11-237" fmla="*/ 2116 w 9808"/>
                <a:gd name="connsiteY11-238" fmla="*/ 303 h 10000"/>
                <a:gd name="connsiteX12-239" fmla="*/ 2308 w 9808"/>
                <a:gd name="connsiteY12-240" fmla="*/ 670 h 10000"/>
                <a:gd name="connsiteX13-241" fmla="*/ 2500 w 9808"/>
                <a:gd name="connsiteY13-242" fmla="*/ 1170 h 10000"/>
                <a:gd name="connsiteX14-243" fmla="*/ 2693 w 9808"/>
                <a:gd name="connsiteY14-244" fmla="*/ 1785 h 10000"/>
                <a:gd name="connsiteX15-245" fmla="*/ 2885 w 9808"/>
                <a:gd name="connsiteY15-246" fmla="*/ 2500 h 10000"/>
                <a:gd name="connsiteX16-247" fmla="*/ 3077 w 9808"/>
                <a:gd name="connsiteY16-248" fmla="*/ 3290 h 10000"/>
                <a:gd name="connsiteX17-249" fmla="*/ 3270 w 9808"/>
                <a:gd name="connsiteY17-250" fmla="*/ 4133 h 10000"/>
                <a:gd name="connsiteX18-251" fmla="*/ 3461 w 9808"/>
                <a:gd name="connsiteY18-252" fmla="*/ 5000 h 10000"/>
                <a:gd name="connsiteX19-253" fmla="*/ 3655 w 9808"/>
                <a:gd name="connsiteY19-254" fmla="*/ 5868 h 10000"/>
                <a:gd name="connsiteX20-255" fmla="*/ 3846 w 9808"/>
                <a:gd name="connsiteY20-256" fmla="*/ 6710 h 10000"/>
                <a:gd name="connsiteX21-257" fmla="*/ 4039 w 9808"/>
                <a:gd name="connsiteY21-258" fmla="*/ 7500 h 10000"/>
                <a:gd name="connsiteX22-259" fmla="*/ 4231 w 9808"/>
                <a:gd name="connsiteY22-260" fmla="*/ 8213 h 10000"/>
                <a:gd name="connsiteX23-261" fmla="*/ 4424 w 9808"/>
                <a:gd name="connsiteY23-262" fmla="*/ 8830 h 10000"/>
                <a:gd name="connsiteX24-263" fmla="*/ 4615 w 9808"/>
                <a:gd name="connsiteY24-264" fmla="*/ 9330 h 10000"/>
                <a:gd name="connsiteX25-265" fmla="*/ 4809 w 9808"/>
                <a:gd name="connsiteY25-266" fmla="*/ 9698 h 10000"/>
                <a:gd name="connsiteX26-267" fmla="*/ 4999 w 9808"/>
                <a:gd name="connsiteY26-268" fmla="*/ 9925 h 10000"/>
                <a:gd name="connsiteX27-269" fmla="*/ 5193 w 9808"/>
                <a:gd name="connsiteY27-270" fmla="*/ 10000 h 10000"/>
                <a:gd name="connsiteX28-271" fmla="*/ 5385 w 9808"/>
                <a:gd name="connsiteY28-272" fmla="*/ 9925 h 10000"/>
                <a:gd name="connsiteX29-273" fmla="*/ 5577 w 9808"/>
                <a:gd name="connsiteY29-274" fmla="*/ 9698 h 10000"/>
                <a:gd name="connsiteX30-275" fmla="*/ 5770 w 9808"/>
                <a:gd name="connsiteY30-276" fmla="*/ 9330 h 10000"/>
                <a:gd name="connsiteX31-277" fmla="*/ 5962 w 9808"/>
                <a:gd name="connsiteY31-278" fmla="*/ 8830 h 10000"/>
                <a:gd name="connsiteX32-279" fmla="*/ 6154 w 9808"/>
                <a:gd name="connsiteY32-280" fmla="*/ 8215 h 10000"/>
                <a:gd name="connsiteX33-281" fmla="*/ 6346 w 9808"/>
                <a:gd name="connsiteY33-282" fmla="*/ 7500 h 10000"/>
                <a:gd name="connsiteX34-283" fmla="*/ 6539 w 9808"/>
                <a:gd name="connsiteY34-284" fmla="*/ 6710 h 10000"/>
                <a:gd name="connsiteX35-285" fmla="*/ 6731 w 9808"/>
                <a:gd name="connsiteY35-286" fmla="*/ 5870 h 10000"/>
                <a:gd name="connsiteX36-287" fmla="*/ 6923 w 9808"/>
                <a:gd name="connsiteY36-288" fmla="*/ 5000 h 10000"/>
                <a:gd name="connsiteX37-289" fmla="*/ 7117 w 9808"/>
                <a:gd name="connsiteY37-290" fmla="*/ 4133 h 10000"/>
                <a:gd name="connsiteX38-291" fmla="*/ 7308 w 9808"/>
                <a:gd name="connsiteY38-292" fmla="*/ 3290 h 10000"/>
                <a:gd name="connsiteX39-293" fmla="*/ 7501 w 9808"/>
                <a:gd name="connsiteY39-294" fmla="*/ 2500 h 10000"/>
                <a:gd name="connsiteX40-295" fmla="*/ 7692 w 9808"/>
                <a:gd name="connsiteY40-296" fmla="*/ 1788 h 10000"/>
                <a:gd name="connsiteX41-297" fmla="*/ 7885 w 9808"/>
                <a:gd name="connsiteY41-298" fmla="*/ 1170 h 10000"/>
                <a:gd name="connsiteX42-299" fmla="*/ 8077 w 9808"/>
                <a:gd name="connsiteY42-300" fmla="*/ 670 h 10000"/>
                <a:gd name="connsiteX43-301" fmla="*/ 8270 w 9808"/>
                <a:gd name="connsiteY43-302" fmla="*/ 303 h 10000"/>
                <a:gd name="connsiteX44-303" fmla="*/ 8461 w 9808"/>
                <a:gd name="connsiteY44-304" fmla="*/ 75 h 10000"/>
                <a:gd name="connsiteX45-305" fmla="*/ 8655 w 9808"/>
                <a:gd name="connsiteY45-306" fmla="*/ 0 h 10000"/>
                <a:gd name="connsiteX46-307" fmla="*/ 8847 w 9808"/>
                <a:gd name="connsiteY46-308" fmla="*/ 75 h 10000"/>
                <a:gd name="connsiteX47-309" fmla="*/ 9039 w 9808"/>
                <a:gd name="connsiteY47-310" fmla="*/ 300 h 10000"/>
                <a:gd name="connsiteX48-311" fmla="*/ 9231 w 9808"/>
                <a:gd name="connsiteY48-312" fmla="*/ 670 h 10000"/>
                <a:gd name="connsiteX49-313" fmla="*/ 9423 w 9808"/>
                <a:gd name="connsiteY49-314" fmla="*/ 1170 h 10000"/>
                <a:gd name="connsiteX50-315" fmla="*/ 9616 w 9808"/>
                <a:gd name="connsiteY50-316" fmla="*/ 1785 h 10000"/>
                <a:gd name="connsiteX51-317" fmla="*/ 9808 w 9808"/>
                <a:gd name="connsiteY51-318" fmla="*/ 2500 h 10000"/>
                <a:gd name="connsiteX0-319" fmla="*/ 0 w 9804"/>
                <a:gd name="connsiteY0-320" fmla="*/ 5000 h 10000"/>
                <a:gd name="connsiteX1-321" fmla="*/ 198 w 9804"/>
                <a:gd name="connsiteY1-322" fmla="*/ 4133 h 10000"/>
                <a:gd name="connsiteX2-323" fmla="*/ 392 w 9804"/>
                <a:gd name="connsiteY2-324" fmla="*/ 3290 h 10000"/>
                <a:gd name="connsiteX3-325" fmla="*/ 589 w 9804"/>
                <a:gd name="connsiteY3-326" fmla="*/ 2500 h 10000"/>
                <a:gd name="connsiteX4-327" fmla="*/ 784 w 9804"/>
                <a:gd name="connsiteY4-328" fmla="*/ 1785 h 10000"/>
                <a:gd name="connsiteX5-329" fmla="*/ 981 w 9804"/>
                <a:gd name="connsiteY5-330" fmla="*/ 1170 h 10000"/>
                <a:gd name="connsiteX6-331" fmla="*/ 1177 w 9804"/>
                <a:gd name="connsiteY6-332" fmla="*/ 670 h 10000"/>
                <a:gd name="connsiteX7-333" fmla="*/ 1372 w 9804"/>
                <a:gd name="connsiteY7-334" fmla="*/ 303 h 10000"/>
                <a:gd name="connsiteX8-335" fmla="*/ 1568 w 9804"/>
                <a:gd name="connsiteY8-336" fmla="*/ 75 h 10000"/>
                <a:gd name="connsiteX9-337" fmla="*/ 1766 w 9804"/>
                <a:gd name="connsiteY9-338" fmla="*/ 0 h 10000"/>
                <a:gd name="connsiteX10-339" fmla="*/ 1961 w 9804"/>
                <a:gd name="connsiteY10-340" fmla="*/ 75 h 10000"/>
                <a:gd name="connsiteX11-341" fmla="*/ 2157 w 9804"/>
                <a:gd name="connsiteY11-342" fmla="*/ 303 h 10000"/>
                <a:gd name="connsiteX12-343" fmla="*/ 2353 w 9804"/>
                <a:gd name="connsiteY12-344" fmla="*/ 670 h 10000"/>
                <a:gd name="connsiteX13-345" fmla="*/ 2549 w 9804"/>
                <a:gd name="connsiteY13-346" fmla="*/ 1170 h 10000"/>
                <a:gd name="connsiteX14-347" fmla="*/ 2746 w 9804"/>
                <a:gd name="connsiteY14-348" fmla="*/ 1785 h 10000"/>
                <a:gd name="connsiteX15-349" fmla="*/ 2941 w 9804"/>
                <a:gd name="connsiteY15-350" fmla="*/ 2500 h 10000"/>
                <a:gd name="connsiteX16-351" fmla="*/ 3137 w 9804"/>
                <a:gd name="connsiteY16-352" fmla="*/ 3290 h 10000"/>
                <a:gd name="connsiteX17-353" fmla="*/ 3334 w 9804"/>
                <a:gd name="connsiteY17-354" fmla="*/ 4133 h 10000"/>
                <a:gd name="connsiteX18-355" fmla="*/ 3529 w 9804"/>
                <a:gd name="connsiteY18-356" fmla="*/ 5000 h 10000"/>
                <a:gd name="connsiteX19-357" fmla="*/ 3727 w 9804"/>
                <a:gd name="connsiteY19-358" fmla="*/ 5868 h 10000"/>
                <a:gd name="connsiteX20-359" fmla="*/ 3921 w 9804"/>
                <a:gd name="connsiteY20-360" fmla="*/ 6710 h 10000"/>
                <a:gd name="connsiteX21-361" fmla="*/ 4118 w 9804"/>
                <a:gd name="connsiteY21-362" fmla="*/ 7500 h 10000"/>
                <a:gd name="connsiteX22-363" fmla="*/ 4314 w 9804"/>
                <a:gd name="connsiteY22-364" fmla="*/ 8213 h 10000"/>
                <a:gd name="connsiteX23-365" fmla="*/ 4511 w 9804"/>
                <a:gd name="connsiteY23-366" fmla="*/ 8830 h 10000"/>
                <a:gd name="connsiteX24-367" fmla="*/ 4705 w 9804"/>
                <a:gd name="connsiteY24-368" fmla="*/ 9330 h 10000"/>
                <a:gd name="connsiteX25-369" fmla="*/ 4903 w 9804"/>
                <a:gd name="connsiteY25-370" fmla="*/ 9698 h 10000"/>
                <a:gd name="connsiteX26-371" fmla="*/ 5097 w 9804"/>
                <a:gd name="connsiteY26-372" fmla="*/ 9925 h 10000"/>
                <a:gd name="connsiteX27-373" fmla="*/ 5295 w 9804"/>
                <a:gd name="connsiteY27-374" fmla="*/ 10000 h 10000"/>
                <a:gd name="connsiteX28-375" fmla="*/ 5490 w 9804"/>
                <a:gd name="connsiteY28-376" fmla="*/ 9925 h 10000"/>
                <a:gd name="connsiteX29-377" fmla="*/ 5686 w 9804"/>
                <a:gd name="connsiteY29-378" fmla="*/ 9698 h 10000"/>
                <a:gd name="connsiteX30-379" fmla="*/ 5883 w 9804"/>
                <a:gd name="connsiteY30-380" fmla="*/ 9330 h 10000"/>
                <a:gd name="connsiteX31-381" fmla="*/ 6079 w 9804"/>
                <a:gd name="connsiteY31-382" fmla="*/ 8830 h 10000"/>
                <a:gd name="connsiteX32-383" fmla="*/ 6274 w 9804"/>
                <a:gd name="connsiteY32-384" fmla="*/ 8215 h 10000"/>
                <a:gd name="connsiteX33-385" fmla="*/ 6470 w 9804"/>
                <a:gd name="connsiteY33-386" fmla="*/ 7500 h 10000"/>
                <a:gd name="connsiteX34-387" fmla="*/ 6667 w 9804"/>
                <a:gd name="connsiteY34-388" fmla="*/ 6710 h 10000"/>
                <a:gd name="connsiteX35-389" fmla="*/ 6863 w 9804"/>
                <a:gd name="connsiteY35-390" fmla="*/ 5870 h 10000"/>
                <a:gd name="connsiteX36-391" fmla="*/ 7059 w 9804"/>
                <a:gd name="connsiteY36-392" fmla="*/ 5000 h 10000"/>
                <a:gd name="connsiteX37-393" fmla="*/ 7256 w 9804"/>
                <a:gd name="connsiteY37-394" fmla="*/ 4133 h 10000"/>
                <a:gd name="connsiteX38-395" fmla="*/ 7451 w 9804"/>
                <a:gd name="connsiteY38-396" fmla="*/ 3290 h 10000"/>
                <a:gd name="connsiteX39-397" fmla="*/ 7648 w 9804"/>
                <a:gd name="connsiteY39-398" fmla="*/ 2500 h 10000"/>
                <a:gd name="connsiteX40-399" fmla="*/ 7843 w 9804"/>
                <a:gd name="connsiteY40-400" fmla="*/ 1788 h 10000"/>
                <a:gd name="connsiteX41-401" fmla="*/ 8039 w 9804"/>
                <a:gd name="connsiteY41-402" fmla="*/ 1170 h 10000"/>
                <a:gd name="connsiteX42-403" fmla="*/ 8235 w 9804"/>
                <a:gd name="connsiteY42-404" fmla="*/ 670 h 10000"/>
                <a:gd name="connsiteX43-405" fmla="*/ 8432 w 9804"/>
                <a:gd name="connsiteY43-406" fmla="*/ 303 h 10000"/>
                <a:gd name="connsiteX44-407" fmla="*/ 8627 w 9804"/>
                <a:gd name="connsiteY44-408" fmla="*/ 75 h 10000"/>
                <a:gd name="connsiteX45-409" fmla="*/ 8824 w 9804"/>
                <a:gd name="connsiteY45-410" fmla="*/ 0 h 10000"/>
                <a:gd name="connsiteX46-411" fmla="*/ 9020 w 9804"/>
                <a:gd name="connsiteY46-412" fmla="*/ 75 h 10000"/>
                <a:gd name="connsiteX47-413" fmla="*/ 9216 w 9804"/>
                <a:gd name="connsiteY47-414" fmla="*/ 300 h 10000"/>
                <a:gd name="connsiteX48-415" fmla="*/ 9412 w 9804"/>
                <a:gd name="connsiteY48-416" fmla="*/ 670 h 10000"/>
                <a:gd name="connsiteX49-417" fmla="*/ 9607 w 9804"/>
                <a:gd name="connsiteY49-418" fmla="*/ 1170 h 10000"/>
                <a:gd name="connsiteX50-419" fmla="*/ 9804 w 9804"/>
                <a:gd name="connsiteY50-420" fmla="*/ 1785 h 10000"/>
                <a:gd name="connsiteX0-421" fmla="*/ 0 w 10000"/>
                <a:gd name="connsiteY0-422" fmla="*/ 5000 h 10000"/>
                <a:gd name="connsiteX1-423" fmla="*/ 202 w 10000"/>
                <a:gd name="connsiteY1-424" fmla="*/ 4133 h 10000"/>
                <a:gd name="connsiteX2-425" fmla="*/ 400 w 10000"/>
                <a:gd name="connsiteY2-426" fmla="*/ 3290 h 10000"/>
                <a:gd name="connsiteX3-427" fmla="*/ 601 w 10000"/>
                <a:gd name="connsiteY3-428" fmla="*/ 2500 h 10000"/>
                <a:gd name="connsiteX4-429" fmla="*/ 800 w 10000"/>
                <a:gd name="connsiteY4-430" fmla="*/ 1785 h 10000"/>
                <a:gd name="connsiteX5-431" fmla="*/ 1001 w 10000"/>
                <a:gd name="connsiteY5-432" fmla="*/ 1170 h 10000"/>
                <a:gd name="connsiteX6-433" fmla="*/ 1201 w 10000"/>
                <a:gd name="connsiteY6-434" fmla="*/ 670 h 10000"/>
                <a:gd name="connsiteX7-435" fmla="*/ 1399 w 10000"/>
                <a:gd name="connsiteY7-436" fmla="*/ 303 h 10000"/>
                <a:gd name="connsiteX8-437" fmla="*/ 1599 w 10000"/>
                <a:gd name="connsiteY8-438" fmla="*/ 75 h 10000"/>
                <a:gd name="connsiteX9-439" fmla="*/ 1801 w 10000"/>
                <a:gd name="connsiteY9-440" fmla="*/ 0 h 10000"/>
                <a:gd name="connsiteX10-441" fmla="*/ 2000 w 10000"/>
                <a:gd name="connsiteY10-442" fmla="*/ 75 h 10000"/>
                <a:gd name="connsiteX11-443" fmla="*/ 2200 w 10000"/>
                <a:gd name="connsiteY11-444" fmla="*/ 303 h 10000"/>
                <a:gd name="connsiteX12-445" fmla="*/ 2400 w 10000"/>
                <a:gd name="connsiteY12-446" fmla="*/ 670 h 10000"/>
                <a:gd name="connsiteX13-447" fmla="*/ 2600 w 10000"/>
                <a:gd name="connsiteY13-448" fmla="*/ 1170 h 10000"/>
                <a:gd name="connsiteX14-449" fmla="*/ 2801 w 10000"/>
                <a:gd name="connsiteY14-450" fmla="*/ 1785 h 10000"/>
                <a:gd name="connsiteX15-451" fmla="*/ 3000 w 10000"/>
                <a:gd name="connsiteY15-452" fmla="*/ 2500 h 10000"/>
                <a:gd name="connsiteX16-453" fmla="*/ 3200 w 10000"/>
                <a:gd name="connsiteY16-454" fmla="*/ 3290 h 10000"/>
                <a:gd name="connsiteX17-455" fmla="*/ 3401 w 10000"/>
                <a:gd name="connsiteY17-456" fmla="*/ 4133 h 10000"/>
                <a:gd name="connsiteX18-457" fmla="*/ 3600 w 10000"/>
                <a:gd name="connsiteY18-458" fmla="*/ 5000 h 10000"/>
                <a:gd name="connsiteX19-459" fmla="*/ 3802 w 10000"/>
                <a:gd name="connsiteY19-460" fmla="*/ 5868 h 10000"/>
                <a:gd name="connsiteX20-461" fmla="*/ 3999 w 10000"/>
                <a:gd name="connsiteY20-462" fmla="*/ 6710 h 10000"/>
                <a:gd name="connsiteX21-463" fmla="*/ 4200 w 10000"/>
                <a:gd name="connsiteY21-464" fmla="*/ 7500 h 10000"/>
                <a:gd name="connsiteX22-465" fmla="*/ 4400 w 10000"/>
                <a:gd name="connsiteY22-466" fmla="*/ 8213 h 10000"/>
                <a:gd name="connsiteX23-467" fmla="*/ 4601 w 10000"/>
                <a:gd name="connsiteY23-468" fmla="*/ 8830 h 10000"/>
                <a:gd name="connsiteX24-469" fmla="*/ 4799 w 10000"/>
                <a:gd name="connsiteY24-470" fmla="*/ 9330 h 10000"/>
                <a:gd name="connsiteX25-471" fmla="*/ 5001 w 10000"/>
                <a:gd name="connsiteY25-472" fmla="*/ 9698 h 10000"/>
                <a:gd name="connsiteX26-473" fmla="*/ 5199 w 10000"/>
                <a:gd name="connsiteY26-474" fmla="*/ 9925 h 10000"/>
                <a:gd name="connsiteX27-475" fmla="*/ 5401 w 10000"/>
                <a:gd name="connsiteY27-476" fmla="*/ 10000 h 10000"/>
                <a:gd name="connsiteX28-477" fmla="*/ 5600 w 10000"/>
                <a:gd name="connsiteY28-478" fmla="*/ 9925 h 10000"/>
                <a:gd name="connsiteX29-479" fmla="*/ 5800 w 10000"/>
                <a:gd name="connsiteY29-480" fmla="*/ 9698 h 10000"/>
                <a:gd name="connsiteX30-481" fmla="*/ 6001 w 10000"/>
                <a:gd name="connsiteY30-482" fmla="*/ 9330 h 10000"/>
                <a:gd name="connsiteX31-483" fmla="*/ 6201 w 10000"/>
                <a:gd name="connsiteY31-484" fmla="*/ 8830 h 10000"/>
                <a:gd name="connsiteX32-485" fmla="*/ 6399 w 10000"/>
                <a:gd name="connsiteY32-486" fmla="*/ 8215 h 10000"/>
                <a:gd name="connsiteX33-487" fmla="*/ 6599 w 10000"/>
                <a:gd name="connsiteY33-488" fmla="*/ 7500 h 10000"/>
                <a:gd name="connsiteX34-489" fmla="*/ 6800 w 10000"/>
                <a:gd name="connsiteY34-490" fmla="*/ 6710 h 10000"/>
                <a:gd name="connsiteX35-491" fmla="*/ 7000 w 10000"/>
                <a:gd name="connsiteY35-492" fmla="*/ 5870 h 10000"/>
                <a:gd name="connsiteX36-493" fmla="*/ 7200 w 10000"/>
                <a:gd name="connsiteY36-494" fmla="*/ 5000 h 10000"/>
                <a:gd name="connsiteX37-495" fmla="*/ 7401 w 10000"/>
                <a:gd name="connsiteY37-496" fmla="*/ 4133 h 10000"/>
                <a:gd name="connsiteX38-497" fmla="*/ 7600 w 10000"/>
                <a:gd name="connsiteY38-498" fmla="*/ 3290 h 10000"/>
                <a:gd name="connsiteX39-499" fmla="*/ 7801 w 10000"/>
                <a:gd name="connsiteY39-500" fmla="*/ 2500 h 10000"/>
                <a:gd name="connsiteX40-501" fmla="*/ 8000 w 10000"/>
                <a:gd name="connsiteY40-502" fmla="*/ 1788 h 10000"/>
                <a:gd name="connsiteX41-503" fmla="*/ 8200 w 10000"/>
                <a:gd name="connsiteY41-504" fmla="*/ 1170 h 10000"/>
                <a:gd name="connsiteX42-505" fmla="*/ 8400 w 10000"/>
                <a:gd name="connsiteY42-506" fmla="*/ 670 h 10000"/>
                <a:gd name="connsiteX43-507" fmla="*/ 8601 w 10000"/>
                <a:gd name="connsiteY43-508" fmla="*/ 303 h 10000"/>
                <a:gd name="connsiteX44-509" fmla="*/ 8799 w 10000"/>
                <a:gd name="connsiteY44-510" fmla="*/ 75 h 10000"/>
                <a:gd name="connsiteX45-511" fmla="*/ 9000 w 10000"/>
                <a:gd name="connsiteY45-512" fmla="*/ 0 h 10000"/>
                <a:gd name="connsiteX46-513" fmla="*/ 9200 w 10000"/>
                <a:gd name="connsiteY46-514" fmla="*/ 75 h 10000"/>
                <a:gd name="connsiteX47-515" fmla="*/ 9400 w 10000"/>
                <a:gd name="connsiteY47-516" fmla="*/ 300 h 10000"/>
                <a:gd name="connsiteX48-517" fmla="*/ 9600 w 10000"/>
                <a:gd name="connsiteY48-518" fmla="*/ 670 h 10000"/>
                <a:gd name="connsiteX49-519" fmla="*/ 10000 w 10000"/>
                <a:gd name="connsiteY49-520" fmla="*/ 1785 h 10000"/>
                <a:gd name="connsiteX0-521" fmla="*/ 0 w 9600"/>
                <a:gd name="connsiteY0-522" fmla="*/ 5000 h 10000"/>
                <a:gd name="connsiteX1-523" fmla="*/ 202 w 9600"/>
                <a:gd name="connsiteY1-524" fmla="*/ 4133 h 10000"/>
                <a:gd name="connsiteX2-525" fmla="*/ 400 w 9600"/>
                <a:gd name="connsiteY2-526" fmla="*/ 3290 h 10000"/>
                <a:gd name="connsiteX3-527" fmla="*/ 601 w 9600"/>
                <a:gd name="connsiteY3-528" fmla="*/ 2500 h 10000"/>
                <a:gd name="connsiteX4-529" fmla="*/ 800 w 9600"/>
                <a:gd name="connsiteY4-530" fmla="*/ 1785 h 10000"/>
                <a:gd name="connsiteX5-531" fmla="*/ 1001 w 9600"/>
                <a:gd name="connsiteY5-532" fmla="*/ 1170 h 10000"/>
                <a:gd name="connsiteX6-533" fmla="*/ 1201 w 9600"/>
                <a:gd name="connsiteY6-534" fmla="*/ 670 h 10000"/>
                <a:gd name="connsiteX7-535" fmla="*/ 1399 w 9600"/>
                <a:gd name="connsiteY7-536" fmla="*/ 303 h 10000"/>
                <a:gd name="connsiteX8-537" fmla="*/ 1599 w 9600"/>
                <a:gd name="connsiteY8-538" fmla="*/ 75 h 10000"/>
                <a:gd name="connsiteX9-539" fmla="*/ 1801 w 9600"/>
                <a:gd name="connsiteY9-540" fmla="*/ 0 h 10000"/>
                <a:gd name="connsiteX10-541" fmla="*/ 2000 w 9600"/>
                <a:gd name="connsiteY10-542" fmla="*/ 75 h 10000"/>
                <a:gd name="connsiteX11-543" fmla="*/ 2200 w 9600"/>
                <a:gd name="connsiteY11-544" fmla="*/ 303 h 10000"/>
                <a:gd name="connsiteX12-545" fmla="*/ 2400 w 9600"/>
                <a:gd name="connsiteY12-546" fmla="*/ 670 h 10000"/>
                <a:gd name="connsiteX13-547" fmla="*/ 2600 w 9600"/>
                <a:gd name="connsiteY13-548" fmla="*/ 1170 h 10000"/>
                <a:gd name="connsiteX14-549" fmla="*/ 2801 w 9600"/>
                <a:gd name="connsiteY14-550" fmla="*/ 1785 h 10000"/>
                <a:gd name="connsiteX15-551" fmla="*/ 3000 w 9600"/>
                <a:gd name="connsiteY15-552" fmla="*/ 2500 h 10000"/>
                <a:gd name="connsiteX16-553" fmla="*/ 3200 w 9600"/>
                <a:gd name="connsiteY16-554" fmla="*/ 3290 h 10000"/>
                <a:gd name="connsiteX17-555" fmla="*/ 3401 w 9600"/>
                <a:gd name="connsiteY17-556" fmla="*/ 4133 h 10000"/>
                <a:gd name="connsiteX18-557" fmla="*/ 3600 w 9600"/>
                <a:gd name="connsiteY18-558" fmla="*/ 5000 h 10000"/>
                <a:gd name="connsiteX19-559" fmla="*/ 3802 w 9600"/>
                <a:gd name="connsiteY19-560" fmla="*/ 5868 h 10000"/>
                <a:gd name="connsiteX20-561" fmla="*/ 3999 w 9600"/>
                <a:gd name="connsiteY20-562" fmla="*/ 6710 h 10000"/>
                <a:gd name="connsiteX21-563" fmla="*/ 4200 w 9600"/>
                <a:gd name="connsiteY21-564" fmla="*/ 7500 h 10000"/>
                <a:gd name="connsiteX22-565" fmla="*/ 4400 w 9600"/>
                <a:gd name="connsiteY22-566" fmla="*/ 8213 h 10000"/>
                <a:gd name="connsiteX23-567" fmla="*/ 4601 w 9600"/>
                <a:gd name="connsiteY23-568" fmla="*/ 8830 h 10000"/>
                <a:gd name="connsiteX24-569" fmla="*/ 4799 w 9600"/>
                <a:gd name="connsiteY24-570" fmla="*/ 9330 h 10000"/>
                <a:gd name="connsiteX25-571" fmla="*/ 5001 w 9600"/>
                <a:gd name="connsiteY25-572" fmla="*/ 9698 h 10000"/>
                <a:gd name="connsiteX26-573" fmla="*/ 5199 w 9600"/>
                <a:gd name="connsiteY26-574" fmla="*/ 9925 h 10000"/>
                <a:gd name="connsiteX27-575" fmla="*/ 5401 w 9600"/>
                <a:gd name="connsiteY27-576" fmla="*/ 10000 h 10000"/>
                <a:gd name="connsiteX28-577" fmla="*/ 5600 w 9600"/>
                <a:gd name="connsiteY28-578" fmla="*/ 9925 h 10000"/>
                <a:gd name="connsiteX29-579" fmla="*/ 5800 w 9600"/>
                <a:gd name="connsiteY29-580" fmla="*/ 9698 h 10000"/>
                <a:gd name="connsiteX30-581" fmla="*/ 6001 w 9600"/>
                <a:gd name="connsiteY30-582" fmla="*/ 9330 h 10000"/>
                <a:gd name="connsiteX31-583" fmla="*/ 6201 w 9600"/>
                <a:gd name="connsiteY31-584" fmla="*/ 8830 h 10000"/>
                <a:gd name="connsiteX32-585" fmla="*/ 6399 w 9600"/>
                <a:gd name="connsiteY32-586" fmla="*/ 8215 h 10000"/>
                <a:gd name="connsiteX33-587" fmla="*/ 6599 w 9600"/>
                <a:gd name="connsiteY33-588" fmla="*/ 7500 h 10000"/>
                <a:gd name="connsiteX34-589" fmla="*/ 6800 w 9600"/>
                <a:gd name="connsiteY34-590" fmla="*/ 6710 h 10000"/>
                <a:gd name="connsiteX35-591" fmla="*/ 7000 w 9600"/>
                <a:gd name="connsiteY35-592" fmla="*/ 5870 h 10000"/>
                <a:gd name="connsiteX36-593" fmla="*/ 7200 w 9600"/>
                <a:gd name="connsiteY36-594" fmla="*/ 5000 h 10000"/>
                <a:gd name="connsiteX37-595" fmla="*/ 7401 w 9600"/>
                <a:gd name="connsiteY37-596" fmla="*/ 4133 h 10000"/>
                <a:gd name="connsiteX38-597" fmla="*/ 7600 w 9600"/>
                <a:gd name="connsiteY38-598" fmla="*/ 3290 h 10000"/>
                <a:gd name="connsiteX39-599" fmla="*/ 7801 w 9600"/>
                <a:gd name="connsiteY39-600" fmla="*/ 2500 h 10000"/>
                <a:gd name="connsiteX40-601" fmla="*/ 8000 w 9600"/>
                <a:gd name="connsiteY40-602" fmla="*/ 1788 h 10000"/>
                <a:gd name="connsiteX41-603" fmla="*/ 8200 w 9600"/>
                <a:gd name="connsiteY41-604" fmla="*/ 1170 h 10000"/>
                <a:gd name="connsiteX42-605" fmla="*/ 8400 w 9600"/>
                <a:gd name="connsiteY42-606" fmla="*/ 670 h 10000"/>
                <a:gd name="connsiteX43-607" fmla="*/ 8601 w 9600"/>
                <a:gd name="connsiteY43-608" fmla="*/ 303 h 10000"/>
                <a:gd name="connsiteX44-609" fmla="*/ 8799 w 9600"/>
                <a:gd name="connsiteY44-610" fmla="*/ 75 h 10000"/>
                <a:gd name="connsiteX45-611" fmla="*/ 9000 w 9600"/>
                <a:gd name="connsiteY45-612" fmla="*/ 0 h 10000"/>
                <a:gd name="connsiteX46-613" fmla="*/ 9200 w 9600"/>
                <a:gd name="connsiteY46-614" fmla="*/ 75 h 10000"/>
                <a:gd name="connsiteX47-615" fmla="*/ 9400 w 9600"/>
                <a:gd name="connsiteY47-616" fmla="*/ 300 h 10000"/>
                <a:gd name="connsiteX48-617" fmla="*/ 9600 w 9600"/>
                <a:gd name="connsiteY48-618" fmla="*/ 670 h 10000"/>
                <a:gd name="connsiteX0-619" fmla="*/ 0 w 9792"/>
                <a:gd name="connsiteY0-620" fmla="*/ 5000 h 10000"/>
                <a:gd name="connsiteX1-621" fmla="*/ 210 w 9792"/>
                <a:gd name="connsiteY1-622" fmla="*/ 4133 h 10000"/>
                <a:gd name="connsiteX2-623" fmla="*/ 417 w 9792"/>
                <a:gd name="connsiteY2-624" fmla="*/ 3290 h 10000"/>
                <a:gd name="connsiteX3-625" fmla="*/ 626 w 9792"/>
                <a:gd name="connsiteY3-626" fmla="*/ 2500 h 10000"/>
                <a:gd name="connsiteX4-627" fmla="*/ 833 w 9792"/>
                <a:gd name="connsiteY4-628" fmla="*/ 1785 h 10000"/>
                <a:gd name="connsiteX5-629" fmla="*/ 1043 w 9792"/>
                <a:gd name="connsiteY5-630" fmla="*/ 1170 h 10000"/>
                <a:gd name="connsiteX6-631" fmla="*/ 1251 w 9792"/>
                <a:gd name="connsiteY6-632" fmla="*/ 670 h 10000"/>
                <a:gd name="connsiteX7-633" fmla="*/ 1457 w 9792"/>
                <a:gd name="connsiteY7-634" fmla="*/ 303 h 10000"/>
                <a:gd name="connsiteX8-635" fmla="*/ 1666 w 9792"/>
                <a:gd name="connsiteY8-636" fmla="*/ 75 h 10000"/>
                <a:gd name="connsiteX9-637" fmla="*/ 1876 w 9792"/>
                <a:gd name="connsiteY9-638" fmla="*/ 0 h 10000"/>
                <a:gd name="connsiteX10-639" fmla="*/ 2083 w 9792"/>
                <a:gd name="connsiteY10-640" fmla="*/ 75 h 10000"/>
                <a:gd name="connsiteX11-641" fmla="*/ 2292 w 9792"/>
                <a:gd name="connsiteY11-642" fmla="*/ 303 h 10000"/>
                <a:gd name="connsiteX12-643" fmla="*/ 2500 w 9792"/>
                <a:gd name="connsiteY12-644" fmla="*/ 670 h 10000"/>
                <a:gd name="connsiteX13-645" fmla="*/ 2708 w 9792"/>
                <a:gd name="connsiteY13-646" fmla="*/ 1170 h 10000"/>
                <a:gd name="connsiteX14-647" fmla="*/ 2918 w 9792"/>
                <a:gd name="connsiteY14-648" fmla="*/ 1785 h 10000"/>
                <a:gd name="connsiteX15-649" fmla="*/ 3125 w 9792"/>
                <a:gd name="connsiteY15-650" fmla="*/ 2500 h 10000"/>
                <a:gd name="connsiteX16-651" fmla="*/ 3333 w 9792"/>
                <a:gd name="connsiteY16-652" fmla="*/ 3290 h 10000"/>
                <a:gd name="connsiteX17-653" fmla="*/ 3543 w 9792"/>
                <a:gd name="connsiteY17-654" fmla="*/ 4133 h 10000"/>
                <a:gd name="connsiteX18-655" fmla="*/ 3750 w 9792"/>
                <a:gd name="connsiteY18-656" fmla="*/ 5000 h 10000"/>
                <a:gd name="connsiteX19-657" fmla="*/ 3960 w 9792"/>
                <a:gd name="connsiteY19-658" fmla="*/ 5868 h 10000"/>
                <a:gd name="connsiteX20-659" fmla="*/ 4166 w 9792"/>
                <a:gd name="connsiteY20-660" fmla="*/ 6710 h 10000"/>
                <a:gd name="connsiteX21-661" fmla="*/ 4375 w 9792"/>
                <a:gd name="connsiteY21-662" fmla="*/ 7500 h 10000"/>
                <a:gd name="connsiteX22-663" fmla="*/ 4583 w 9792"/>
                <a:gd name="connsiteY22-664" fmla="*/ 8213 h 10000"/>
                <a:gd name="connsiteX23-665" fmla="*/ 4793 w 9792"/>
                <a:gd name="connsiteY23-666" fmla="*/ 8830 h 10000"/>
                <a:gd name="connsiteX24-667" fmla="*/ 4999 w 9792"/>
                <a:gd name="connsiteY24-668" fmla="*/ 9330 h 10000"/>
                <a:gd name="connsiteX25-669" fmla="*/ 5209 w 9792"/>
                <a:gd name="connsiteY25-670" fmla="*/ 9698 h 10000"/>
                <a:gd name="connsiteX26-671" fmla="*/ 5416 w 9792"/>
                <a:gd name="connsiteY26-672" fmla="*/ 9925 h 10000"/>
                <a:gd name="connsiteX27-673" fmla="*/ 5626 w 9792"/>
                <a:gd name="connsiteY27-674" fmla="*/ 10000 h 10000"/>
                <a:gd name="connsiteX28-675" fmla="*/ 5833 w 9792"/>
                <a:gd name="connsiteY28-676" fmla="*/ 9925 h 10000"/>
                <a:gd name="connsiteX29-677" fmla="*/ 6042 w 9792"/>
                <a:gd name="connsiteY29-678" fmla="*/ 9698 h 10000"/>
                <a:gd name="connsiteX30-679" fmla="*/ 6251 w 9792"/>
                <a:gd name="connsiteY30-680" fmla="*/ 9330 h 10000"/>
                <a:gd name="connsiteX31-681" fmla="*/ 6459 w 9792"/>
                <a:gd name="connsiteY31-682" fmla="*/ 8830 h 10000"/>
                <a:gd name="connsiteX32-683" fmla="*/ 6666 w 9792"/>
                <a:gd name="connsiteY32-684" fmla="*/ 8215 h 10000"/>
                <a:gd name="connsiteX33-685" fmla="*/ 6874 w 9792"/>
                <a:gd name="connsiteY33-686" fmla="*/ 7500 h 10000"/>
                <a:gd name="connsiteX34-687" fmla="*/ 7083 w 9792"/>
                <a:gd name="connsiteY34-688" fmla="*/ 6710 h 10000"/>
                <a:gd name="connsiteX35-689" fmla="*/ 7292 w 9792"/>
                <a:gd name="connsiteY35-690" fmla="*/ 5870 h 10000"/>
                <a:gd name="connsiteX36-691" fmla="*/ 7500 w 9792"/>
                <a:gd name="connsiteY36-692" fmla="*/ 5000 h 10000"/>
                <a:gd name="connsiteX37-693" fmla="*/ 7709 w 9792"/>
                <a:gd name="connsiteY37-694" fmla="*/ 4133 h 10000"/>
                <a:gd name="connsiteX38-695" fmla="*/ 7917 w 9792"/>
                <a:gd name="connsiteY38-696" fmla="*/ 3290 h 10000"/>
                <a:gd name="connsiteX39-697" fmla="*/ 8126 w 9792"/>
                <a:gd name="connsiteY39-698" fmla="*/ 2500 h 10000"/>
                <a:gd name="connsiteX40-699" fmla="*/ 8333 w 9792"/>
                <a:gd name="connsiteY40-700" fmla="*/ 1788 h 10000"/>
                <a:gd name="connsiteX41-701" fmla="*/ 8542 w 9792"/>
                <a:gd name="connsiteY41-702" fmla="*/ 1170 h 10000"/>
                <a:gd name="connsiteX42-703" fmla="*/ 8750 w 9792"/>
                <a:gd name="connsiteY42-704" fmla="*/ 670 h 10000"/>
                <a:gd name="connsiteX43-705" fmla="*/ 8959 w 9792"/>
                <a:gd name="connsiteY43-706" fmla="*/ 303 h 10000"/>
                <a:gd name="connsiteX44-707" fmla="*/ 9166 w 9792"/>
                <a:gd name="connsiteY44-708" fmla="*/ 75 h 10000"/>
                <a:gd name="connsiteX45-709" fmla="*/ 9375 w 9792"/>
                <a:gd name="connsiteY45-710" fmla="*/ 0 h 10000"/>
                <a:gd name="connsiteX46-711" fmla="*/ 9583 w 9792"/>
                <a:gd name="connsiteY46-712" fmla="*/ 75 h 10000"/>
                <a:gd name="connsiteX47-713" fmla="*/ 9792 w 9792"/>
                <a:gd name="connsiteY47-714" fmla="*/ 300 h 10000"/>
                <a:gd name="connsiteX0-715" fmla="*/ 0 w 9787"/>
                <a:gd name="connsiteY0-716" fmla="*/ 5000 h 10000"/>
                <a:gd name="connsiteX1-717" fmla="*/ 214 w 9787"/>
                <a:gd name="connsiteY1-718" fmla="*/ 4133 h 10000"/>
                <a:gd name="connsiteX2-719" fmla="*/ 426 w 9787"/>
                <a:gd name="connsiteY2-720" fmla="*/ 3290 h 10000"/>
                <a:gd name="connsiteX3-721" fmla="*/ 639 w 9787"/>
                <a:gd name="connsiteY3-722" fmla="*/ 2500 h 10000"/>
                <a:gd name="connsiteX4-723" fmla="*/ 851 w 9787"/>
                <a:gd name="connsiteY4-724" fmla="*/ 1785 h 10000"/>
                <a:gd name="connsiteX5-725" fmla="*/ 1065 w 9787"/>
                <a:gd name="connsiteY5-726" fmla="*/ 1170 h 10000"/>
                <a:gd name="connsiteX6-727" fmla="*/ 1278 w 9787"/>
                <a:gd name="connsiteY6-728" fmla="*/ 670 h 10000"/>
                <a:gd name="connsiteX7-729" fmla="*/ 1488 w 9787"/>
                <a:gd name="connsiteY7-730" fmla="*/ 303 h 10000"/>
                <a:gd name="connsiteX8-731" fmla="*/ 1701 w 9787"/>
                <a:gd name="connsiteY8-732" fmla="*/ 75 h 10000"/>
                <a:gd name="connsiteX9-733" fmla="*/ 1916 w 9787"/>
                <a:gd name="connsiteY9-734" fmla="*/ 0 h 10000"/>
                <a:gd name="connsiteX10-735" fmla="*/ 2127 w 9787"/>
                <a:gd name="connsiteY10-736" fmla="*/ 75 h 10000"/>
                <a:gd name="connsiteX11-737" fmla="*/ 2341 w 9787"/>
                <a:gd name="connsiteY11-738" fmla="*/ 303 h 10000"/>
                <a:gd name="connsiteX12-739" fmla="*/ 2553 w 9787"/>
                <a:gd name="connsiteY12-740" fmla="*/ 670 h 10000"/>
                <a:gd name="connsiteX13-741" fmla="*/ 2766 w 9787"/>
                <a:gd name="connsiteY13-742" fmla="*/ 1170 h 10000"/>
                <a:gd name="connsiteX14-743" fmla="*/ 2980 w 9787"/>
                <a:gd name="connsiteY14-744" fmla="*/ 1785 h 10000"/>
                <a:gd name="connsiteX15-745" fmla="*/ 3191 w 9787"/>
                <a:gd name="connsiteY15-746" fmla="*/ 2500 h 10000"/>
                <a:gd name="connsiteX16-747" fmla="*/ 3404 w 9787"/>
                <a:gd name="connsiteY16-748" fmla="*/ 3290 h 10000"/>
                <a:gd name="connsiteX17-749" fmla="*/ 3618 w 9787"/>
                <a:gd name="connsiteY17-750" fmla="*/ 4133 h 10000"/>
                <a:gd name="connsiteX18-751" fmla="*/ 3830 w 9787"/>
                <a:gd name="connsiteY18-752" fmla="*/ 5000 h 10000"/>
                <a:gd name="connsiteX19-753" fmla="*/ 4044 w 9787"/>
                <a:gd name="connsiteY19-754" fmla="*/ 5868 h 10000"/>
                <a:gd name="connsiteX20-755" fmla="*/ 4254 w 9787"/>
                <a:gd name="connsiteY20-756" fmla="*/ 6710 h 10000"/>
                <a:gd name="connsiteX21-757" fmla="*/ 4468 w 9787"/>
                <a:gd name="connsiteY21-758" fmla="*/ 7500 h 10000"/>
                <a:gd name="connsiteX22-759" fmla="*/ 4680 w 9787"/>
                <a:gd name="connsiteY22-760" fmla="*/ 8213 h 10000"/>
                <a:gd name="connsiteX23-761" fmla="*/ 4895 w 9787"/>
                <a:gd name="connsiteY23-762" fmla="*/ 8830 h 10000"/>
                <a:gd name="connsiteX24-763" fmla="*/ 5105 w 9787"/>
                <a:gd name="connsiteY24-764" fmla="*/ 9330 h 10000"/>
                <a:gd name="connsiteX25-765" fmla="*/ 5320 w 9787"/>
                <a:gd name="connsiteY25-766" fmla="*/ 9698 h 10000"/>
                <a:gd name="connsiteX26-767" fmla="*/ 5531 w 9787"/>
                <a:gd name="connsiteY26-768" fmla="*/ 9925 h 10000"/>
                <a:gd name="connsiteX27-769" fmla="*/ 5746 w 9787"/>
                <a:gd name="connsiteY27-770" fmla="*/ 10000 h 10000"/>
                <a:gd name="connsiteX28-771" fmla="*/ 5957 w 9787"/>
                <a:gd name="connsiteY28-772" fmla="*/ 9925 h 10000"/>
                <a:gd name="connsiteX29-773" fmla="*/ 6170 w 9787"/>
                <a:gd name="connsiteY29-774" fmla="*/ 9698 h 10000"/>
                <a:gd name="connsiteX30-775" fmla="*/ 6384 w 9787"/>
                <a:gd name="connsiteY30-776" fmla="*/ 9330 h 10000"/>
                <a:gd name="connsiteX31-777" fmla="*/ 6596 w 9787"/>
                <a:gd name="connsiteY31-778" fmla="*/ 8830 h 10000"/>
                <a:gd name="connsiteX32-779" fmla="*/ 6808 w 9787"/>
                <a:gd name="connsiteY32-780" fmla="*/ 8215 h 10000"/>
                <a:gd name="connsiteX33-781" fmla="*/ 7020 w 9787"/>
                <a:gd name="connsiteY33-782" fmla="*/ 7500 h 10000"/>
                <a:gd name="connsiteX34-783" fmla="*/ 7233 w 9787"/>
                <a:gd name="connsiteY34-784" fmla="*/ 6710 h 10000"/>
                <a:gd name="connsiteX35-785" fmla="*/ 7447 w 9787"/>
                <a:gd name="connsiteY35-786" fmla="*/ 5870 h 10000"/>
                <a:gd name="connsiteX36-787" fmla="*/ 7659 w 9787"/>
                <a:gd name="connsiteY36-788" fmla="*/ 5000 h 10000"/>
                <a:gd name="connsiteX37-789" fmla="*/ 7873 w 9787"/>
                <a:gd name="connsiteY37-790" fmla="*/ 4133 h 10000"/>
                <a:gd name="connsiteX38-791" fmla="*/ 8085 w 9787"/>
                <a:gd name="connsiteY38-792" fmla="*/ 3290 h 10000"/>
                <a:gd name="connsiteX39-793" fmla="*/ 8299 w 9787"/>
                <a:gd name="connsiteY39-794" fmla="*/ 2500 h 10000"/>
                <a:gd name="connsiteX40-795" fmla="*/ 8510 w 9787"/>
                <a:gd name="connsiteY40-796" fmla="*/ 1788 h 10000"/>
                <a:gd name="connsiteX41-797" fmla="*/ 8723 w 9787"/>
                <a:gd name="connsiteY41-798" fmla="*/ 1170 h 10000"/>
                <a:gd name="connsiteX42-799" fmla="*/ 8936 w 9787"/>
                <a:gd name="connsiteY42-800" fmla="*/ 670 h 10000"/>
                <a:gd name="connsiteX43-801" fmla="*/ 9149 w 9787"/>
                <a:gd name="connsiteY43-802" fmla="*/ 303 h 10000"/>
                <a:gd name="connsiteX44-803" fmla="*/ 9361 w 9787"/>
                <a:gd name="connsiteY44-804" fmla="*/ 75 h 10000"/>
                <a:gd name="connsiteX45-805" fmla="*/ 9574 w 9787"/>
                <a:gd name="connsiteY45-806" fmla="*/ 0 h 10000"/>
                <a:gd name="connsiteX46-807" fmla="*/ 9787 w 9787"/>
                <a:gd name="connsiteY46-808" fmla="*/ 75 h 10000"/>
                <a:gd name="connsiteX0-809" fmla="*/ 0 w 9782"/>
                <a:gd name="connsiteY0-810" fmla="*/ 5000 h 10000"/>
                <a:gd name="connsiteX1-811" fmla="*/ 219 w 9782"/>
                <a:gd name="connsiteY1-812" fmla="*/ 4133 h 10000"/>
                <a:gd name="connsiteX2-813" fmla="*/ 435 w 9782"/>
                <a:gd name="connsiteY2-814" fmla="*/ 3290 h 10000"/>
                <a:gd name="connsiteX3-815" fmla="*/ 653 w 9782"/>
                <a:gd name="connsiteY3-816" fmla="*/ 2500 h 10000"/>
                <a:gd name="connsiteX4-817" fmla="*/ 870 w 9782"/>
                <a:gd name="connsiteY4-818" fmla="*/ 1785 h 10000"/>
                <a:gd name="connsiteX5-819" fmla="*/ 1088 w 9782"/>
                <a:gd name="connsiteY5-820" fmla="*/ 1170 h 10000"/>
                <a:gd name="connsiteX6-821" fmla="*/ 1306 w 9782"/>
                <a:gd name="connsiteY6-822" fmla="*/ 670 h 10000"/>
                <a:gd name="connsiteX7-823" fmla="*/ 1520 w 9782"/>
                <a:gd name="connsiteY7-824" fmla="*/ 303 h 10000"/>
                <a:gd name="connsiteX8-825" fmla="*/ 1738 w 9782"/>
                <a:gd name="connsiteY8-826" fmla="*/ 75 h 10000"/>
                <a:gd name="connsiteX9-827" fmla="*/ 1958 w 9782"/>
                <a:gd name="connsiteY9-828" fmla="*/ 0 h 10000"/>
                <a:gd name="connsiteX10-829" fmla="*/ 2173 w 9782"/>
                <a:gd name="connsiteY10-830" fmla="*/ 75 h 10000"/>
                <a:gd name="connsiteX11-831" fmla="*/ 2392 w 9782"/>
                <a:gd name="connsiteY11-832" fmla="*/ 303 h 10000"/>
                <a:gd name="connsiteX12-833" fmla="*/ 2609 w 9782"/>
                <a:gd name="connsiteY12-834" fmla="*/ 670 h 10000"/>
                <a:gd name="connsiteX13-835" fmla="*/ 2826 w 9782"/>
                <a:gd name="connsiteY13-836" fmla="*/ 1170 h 10000"/>
                <a:gd name="connsiteX14-837" fmla="*/ 3045 w 9782"/>
                <a:gd name="connsiteY14-838" fmla="*/ 1785 h 10000"/>
                <a:gd name="connsiteX15-839" fmla="*/ 3260 w 9782"/>
                <a:gd name="connsiteY15-840" fmla="*/ 2500 h 10000"/>
                <a:gd name="connsiteX16-841" fmla="*/ 3478 w 9782"/>
                <a:gd name="connsiteY16-842" fmla="*/ 3290 h 10000"/>
                <a:gd name="connsiteX17-843" fmla="*/ 3697 w 9782"/>
                <a:gd name="connsiteY17-844" fmla="*/ 4133 h 10000"/>
                <a:gd name="connsiteX18-845" fmla="*/ 3913 w 9782"/>
                <a:gd name="connsiteY18-846" fmla="*/ 5000 h 10000"/>
                <a:gd name="connsiteX19-847" fmla="*/ 4132 w 9782"/>
                <a:gd name="connsiteY19-848" fmla="*/ 5868 h 10000"/>
                <a:gd name="connsiteX20-849" fmla="*/ 4347 w 9782"/>
                <a:gd name="connsiteY20-850" fmla="*/ 6710 h 10000"/>
                <a:gd name="connsiteX21-851" fmla="*/ 4565 w 9782"/>
                <a:gd name="connsiteY21-852" fmla="*/ 7500 h 10000"/>
                <a:gd name="connsiteX22-853" fmla="*/ 4782 w 9782"/>
                <a:gd name="connsiteY22-854" fmla="*/ 8213 h 10000"/>
                <a:gd name="connsiteX23-855" fmla="*/ 5002 w 9782"/>
                <a:gd name="connsiteY23-856" fmla="*/ 8830 h 10000"/>
                <a:gd name="connsiteX24-857" fmla="*/ 5216 w 9782"/>
                <a:gd name="connsiteY24-858" fmla="*/ 9330 h 10000"/>
                <a:gd name="connsiteX25-859" fmla="*/ 5436 w 9782"/>
                <a:gd name="connsiteY25-860" fmla="*/ 9698 h 10000"/>
                <a:gd name="connsiteX26-861" fmla="*/ 5651 w 9782"/>
                <a:gd name="connsiteY26-862" fmla="*/ 9925 h 10000"/>
                <a:gd name="connsiteX27-863" fmla="*/ 5871 w 9782"/>
                <a:gd name="connsiteY27-864" fmla="*/ 10000 h 10000"/>
                <a:gd name="connsiteX28-865" fmla="*/ 6087 w 9782"/>
                <a:gd name="connsiteY28-866" fmla="*/ 9925 h 10000"/>
                <a:gd name="connsiteX29-867" fmla="*/ 6304 w 9782"/>
                <a:gd name="connsiteY29-868" fmla="*/ 9698 h 10000"/>
                <a:gd name="connsiteX30-869" fmla="*/ 6523 w 9782"/>
                <a:gd name="connsiteY30-870" fmla="*/ 9330 h 10000"/>
                <a:gd name="connsiteX31-871" fmla="*/ 6740 w 9782"/>
                <a:gd name="connsiteY31-872" fmla="*/ 8830 h 10000"/>
                <a:gd name="connsiteX32-873" fmla="*/ 6956 w 9782"/>
                <a:gd name="connsiteY32-874" fmla="*/ 8215 h 10000"/>
                <a:gd name="connsiteX33-875" fmla="*/ 7173 w 9782"/>
                <a:gd name="connsiteY33-876" fmla="*/ 7500 h 10000"/>
                <a:gd name="connsiteX34-877" fmla="*/ 7390 w 9782"/>
                <a:gd name="connsiteY34-878" fmla="*/ 6710 h 10000"/>
                <a:gd name="connsiteX35-879" fmla="*/ 7609 w 9782"/>
                <a:gd name="connsiteY35-880" fmla="*/ 5870 h 10000"/>
                <a:gd name="connsiteX36-881" fmla="*/ 7826 w 9782"/>
                <a:gd name="connsiteY36-882" fmla="*/ 5000 h 10000"/>
                <a:gd name="connsiteX37-883" fmla="*/ 8044 w 9782"/>
                <a:gd name="connsiteY37-884" fmla="*/ 4133 h 10000"/>
                <a:gd name="connsiteX38-885" fmla="*/ 8261 w 9782"/>
                <a:gd name="connsiteY38-886" fmla="*/ 3290 h 10000"/>
                <a:gd name="connsiteX39-887" fmla="*/ 8480 w 9782"/>
                <a:gd name="connsiteY39-888" fmla="*/ 2500 h 10000"/>
                <a:gd name="connsiteX40-889" fmla="*/ 8695 w 9782"/>
                <a:gd name="connsiteY40-890" fmla="*/ 1788 h 10000"/>
                <a:gd name="connsiteX41-891" fmla="*/ 8913 w 9782"/>
                <a:gd name="connsiteY41-892" fmla="*/ 1170 h 10000"/>
                <a:gd name="connsiteX42-893" fmla="*/ 9130 w 9782"/>
                <a:gd name="connsiteY42-894" fmla="*/ 670 h 10000"/>
                <a:gd name="connsiteX43-895" fmla="*/ 9348 w 9782"/>
                <a:gd name="connsiteY43-896" fmla="*/ 303 h 10000"/>
                <a:gd name="connsiteX44-897" fmla="*/ 9565 w 9782"/>
                <a:gd name="connsiteY44-898" fmla="*/ 75 h 10000"/>
                <a:gd name="connsiteX45-899" fmla="*/ 9782 w 9782"/>
                <a:gd name="connsiteY45-900" fmla="*/ 0 h 100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  <a:cxn ang="0">
                  <a:pos x="connsiteX10-21" y="connsiteY10-22"/>
                </a:cxn>
                <a:cxn ang="0">
                  <a:pos x="connsiteX11-23" y="connsiteY11-24"/>
                </a:cxn>
                <a:cxn ang="0">
                  <a:pos x="connsiteX12-25" y="connsiteY12-26"/>
                </a:cxn>
                <a:cxn ang="0">
                  <a:pos x="connsiteX13-27" y="connsiteY13-28"/>
                </a:cxn>
                <a:cxn ang="0">
                  <a:pos x="connsiteX14-29" y="connsiteY14-30"/>
                </a:cxn>
                <a:cxn ang="0">
                  <a:pos x="connsiteX15-31" y="connsiteY15-32"/>
                </a:cxn>
                <a:cxn ang="0">
                  <a:pos x="connsiteX16-33" y="connsiteY16-34"/>
                </a:cxn>
                <a:cxn ang="0">
                  <a:pos x="connsiteX17-35" y="connsiteY17-36"/>
                </a:cxn>
                <a:cxn ang="0">
                  <a:pos x="connsiteX18-37" y="connsiteY18-38"/>
                </a:cxn>
                <a:cxn ang="0">
                  <a:pos x="connsiteX19-39" y="connsiteY19-40"/>
                </a:cxn>
                <a:cxn ang="0">
                  <a:pos x="connsiteX20-41" y="connsiteY20-42"/>
                </a:cxn>
                <a:cxn ang="0">
                  <a:pos x="connsiteX21-43" y="connsiteY21-44"/>
                </a:cxn>
                <a:cxn ang="0">
                  <a:pos x="connsiteX22-45" y="connsiteY22-46"/>
                </a:cxn>
                <a:cxn ang="0">
                  <a:pos x="connsiteX23-47" y="connsiteY23-48"/>
                </a:cxn>
                <a:cxn ang="0">
                  <a:pos x="connsiteX24-49" y="connsiteY24-50"/>
                </a:cxn>
                <a:cxn ang="0">
                  <a:pos x="connsiteX25-51" y="connsiteY25-52"/>
                </a:cxn>
                <a:cxn ang="0">
                  <a:pos x="connsiteX26-53" y="connsiteY26-54"/>
                </a:cxn>
                <a:cxn ang="0">
                  <a:pos x="connsiteX27-55" y="connsiteY27-56"/>
                </a:cxn>
                <a:cxn ang="0">
                  <a:pos x="connsiteX28-57" y="connsiteY28-58"/>
                </a:cxn>
                <a:cxn ang="0">
                  <a:pos x="connsiteX29-59" y="connsiteY29-60"/>
                </a:cxn>
                <a:cxn ang="0">
                  <a:pos x="connsiteX30-61" y="connsiteY30-62"/>
                </a:cxn>
                <a:cxn ang="0">
                  <a:pos x="connsiteX31-63" y="connsiteY31-64"/>
                </a:cxn>
                <a:cxn ang="0">
                  <a:pos x="connsiteX32-65" y="connsiteY32-66"/>
                </a:cxn>
                <a:cxn ang="0">
                  <a:pos x="connsiteX33-67" y="connsiteY33-68"/>
                </a:cxn>
                <a:cxn ang="0">
                  <a:pos x="connsiteX34-69" y="connsiteY34-70"/>
                </a:cxn>
                <a:cxn ang="0">
                  <a:pos x="connsiteX35-71" y="connsiteY35-72"/>
                </a:cxn>
                <a:cxn ang="0">
                  <a:pos x="connsiteX36-73" y="connsiteY36-74"/>
                </a:cxn>
                <a:cxn ang="0">
                  <a:pos x="connsiteX37-75" y="connsiteY37-76"/>
                </a:cxn>
                <a:cxn ang="0">
                  <a:pos x="connsiteX38-77" y="connsiteY38-78"/>
                </a:cxn>
                <a:cxn ang="0">
                  <a:pos x="connsiteX39-79" y="connsiteY39-80"/>
                </a:cxn>
                <a:cxn ang="0">
                  <a:pos x="connsiteX40-81" y="connsiteY40-82"/>
                </a:cxn>
                <a:cxn ang="0">
                  <a:pos x="connsiteX41-83" y="connsiteY41-84"/>
                </a:cxn>
                <a:cxn ang="0">
                  <a:pos x="connsiteX42-85" y="connsiteY42-86"/>
                </a:cxn>
                <a:cxn ang="0">
                  <a:pos x="connsiteX43-87" y="connsiteY43-88"/>
                </a:cxn>
                <a:cxn ang="0">
                  <a:pos x="connsiteX44-89" y="connsiteY44-90"/>
                </a:cxn>
                <a:cxn ang="0">
                  <a:pos x="connsiteX45-91" y="connsiteY45-92"/>
                </a:cxn>
              </a:cxnLst>
              <a:rect l="l" t="t" r="r" b="b"/>
              <a:pathLst>
                <a:path w="9782" h="10000">
                  <a:moveTo>
                    <a:pt x="0" y="5000"/>
                  </a:moveTo>
                  <a:cubicBezTo>
                    <a:pt x="71" y="4708"/>
                    <a:pt x="144" y="4418"/>
                    <a:pt x="219" y="4133"/>
                  </a:cubicBezTo>
                  <a:cubicBezTo>
                    <a:pt x="290" y="3848"/>
                    <a:pt x="362" y="3563"/>
                    <a:pt x="435" y="3290"/>
                  </a:cubicBezTo>
                  <a:cubicBezTo>
                    <a:pt x="506" y="3018"/>
                    <a:pt x="578" y="2750"/>
                    <a:pt x="653" y="2500"/>
                  </a:cubicBezTo>
                  <a:cubicBezTo>
                    <a:pt x="726" y="2250"/>
                    <a:pt x="797" y="2008"/>
                    <a:pt x="870" y="1785"/>
                  </a:cubicBezTo>
                  <a:cubicBezTo>
                    <a:pt x="941" y="1563"/>
                    <a:pt x="1015" y="1355"/>
                    <a:pt x="1088" y="1170"/>
                  </a:cubicBezTo>
                  <a:cubicBezTo>
                    <a:pt x="1160" y="985"/>
                    <a:pt x="1231" y="815"/>
                    <a:pt x="1306" y="670"/>
                  </a:cubicBezTo>
                  <a:cubicBezTo>
                    <a:pt x="1378" y="525"/>
                    <a:pt x="1448" y="403"/>
                    <a:pt x="1520" y="303"/>
                  </a:cubicBezTo>
                  <a:cubicBezTo>
                    <a:pt x="1595" y="203"/>
                    <a:pt x="1666" y="125"/>
                    <a:pt x="1738" y="75"/>
                  </a:cubicBezTo>
                  <a:cubicBezTo>
                    <a:pt x="1812" y="25"/>
                    <a:pt x="1883" y="0"/>
                    <a:pt x="1958" y="0"/>
                  </a:cubicBezTo>
                  <a:cubicBezTo>
                    <a:pt x="2029" y="0"/>
                    <a:pt x="2101" y="25"/>
                    <a:pt x="2173" y="75"/>
                  </a:cubicBezTo>
                  <a:cubicBezTo>
                    <a:pt x="2248" y="125"/>
                    <a:pt x="2318" y="203"/>
                    <a:pt x="2392" y="303"/>
                  </a:cubicBezTo>
                  <a:cubicBezTo>
                    <a:pt x="2463" y="403"/>
                    <a:pt x="2536" y="525"/>
                    <a:pt x="2609" y="670"/>
                  </a:cubicBezTo>
                  <a:cubicBezTo>
                    <a:pt x="2681" y="815"/>
                    <a:pt x="2754" y="985"/>
                    <a:pt x="2826" y="1170"/>
                  </a:cubicBezTo>
                  <a:cubicBezTo>
                    <a:pt x="2898" y="1355"/>
                    <a:pt x="2971" y="1563"/>
                    <a:pt x="3045" y="1785"/>
                  </a:cubicBezTo>
                  <a:cubicBezTo>
                    <a:pt x="3115" y="2008"/>
                    <a:pt x="3186" y="2250"/>
                    <a:pt x="3260" y="2500"/>
                  </a:cubicBezTo>
                  <a:cubicBezTo>
                    <a:pt x="3335" y="2750"/>
                    <a:pt x="3406" y="3018"/>
                    <a:pt x="3478" y="3290"/>
                  </a:cubicBezTo>
                  <a:cubicBezTo>
                    <a:pt x="3550" y="3563"/>
                    <a:pt x="3623" y="3848"/>
                    <a:pt x="3697" y="4133"/>
                  </a:cubicBezTo>
                  <a:cubicBezTo>
                    <a:pt x="3768" y="4418"/>
                    <a:pt x="3839" y="4710"/>
                    <a:pt x="3913" y="5000"/>
                  </a:cubicBezTo>
                  <a:cubicBezTo>
                    <a:pt x="3986" y="5290"/>
                    <a:pt x="4057" y="5583"/>
                    <a:pt x="4132" y="5868"/>
                  </a:cubicBezTo>
                  <a:cubicBezTo>
                    <a:pt x="4205" y="6153"/>
                    <a:pt x="4275" y="6438"/>
                    <a:pt x="4347" y="6710"/>
                  </a:cubicBezTo>
                  <a:cubicBezTo>
                    <a:pt x="4420" y="6983"/>
                    <a:pt x="4492" y="7250"/>
                    <a:pt x="4565" y="7500"/>
                  </a:cubicBezTo>
                  <a:cubicBezTo>
                    <a:pt x="4639" y="7750"/>
                    <a:pt x="4711" y="7990"/>
                    <a:pt x="4782" y="8213"/>
                  </a:cubicBezTo>
                  <a:cubicBezTo>
                    <a:pt x="4855" y="8435"/>
                    <a:pt x="4927" y="8645"/>
                    <a:pt x="5002" y="8830"/>
                  </a:cubicBezTo>
                  <a:cubicBezTo>
                    <a:pt x="5072" y="9015"/>
                    <a:pt x="5145" y="9185"/>
                    <a:pt x="5216" y="9330"/>
                  </a:cubicBezTo>
                  <a:cubicBezTo>
                    <a:pt x="5291" y="9475"/>
                    <a:pt x="5364" y="9598"/>
                    <a:pt x="5436" y="9698"/>
                  </a:cubicBezTo>
                  <a:cubicBezTo>
                    <a:pt x="5506" y="9798"/>
                    <a:pt x="5580" y="9875"/>
                    <a:pt x="5651" y="9925"/>
                  </a:cubicBezTo>
                  <a:cubicBezTo>
                    <a:pt x="5725" y="9975"/>
                    <a:pt x="5797" y="10000"/>
                    <a:pt x="5871" y="10000"/>
                  </a:cubicBezTo>
                  <a:cubicBezTo>
                    <a:pt x="5943" y="10000"/>
                    <a:pt x="6014" y="9975"/>
                    <a:pt x="6087" y="9925"/>
                  </a:cubicBezTo>
                  <a:cubicBezTo>
                    <a:pt x="6159" y="9875"/>
                    <a:pt x="6232" y="9798"/>
                    <a:pt x="6304" y="9698"/>
                  </a:cubicBezTo>
                  <a:cubicBezTo>
                    <a:pt x="6377" y="9598"/>
                    <a:pt x="6448" y="9475"/>
                    <a:pt x="6523" y="9330"/>
                  </a:cubicBezTo>
                  <a:cubicBezTo>
                    <a:pt x="6593" y="9185"/>
                    <a:pt x="6666" y="9015"/>
                    <a:pt x="6740" y="8830"/>
                  </a:cubicBezTo>
                  <a:cubicBezTo>
                    <a:pt x="6812" y="8645"/>
                    <a:pt x="6884" y="8438"/>
                    <a:pt x="6956" y="8215"/>
                  </a:cubicBezTo>
                  <a:cubicBezTo>
                    <a:pt x="7031" y="7993"/>
                    <a:pt x="7102" y="7750"/>
                    <a:pt x="7173" y="7500"/>
                  </a:cubicBezTo>
                  <a:cubicBezTo>
                    <a:pt x="7248" y="7250"/>
                    <a:pt x="7319" y="6983"/>
                    <a:pt x="7390" y="6710"/>
                  </a:cubicBezTo>
                  <a:cubicBezTo>
                    <a:pt x="7465" y="6438"/>
                    <a:pt x="7537" y="6155"/>
                    <a:pt x="7609" y="5870"/>
                  </a:cubicBezTo>
                  <a:cubicBezTo>
                    <a:pt x="7683" y="5585"/>
                    <a:pt x="7754" y="5290"/>
                    <a:pt x="7826" y="5000"/>
                  </a:cubicBezTo>
                  <a:cubicBezTo>
                    <a:pt x="7899" y="4710"/>
                    <a:pt x="7971" y="4418"/>
                    <a:pt x="8044" y="4133"/>
                  </a:cubicBezTo>
                  <a:cubicBezTo>
                    <a:pt x="8117" y="3848"/>
                    <a:pt x="8189" y="3563"/>
                    <a:pt x="8261" y="3290"/>
                  </a:cubicBezTo>
                  <a:cubicBezTo>
                    <a:pt x="8332" y="3018"/>
                    <a:pt x="8406" y="2750"/>
                    <a:pt x="8480" y="2500"/>
                  </a:cubicBezTo>
                  <a:cubicBezTo>
                    <a:pt x="8551" y="2250"/>
                    <a:pt x="8623" y="2010"/>
                    <a:pt x="8695" y="1788"/>
                  </a:cubicBezTo>
                  <a:cubicBezTo>
                    <a:pt x="8770" y="1565"/>
                    <a:pt x="8841" y="1355"/>
                    <a:pt x="8913" y="1170"/>
                  </a:cubicBezTo>
                  <a:cubicBezTo>
                    <a:pt x="8985" y="985"/>
                    <a:pt x="9056" y="815"/>
                    <a:pt x="9130" y="670"/>
                  </a:cubicBezTo>
                  <a:cubicBezTo>
                    <a:pt x="9204" y="525"/>
                    <a:pt x="9277" y="403"/>
                    <a:pt x="9348" y="303"/>
                  </a:cubicBezTo>
                  <a:cubicBezTo>
                    <a:pt x="9422" y="203"/>
                    <a:pt x="9491" y="125"/>
                    <a:pt x="9565" y="75"/>
                  </a:cubicBezTo>
                  <a:cubicBezTo>
                    <a:pt x="9639" y="25"/>
                    <a:pt x="9710" y="0"/>
                    <a:pt x="9782" y="0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sz="1350"/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83F31068-F1D5-003E-FCD8-1AEFE9E26854}"/>
                </a:ext>
              </a:extLst>
            </p:cNvPr>
            <p:cNvGrpSpPr/>
            <p:nvPr/>
          </p:nvGrpSpPr>
          <p:grpSpPr>
            <a:xfrm>
              <a:off x="6228476" y="4850188"/>
              <a:ext cx="2434511" cy="829586"/>
              <a:chOff x="6312534" y="1941662"/>
              <a:chExt cx="3746470" cy="3030915"/>
            </a:xfrm>
          </p:grpSpPr>
          <p:sp>
            <p:nvSpPr>
              <p:cNvPr id="5129" name="Line 4">
                <a:extLst>
                  <a:ext uri="{FF2B5EF4-FFF2-40B4-BE49-F238E27FC236}">
                    <a16:creationId xmlns:a16="http://schemas.microsoft.com/office/drawing/2014/main" id="{8D6DEDDA-F776-7D6C-05EF-52BAAB7C99B9}"/>
                  </a:ext>
                </a:extLst>
              </p:cNvPr>
              <p:cNvSpPr/>
              <p:nvPr/>
            </p:nvSpPr>
            <p:spPr>
              <a:xfrm>
                <a:off x="6312534" y="3558035"/>
                <a:ext cx="3746470" cy="0"/>
              </a:xfrm>
              <a:prstGeom prst="line">
                <a:avLst/>
              </a:prstGeom>
              <a:ln w="28575" cap="flat" cmpd="sng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30" name="Line 5">
                <a:extLst>
                  <a:ext uri="{FF2B5EF4-FFF2-40B4-BE49-F238E27FC236}">
                    <a16:creationId xmlns:a16="http://schemas.microsoft.com/office/drawing/2014/main" id="{401FDF3A-E606-7B7D-A930-8906A16411D8}"/>
                  </a:ext>
                </a:extLst>
              </p:cNvPr>
              <p:cNvSpPr/>
              <p:nvPr/>
            </p:nvSpPr>
            <p:spPr>
              <a:xfrm flipH="1" flipV="1">
                <a:off x="6312534" y="1941662"/>
                <a:ext cx="0" cy="3030915"/>
              </a:xfrm>
              <a:prstGeom prst="line">
                <a:avLst/>
              </a:prstGeom>
              <a:ln w="28575" cap="flat" cmpd="sng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  <p:txBody>
              <a:bodyPr/>
              <a:lstStyle/>
              <a:p>
                <a:endParaRPr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9">
                  <a:extLst>
                    <a:ext uri="{FF2B5EF4-FFF2-40B4-BE49-F238E27FC236}">
                      <a16:creationId xmlns:a16="http://schemas.microsoft.com/office/drawing/2014/main" id="{DA24A299-0CC6-B30B-A2FD-1C4FA1FAF95F}"/>
                    </a:ext>
                  </a:extLst>
                </p:cNvPr>
                <p:cNvSpPr txBox="1"/>
                <p:nvPr/>
              </p:nvSpPr>
              <p:spPr>
                <a:xfrm>
                  <a:off x="8250886" y="5017900"/>
                  <a:ext cx="250068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𝑫</m:t>
                        </m:r>
                      </m:oMath>
                    </m:oMathPara>
                  </a14:m>
                  <a:endParaRPr lang="zh-CN" altLang="en-US" sz="2000" b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30" name="文本框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886" y="5017900"/>
                  <a:ext cx="25006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l="-24390" r="-24390" b="-6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30">
                  <a:extLst>
                    <a:ext uri="{FF2B5EF4-FFF2-40B4-BE49-F238E27FC236}">
                      <a16:creationId xmlns:a16="http://schemas.microsoft.com/office/drawing/2014/main" id="{E9853F89-5566-2BB1-B6AA-D0561EB12AB6}"/>
                    </a:ext>
                  </a:extLst>
                </p:cNvPr>
                <p:cNvSpPr txBox="1"/>
                <p:nvPr/>
              </p:nvSpPr>
              <p:spPr>
                <a:xfrm>
                  <a:off x="5957436" y="4735522"/>
                  <a:ext cx="205184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zh-CN" altLang="en-US" sz="2000" b="1" i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31" name="文本框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436" y="4735522"/>
                  <a:ext cx="205184" cy="307777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l="-18182" r="-2121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p:sp>
          <p:nvSpPr>
            <p:cNvPr id="29" name="Freeform 14">
              <a:extLst>
                <a:ext uri="{FF2B5EF4-FFF2-40B4-BE49-F238E27FC236}">
                  <a16:creationId xmlns:a16="http://schemas.microsoft.com/office/drawing/2014/main" id="{C2EBCACA-0866-7AC1-A1D7-64743DCECA4C}"/>
                </a:ext>
              </a:extLst>
            </p:cNvPr>
            <p:cNvSpPr/>
            <p:nvPr/>
          </p:nvSpPr>
          <p:spPr>
            <a:xfrm flipV="1">
              <a:off x="6228473" y="4079473"/>
              <a:ext cx="2022413" cy="629556"/>
            </a:xfrm>
            <a:custGeom>
              <a:avLst/>
              <a:gdLst>
                <a:gd name="connsiteX0" fmla="*/ 0 w 9970"/>
                <a:gd name="connsiteY0" fmla="*/ 5000 h 10000"/>
                <a:gd name="connsiteX1" fmla="*/ 185 w 9970"/>
                <a:gd name="connsiteY1" fmla="*/ 4133 h 10000"/>
                <a:gd name="connsiteX2" fmla="*/ 369 w 9970"/>
                <a:gd name="connsiteY2" fmla="*/ 3290 h 10000"/>
                <a:gd name="connsiteX3" fmla="*/ 554 w 9970"/>
                <a:gd name="connsiteY3" fmla="*/ 2500 h 10000"/>
                <a:gd name="connsiteX4" fmla="*/ 738 w 9970"/>
                <a:gd name="connsiteY4" fmla="*/ 1785 h 10000"/>
                <a:gd name="connsiteX5" fmla="*/ 923 w 9970"/>
                <a:gd name="connsiteY5" fmla="*/ 1170 h 10000"/>
                <a:gd name="connsiteX6" fmla="*/ 1108 w 9970"/>
                <a:gd name="connsiteY6" fmla="*/ 670 h 10000"/>
                <a:gd name="connsiteX7" fmla="*/ 1292 w 9970"/>
                <a:gd name="connsiteY7" fmla="*/ 303 h 10000"/>
                <a:gd name="connsiteX8" fmla="*/ 1477 w 9970"/>
                <a:gd name="connsiteY8" fmla="*/ 75 h 10000"/>
                <a:gd name="connsiteX9" fmla="*/ 1662 w 9970"/>
                <a:gd name="connsiteY9" fmla="*/ 0 h 10000"/>
                <a:gd name="connsiteX10" fmla="*/ 1846 w 9970"/>
                <a:gd name="connsiteY10" fmla="*/ 75 h 10000"/>
                <a:gd name="connsiteX11" fmla="*/ 2031 w 9970"/>
                <a:gd name="connsiteY11" fmla="*/ 303 h 10000"/>
                <a:gd name="connsiteX12" fmla="*/ 2215 w 9970"/>
                <a:gd name="connsiteY12" fmla="*/ 670 h 10000"/>
                <a:gd name="connsiteX13" fmla="*/ 2400 w 9970"/>
                <a:gd name="connsiteY13" fmla="*/ 1170 h 10000"/>
                <a:gd name="connsiteX14" fmla="*/ 2585 w 9970"/>
                <a:gd name="connsiteY14" fmla="*/ 1785 h 10000"/>
                <a:gd name="connsiteX15" fmla="*/ 2769 w 9970"/>
                <a:gd name="connsiteY15" fmla="*/ 2500 h 10000"/>
                <a:gd name="connsiteX16" fmla="*/ 2954 w 9970"/>
                <a:gd name="connsiteY16" fmla="*/ 3290 h 10000"/>
                <a:gd name="connsiteX17" fmla="*/ 3139 w 9970"/>
                <a:gd name="connsiteY17" fmla="*/ 4133 h 10000"/>
                <a:gd name="connsiteX18" fmla="*/ 3323 w 9970"/>
                <a:gd name="connsiteY18" fmla="*/ 5000 h 10000"/>
                <a:gd name="connsiteX19" fmla="*/ 3508 w 9970"/>
                <a:gd name="connsiteY19" fmla="*/ 5868 h 10000"/>
                <a:gd name="connsiteX20" fmla="*/ 3692 w 9970"/>
                <a:gd name="connsiteY20" fmla="*/ 6710 h 10000"/>
                <a:gd name="connsiteX21" fmla="*/ 3877 w 9970"/>
                <a:gd name="connsiteY21" fmla="*/ 7500 h 10000"/>
                <a:gd name="connsiteX22" fmla="*/ 4062 w 9970"/>
                <a:gd name="connsiteY22" fmla="*/ 8213 h 10000"/>
                <a:gd name="connsiteX23" fmla="*/ 4246 w 9970"/>
                <a:gd name="connsiteY23" fmla="*/ 8830 h 10000"/>
                <a:gd name="connsiteX24" fmla="*/ 4431 w 9970"/>
                <a:gd name="connsiteY24" fmla="*/ 9330 h 10000"/>
                <a:gd name="connsiteX25" fmla="*/ 4616 w 9970"/>
                <a:gd name="connsiteY25" fmla="*/ 9698 h 10000"/>
                <a:gd name="connsiteX26" fmla="*/ 4800 w 9970"/>
                <a:gd name="connsiteY26" fmla="*/ 9925 h 10000"/>
                <a:gd name="connsiteX27" fmla="*/ 4985 w 9970"/>
                <a:gd name="connsiteY27" fmla="*/ 10000 h 10000"/>
                <a:gd name="connsiteX28" fmla="*/ 5169 w 9970"/>
                <a:gd name="connsiteY28" fmla="*/ 9925 h 10000"/>
                <a:gd name="connsiteX29" fmla="*/ 5354 w 9970"/>
                <a:gd name="connsiteY29" fmla="*/ 9698 h 10000"/>
                <a:gd name="connsiteX30" fmla="*/ 5539 w 9970"/>
                <a:gd name="connsiteY30" fmla="*/ 9330 h 10000"/>
                <a:gd name="connsiteX31" fmla="*/ 5723 w 9970"/>
                <a:gd name="connsiteY31" fmla="*/ 8830 h 10000"/>
                <a:gd name="connsiteX32" fmla="*/ 5908 w 9970"/>
                <a:gd name="connsiteY32" fmla="*/ 8215 h 10000"/>
                <a:gd name="connsiteX33" fmla="*/ 6092 w 9970"/>
                <a:gd name="connsiteY33" fmla="*/ 7500 h 10000"/>
                <a:gd name="connsiteX34" fmla="*/ 6277 w 9970"/>
                <a:gd name="connsiteY34" fmla="*/ 6710 h 10000"/>
                <a:gd name="connsiteX35" fmla="*/ 6462 w 9970"/>
                <a:gd name="connsiteY35" fmla="*/ 5870 h 10000"/>
                <a:gd name="connsiteX36" fmla="*/ 6646 w 9970"/>
                <a:gd name="connsiteY36" fmla="*/ 5000 h 10000"/>
                <a:gd name="connsiteX37" fmla="*/ 6831 w 9970"/>
                <a:gd name="connsiteY37" fmla="*/ 4133 h 10000"/>
                <a:gd name="connsiteX38" fmla="*/ 7016 w 9970"/>
                <a:gd name="connsiteY38" fmla="*/ 3290 h 10000"/>
                <a:gd name="connsiteX39" fmla="*/ 7200 w 9970"/>
                <a:gd name="connsiteY39" fmla="*/ 2500 h 10000"/>
                <a:gd name="connsiteX40" fmla="*/ 7385 w 9970"/>
                <a:gd name="connsiteY40" fmla="*/ 1788 h 10000"/>
                <a:gd name="connsiteX41" fmla="*/ 7569 w 9970"/>
                <a:gd name="connsiteY41" fmla="*/ 1170 h 10000"/>
                <a:gd name="connsiteX42" fmla="*/ 7754 w 9970"/>
                <a:gd name="connsiteY42" fmla="*/ 670 h 10000"/>
                <a:gd name="connsiteX43" fmla="*/ 7939 w 9970"/>
                <a:gd name="connsiteY43" fmla="*/ 303 h 10000"/>
                <a:gd name="connsiteX44" fmla="*/ 8123 w 9970"/>
                <a:gd name="connsiteY44" fmla="*/ 75 h 10000"/>
                <a:gd name="connsiteX45" fmla="*/ 8308 w 9970"/>
                <a:gd name="connsiteY45" fmla="*/ 0 h 10000"/>
                <a:gd name="connsiteX46" fmla="*/ 8493 w 9970"/>
                <a:gd name="connsiteY46" fmla="*/ 75 h 10000"/>
                <a:gd name="connsiteX47" fmla="*/ 8677 w 9970"/>
                <a:gd name="connsiteY47" fmla="*/ 300 h 10000"/>
                <a:gd name="connsiteX48" fmla="*/ 8862 w 9970"/>
                <a:gd name="connsiteY48" fmla="*/ 670 h 10000"/>
                <a:gd name="connsiteX49" fmla="*/ 9046 w 9970"/>
                <a:gd name="connsiteY49" fmla="*/ 1170 h 10000"/>
                <a:gd name="connsiteX50" fmla="*/ 9231 w 9970"/>
                <a:gd name="connsiteY50" fmla="*/ 1785 h 10000"/>
                <a:gd name="connsiteX51" fmla="*/ 9416 w 9970"/>
                <a:gd name="connsiteY51" fmla="*/ 2500 h 10000"/>
                <a:gd name="connsiteX52" fmla="*/ 9600 w 9970"/>
                <a:gd name="connsiteY52" fmla="*/ 3288 h 10000"/>
                <a:gd name="connsiteX53" fmla="*/ 9785 w 9970"/>
                <a:gd name="connsiteY53" fmla="*/ 4130 h 10000"/>
                <a:gd name="connsiteX54" fmla="*/ 9970 w 9970"/>
                <a:gd name="connsiteY54" fmla="*/ 4998 h 10000"/>
                <a:gd name="connsiteX0-1" fmla="*/ 0 w 9814"/>
                <a:gd name="connsiteY0-2" fmla="*/ 5000 h 10000"/>
                <a:gd name="connsiteX1-3" fmla="*/ 186 w 9814"/>
                <a:gd name="connsiteY1-4" fmla="*/ 4133 h 10000"/>
                <a:gd name="connsiteX2-5" fmla="*/ 370 w 9814"/>
                <a:gd name="connsiteY2-6" fmla="*/ 3290 h 10000"/>
                <a:gd name="connsiteX3-7" fmla="*/ 556 w 9814"/>
                <a:gd name="connsiteY3-8" fmla="*/ 2500 h 10000"/>
                <a:gd name="connsiteX4-9" fmla="*/ 740 w 9814"/>
                <a:gd name="connsiteY4-10" fmla="*/ 1785 h 10000"/>
                <a:gd name="connsiteX5-11" fmla="*/ 926 w 9814"/>
                <a:gd name="connsiteY5-12" fmla="*/ 1170 h 10000"/>
                <a:gd name="connsiteX6-13" fmla="*/ 1111 w 9814"/>
                <a:gd name="connsiteY6-14" fmla="*/ 670 h 10000"/>
                <a:gd name="connsiteX7-15" fmla="*/ 1296 w 9814"/>
                <a:gd name="connsiteY7-16" fmla="*/ 303 h 10000"/>
                <a:gd name="connsiteX8-17" fmla="*/ 1481 w 9814"/>
                <a:gd name="connsiteY8-18" fmla="*/ 75 h 10000"/>
                <a:gd name="connsiteX9-19" fmla="*/ 1667 w 9814"/>
                <a:gd name="connsiteY9-20" fmla="*/ 0 h 10000"/>
                <a:gd name="connsiteX10-21" fmla="*/ 1852 w 9814"/>
                <a:gd name="connsiteY10-22" fmla="*/ 75 h 10000"/>
                <a:gd name="connsiteX11-23" fmla="*/ 2037 w 9814"/>
                <a:gd name="connsiteY11-24" fmla="*/ 303 h 10000"/>
                <a:gd name="connsiteX12-25" fmla="*/ 2222 w 9814"/>
                <a:gd name="connsiteY12-26" fmla="*/ 670 h 10000"/>
                <a:gd name="connsiteX13-27" fmla="*/ 2407 w 9814"/>
                <a:gd name="connsiteY13-28" fmla="*/ 1170 h 10000"/>
                <a:gd name="connsiteX14-29" fmla="*/ 2593 w 9814"/>
                <a:gd name="connsiteY14-30" fmla="*/ 1785 h 10000"/>
                <a:gd name="connsiteX15-31" fmla="*/ 2777 w 9814"/>
                <a:gd name="connsiteY15-32" fmla="*/ 2500 h 10000"/>
                <a:gd name="connsiteX16-33" fmla="*/ 2963 w 9814"/>
                <a:gd name="connsiteY16-34" fmla="*/ 3290 h 10000"/>
                <a:gd name="connsiteX17-35" fmla="*/ 3148 w 9814"/>
                <a:gd name="connsiteY17-36" fmla="*/ 4133 h 10000"/>
                <a:gd name="connsiteX18-37" fmla="*/ 3333 w 9814"/>
                <a:gd name="connsiteY18-38" fmla="*/ 5000 h 10000"/>
                <a:gd name="connsiteX19-39" fmla="*/ 3519 w 9814"/>
                <a:gd name="connsiteY19-40" fmla="*/ 5868 h 10000"/>
                <a:gd name="connsiteX20-41" fmla="*/ 3703 w 9814"/>
                <a:gd name="connsiteY20-42" fmla="*/ 6710 h 10000"/>
                <a:gd name="connsiteX21-43" fmla="*/ 3889 w 9814"/>
                <a:gd name="connsiteY21-44" fmla="*/ 7500 h 10000"/>
                <a:gd name="connsiteX22-45" fmla="*/ 4074 w 9814"/>
                <a:gd name="connsiteY22-46" fmla="*/ 8213 h 10000"/>
                <a:gd name="connsiteX23-47" fmla="*/ 4259 w 9814"/>
                <a:gd name="connsiteY23-48" fmla="*/ 8830 h 10000"/>
                <a:gd name="connsiteX24-49" fmla="*/ 4444 w 9814"/>
                <a:gd name="connsiteY24-50" fmla="*/ 9330 h 10000"/>
                <a:gd name="connsiteX25-51" fmla="*/ 4630 w 9814"/>
                <a:gd name="connsiteY25-52" fmla="*/ 9698 h 10000"/>
                <a:gd name="connsiteX26-53" fmla="*/ 4814 w 9814"/>
                <a:gd name="connsiteY26-54" fmla="*/ 9925 h 10000"/>
                <a:gd name="connsiteX27-55" fmla="*/ 5000 w 9814"/>
                <a:gd name="connsiteY27-56" fmla="*/ 10000 h 10000"/>
                <a:gd name="connsiteX28-57" fmla="*/ 5185 w 9814"/>
                <a:gd name="connsiteY28-58" fmla="*/ 9925 h 10000"/>
                <a:gd name="connsiteX29-59" fmla="*/ 5370 w 9814"/>
                <a:gd name="connsiteY29-60" fmla="*/ 9698 h 10000"/>
                <a:gd name="connsiteX30-61" fmla="*/ 5556 w 9814"/>
                <a:gd name="connsiteY30-62" fmla="*/ 9330 h 10000"/>
                <a:gd name="connsiteX31-63" fmla="*/ 5740 w 9814"/>
                <a:gd name="connsiteY31-64" fmla="*/ 8830 h 10000"/>
                <a:gd name="connsiteX32-65" fmla="*/ 5926 w 9814"/>
                <a:gd name="connsiteY32-66" fmla="*/ 8215 h 10000"/>
                <a:gd name="connsiteX33-67" fmla="*/ 6110 w 9814"/>
                <a:gd name="connsiteY33-68" fmla="*/ 7500 h 10000"/>
                <a:gd name="connsiteX34-69" fmla="*/ 6296 w 9814"/>
                <a:gd name="connsiteY34-70" fmla="*/ 6710 h 10000"/>
                <a:gd name="connsiteX35-71" fmla="*/ 6481 w 9814"/>
                <a:gd name="connsiteY35-72" fmla="*/ 5870 h 10000"/>
                <a:gd name="connsiteX36-73" fmla="*/ 6666 w 9814"/>
                <a:gd name="connsiteY36-74" fmla="*/ 5000 h 10000"/>
                <a:gd name="connsiteX37-75" fmla="*/ 6852 w 9814"/>
                <a:gd name="connsiteY37-76" fmla="*/ 4133 h 10000"/>
                <a:gd name="connsiteX38-77" fmla="*/ 7037 w 9814"/>
                <a:gd name="connsiteY38-78" fmla="*/ 3290 h 10000"/>
                <a:gd name="connsiteX39-79" fmla="*/ 7222 w 9814"/>
                <a:gd name="connsiteY39-80" fmla="*/ 2500 h 10000"/>
                <a:gd name="connsiteX40-81" fmla="*/ 7407 w 9814"/>
                <a:gd name="connsiteY40-82" fmla="*/ 1788 h 10000"/>
                <a:gd name="connsiteX41-83" fmla="*/ 7592 w 9814"/>
                <a:gd name="connsiteY41-84" fmla="*/ 1170 h 10000"/>
                <a:gd name="connsiteX42-85" fmla="*/ 7777 w 9814"/>
                <a:gd name="connsiteY42-86" fmla="*/ 670 h 10000"/>
                <a:gd name="connsiteX43-87" fmla="*/ 7963 w 9814"/>
                <a:gd name="connsiteY43-88" fmla="*/ 303 h 10000"/>
                <a:gd name="connsiteX44-89" fmla="*/ 8147 w 9814"/>
                <a:gd name="connsiteY44-90" fmla="*/ 75 h 10000"/>
                <a:gd name="connsiteX45-91" fmla="*/ 8333 w 9814"/>
                <a:gd name="connsiteY45-92" fmla="*/ 0 h 10000"/>
                <a:gd name="connsiteX46-93" fmla="*/ 8519 w 9814"/>
                <a:gd name="connsiteY46-94" fmla="*/ 75 h 10000"/>
                <a:gd name="connsiteX47-95" fmla="*/ 8703 w 9814"/>
                <a:gd name="connsiteY47-96" fmla="*/ 300 h 10000"/>
                <a:gd name="connsiteX48-97" fmla="*/ 8889 w 9814"/>
                <a:gd name="connsiteY48-98" fmla="*/ 670 h 10000"/>
                <a:gd name="connsiteX49-99" fmla="*/ 9073 w 9814"/>
                <a:gd name="connsiteY49-100" fmla="*/ 1170 h 10000"/>
                <a:gd name="connsiteX50-101" fmla="*/ 9259 w 9814"/>
                <a:gd name="connsiteY50-102" fmla="*/ 1785 h 10000"/>
                <a:gd name="connsiteX51-103" fmla="*/ 9444 w 9814"/>
                <a:gd name="connsiteY51-104" fmla="*/ 2500 h 10000"/>
                <a:gd name="connsiteX52-105" fmla="*/ 9629 w 9814"/>
                <a:gd name="connsiteY52-106" fmla="*/ 3288 h 10000"/>
                <a:gd name="connsiteX53-107" fmla="*/ 9814 w 9814"/>
                <a:gd name="connsiteY53-108" fmla="*/ 4130 h 10000"/>
                <a:gd name="connsiteX0-109" fmla="*/ 0 w 9811"/>
                <a:gd name="connsiteY0-110" fmla="*/ 5000 h 10000"/>
                <a:gd name="connsiteX1-111" fmla="*/ 190 w 9811"/>
                <a:gd name="connsiteY1-112" fmla="*/ 4133 h 10000"/>
                <a:gd name="connsiteX2-113" fmla="*/ 377 w 9811"/>
                <a:gd name="connsiteY2-114" fmla="*/ 3290 h 10000"/>
                <a:gd name="connsiteX3-115" fmla="*/ 567 w 9811"/>
                <a:gd name="connsiteY3-116" fmla="*/ 2500 h 10000"/>
                <a:gd name="connsiteX4-117" fmla="*/ 754 w 9811"/>
                <a:gd name="connsiteY4-118" fmla="*/ 1785 h 10000"/>
                <a:gd name="connsiteX5-119" fmla="*/ 944 w 9811"/>
                <a:gd name="connsiteY5-120" fmla="*/ 1170 h 10000"/>
                <a:gd name="connsiteX6-121" fmla="*/ 1132 w 9811"/>
                <a:gd name="connsiteY6-122" fmla="*/ 670 h 10000"/>
                <a:gd name="connsiteX7-123" fmla="*/ 1321 w 9811"/>
                <a:gd name="connsiteY7-124" fmla="*/ 303 h 10000"/>
                <a:gd name="connsiteX8-125" fmla="*/ 1509 w 9811"/>
                <a:gd name="connsiteY8-126" fmla="*/ 75 h 10000"/>
                <a:gd name="connsiteX9-127" fmla="*/ 1699 w 9811"/>
                <a:gd name="connsiteY9-128" fmla="*/ 0 h 10000"/>
                <a:gd name="connsiteX10-129" fmla="*/ 1887 w 9811"/>
                <a:gd name="connsiteY10-130" fmla="*/ 75 h 10000"/>
                <a:gd name="connsiteX11-131" fmla="*/ 2076 w 9811"/>
                <a:gd name="connsiteY11-132" fmla="*/ 303 h 10000"/>
                <a:gd name="connsiteX12-133" fmla="*/ 2264 w 9811"/>
                <a:gd name="connsiteY12-134" fmla="*/ 670 h 10000"/>
                <a:gd name="connsiteX13-135" fmla="*/ 2453 w 9811"/>
                <a:gd name="connsiteY13-136" fmla="*/ 1170 h 10000"/>
                <a:gd name="connsiteX14-137" fmla="*/ 2642 w 9811"/>
                <a:gd name="connsiteY14-138" fmla="*/ 1785 h 10000"/>
                <a:gd name="connsiteX15-139" fmla="*/ 2830 w 9811"/>
                <a:gd name="connsiteY15-140" fmla="*/ 2500 h 10000"/>
                <a:gd name="connsiteX16-141" fmla="*/ 3019 w 9811"/>
                <a:gd name="connsiteY16-142" fmla="*/ 3290 h 10000"/>
                <a:gd name="connsiteX17-143" fmla="*/ 3208 w 9811"/>
                <a:gd name="connsiteY17-144" fmla="*/ 4133 h 10000"/>
                <a:gd name="connsiteX18-145" fmla="*/ 3396 w 9811"/>
                <a:gd name="connsiteY18-146" fmla="*/ 5000 h 10000"/>
                <a:gd name="connsiteX19-147" fmla="*/ 3586 w 9811"/>
                <a:gd name="connsiteY19-148" fmla="*/ 5868 h 10000"/>
                <a:gd name="connsiteX20-149" fmla="*/ 3773 w 9811"/>
                <a:gd name="connsiteY20-150" fmla="*/ 6710 h 10000"/>
                <a:gd name="connsiteX21-151" fmla="*/ 3963 w 9811"/>
                <a:gd name="connsiteY21-152" fmla="*/ 7500 h 10000"/>
                <a:gd name="connsiteX22-153" fmla="*/ 4151 w 9811"/>
                <a:gd name="connsiteY22-154" fmla="*/ 8213 h 10000"/>
                <a:gd name="connsiteX23-155" fmla="*/ 4340 w 9811"/>
                <a:gd name="connsiteY23-156" fmla="*/ 8830 h 10000"/>
                <a:gd name="connsiteX24-157" fmla="*/ 4528 w 9811"/>
                <a:gd name="connsiteY24-158" fmla="*/ 9330 h 10000"/>
                <a:gd name="connsiteX25-159" fmla="*/ 4718 w 9811"/>
                <a:gd name="connsiteY25-160" fmla="*/ 9698 h 10000"/>
                <a:gd name="connsiteX26-161" fmla="*/ 4905 w 9811"/>
                <a:gd name="connsiteY26-162" fmla="*/ 9925 h 10000"/>
                <a:gd name="connsiteX27-163" fmla="*/ 5095 w 9811"/>
                <a:gd name="connsiteY27-164" fmla="*/ 10000 h 10000"/>
                <a:gd name="connsiteX28-165" fmla="*/ 5283 w 9811"/>
                <a:gd name="connsiteY28-166" fmla="*/ 9925 h 10000"/>
                <a:gd name="connsiteX29-167" fmla="*/ 5472 w 9811"/>
                <a:gd name="connsiteY29-168" fmla="*/ 9698 h 10000"/>
                <a:gd name="connsiteX30-169" fmla="*/ 5661 w 9811"/>
                <a:gd name="connsiteY30-170" fmla="*/ 9330 h 10000"/>
                <a:gd name="connsiteX31-171" fmla="*/ 5849 w 9811"/>
                <a:gd name="connsiteY31-172" fmla="*/ 8830 h 10000"/>
                <a:gd name="connsiteX32-173" fmla="*/ 6038 w 9811"/>
                <a:gd name="connsiteY32-174" fmla="*/ 8215 h 10000"/>
                <a:gd name="connsiteX33-175" fmla="*/ 6226 w 9811"/>
                <a:gd name="connsiteY33-176" fmla="*/ 7500 h 10000"/>
                <a:gd name="connsiteX34-177" fmla="*/ 6415 w 9811"/>
                <a:gd name="connsiteY34-178" fmla="*/ 6710 h 10000"/>
                <a:gd name="connsiteX35-179" fmla="*/ 6604 w 9811"/>
                <a:gd name="connsiteY35-180" fmla="*/ 5870 h 10000"/>
                <a:gd name="connsiteX36-181" fmla="*/ 6792 w 9811"/>
                <a:gd name="connsiteY36-182" fmla="*/ 5000 h 10000"/>
                <a:gd name="connsiteX37-183" fmla="*/ 6982 w 9811"/>
                <a:gd name="connsiteY37-184" fmla="*/ 4133 h 10000"/>
                <a:gd name="connsiteX38-185" fmla="*/ 7170 w 9811"/>
                <a:gd name="connsiteY38-186" fmla="*/ 3290 h 10000"/>
                <a:gd name="connsiteX39-187" fmla="*/ 7359 w 9811"/>
                <a:gd name="connsiteY39-188" fmla="*/ 2500 h 10000"/>
                <a:gd name="connsiteX40-189" fmla="*/ 7547 w 9811"/>
                <a:gd name="connsiteY40-190" fmla="*/ 1788 h 10000"/>
                <a:gd name="connsiteX41-191" fmla="*/ 7736 w 9811"/>
                <a:gd name="connsiteY41-192" fmla="*/ 1170 h 10000"/>
                <a:gd name="connsiteX42-193" fmla="*/ 7924 w 9811"/>
                <a:gd name="connsiteY42-194" fmla="*/ 670 h 10000"/>
                <a:gd name="connsiteX43-195" fmla="*/ 8114 w 9811"/>
                <a:gd name="connsiteY43-196" fmla="*/ 303 h 10000"/>
                <a:gd name="connsiteX44-197" fmla="*/ 8301 w 9811"/>
                <a:gd name="connsiteY44-198" fmla="*/ 75 h 10000"/>
                <a:gd name="connsiteX45-199" fmla="*/ 8491 w 9811"/>
                <a:gd name="connsiteY45-200" fmla="*/ 0 h 10000"/>
                <a:gd name="connsiteX46-201" fmla="*/ 8680 w 9811"/>
                <a:gd name="connsiteY46-202" fmla="*/ 75 h 10000"/>
                <a:gd name="connsiteX47-203" fmla="*/ 8868 w 9811"/>
                <a:gd name="connsiteY47-204" fmla="*/ 300 h 10000"/>
                <a:gd name="connsiteX48-205" fmla="*/ 9057 w 9811"/>
                <a:gd name="connsiteY48-206" fmla="*/ 670 h 10000"/>
                <a:gd name="connsiteX49-207" fmla="*/ 9245 w 9811"/>
                <a:gd name="connsiteY49-208" fmla="*/ 1170 h 10000"/>
                <a:gd name="connsiteX50-209" fmla="*/ 9434 w 9811"/>
                <a:gd name="connsiteY50-210" fmla="*/ 1785 h 10000"/>
                <a:gd name="connsiteX51-211" fmla="*/ 9623 w 9811"/>
                <a:gd name="connsiteY51-212" fmla="*/ 2500 h 10000"/>
                <a:gd name="connsiteX52-213" fmla="*/ 9811 w 9811"/>
                <a:gd name="connsiteY52-214" fmla="*/ 3288 h 10000"/>
                <a:gd name="connsiteX0-215" fmla="*/ 0 w 9808"/>
                <a:gd name="connsiteY0-216" fmla="*/ 5000 h 10000"/>
                <a:gd name="connsiteX1-217" fmla="*/ 194 w 9808"/>
                <a:gd name="connsiteY1-218" fmla="*/ 4133 h 10000"/>
                <a:gd name="connsiteX2-219" fmla="*/ 384 w 9808"/>
                <a:gd name="connsiteY2-220" fmla="*/ 3290 h 10000"/>
                <a:gd name="connsiteX3-221" fmla="*/ 578 w 9808"/>
                <a:gd name="connsiteY3-222" fmla="*/ 2500 h 10000"/>
                <a:gd name="connsiteX4-223" fmla="*/ 769 w 9808"/>
                <a:gd name="connsiteY4-224" fmla="*/ 1785 h 10000"/>
                <a:gd name="connsiteX5-225" fmla="*/ 962 w 9808"/>
                <a:gd name="connsiteY5-226" fmla="*/ 1170 h 10000"/>
                <a:gd name="connsiteX6-227" fmla="*/ 1154 w 9808"/>
                <a:gd name="connsiteY6-228" fmla="*/ 670 h 10000"/>
                <a:gd name="connsiteX7-229" fmla="*/ 1346 w 9808"/>
                <a:gd name="connsiteY7-230" fmla="*/ 303 h 10000"/>
                <a:gd name="connsiteX8-231" fmla="*/ 1538 w 9808"/>
                <a:gd name="connsiteY8-232" fmla="*/ 75 h 10000"/>
                <a:gd name="connsiteX9-233" fmla="*/ 1732 w 9808"/>
                <a:gd name="connsiteY9-234" fmla="*/ 0 h 10000"/>
                <a:gd name="connsiteX10-235" fmla="*/ 1923 w 9808"/>
                <a:gd name="connsiteY10-236" fmla="*/ 75 h 10000"/>
                <a:gd name="connsiteX11-237" fmla="*/ 2116 w 9808"/>
                <a:gd name="connsiteY11-238" fmla="*/ 303 h 10000"/>
                <a:gd name="connsiteX12-239" fmla="*/ 2308 w 9808"/>
                <a:gd name="connsiteY12-240" fmla="*/ 670 h 10000"/>
                <a:gd name="connsiteX13-241" fmla="*/ 2500 w 9808"/>
                <a:gd name="connsiteY13-242" fmla="*/ 1170 h 10000"/>
                <a:gd name="connsiteX14-243" fmla="*/ 2693 w 9808"/>
                <a:gd name="connsiteY14-244" fmla="*/ 1785 h 10000"/>
                <a:gd name="connsiteX15-245" fmla="*/ 2885 w 9808"/>
                <a:gd name="connsiteY15-246" fmla="*/ 2500 h 10000"/>
                <a:gd name="connsiteX16-247" fmla="*/ 3077 w 9808"/>
                <a:gd name="connsiteY16-248" fmla="*/ 3290 h 10000"/>
                <a:gd name="connsiteX17-249" fmla="*/ 3270 w 9808"/>
                <a:gd name="connsiteY17-250" fmla="*/ 4133 h 10000"/>
                <a:gd name="connsiteX18-251" fmla="*/ 3461 w 9808"/>
                <a:gd name="connsiteY18-252" fmla="*/ 5000 h 10000"/>
                <a:gd name="connsiteX19-253" fmla="*/ 3655 w 9808"/>
                <a:gd name="connsiteY19-254" fmla="*/ 5868 h 10000"/>
                <a:gd name="connsiteX20-255" fmla="*/ 3846 w 9808"/>
                <a:gd name="connsiteY20-256" fmla="*/ 6710 h 10000"/>
                <a:gd name="connsiteX21-257" fmla="*/ 4039 w 9808"/>
                <a:gd name="connsiteY21-258" fmla="*/ 7500 h 10000"/>
                <a:gd name="connsiteX22-259" fmla="*/ 4231 w 9808"/>
                <a:gd name="connsiteY22-260" fmla="*/ 8213 h 10000"/>
                <a:gd name="connsiteX23-261" fmla="*/ 4424 w 9808"/>
                <a:gd name="connsiteY23-262" fmla="*/ 8830 h 10000"/>
                <a:gd name="connsiteX24-263" fmla="*/ 4615 w 9808"/>
                <a:gd name="connsiteY24-264" fmla="*/ 9330 h 10000"/>
                <a:gd name="connsiteX25-265" fmla="*/ 4809 w 9808"/>
                <a:gd name="connsiteY25-266" fmla="*/ 9698 h 10000"/>
                <a:gd name="connsiteX26-267" fmla="*/ 4999 w 9808"/>
                <a:gd name="connsiteY26-268" fmla="*/ 9925 h 10000"/>
                <a:gd name="connsiteX27-269" fmla="*/ 5193 w 9808"/>
                <a:gd name="connsiteY27-270" fmla="*/ 10000 h 10000"/>
                <a:gd name="connsiteX28-271" fmla="*/ 5385 w 9808"/>
                <a:gd name="connsiteY28-272" fmla="*/ 9925 h 10000"/>
                <a:gd name="connsiteX29-273" fmla="*/ 5577 w 9808"/>
                <a:gd name="connsiteY29-274" fmla="*/ 9698 h 10000"/>
                <a:gd name="connsiteX30-275" fmla="*/ 5770 w 9808"/>
                <a:gd name="connsiteY30-276" fmla="*/ 9330 h 10000"/>
                <a:gd name="connsiteX31-277" fmla="*/ 5962 w 9808"/>
                <a:gd name="connsiteY31-278" fmla="*/ 8830 h 10000"/>
                <a:gd name="connsiteX32-279" fmla="*/ 6154 w 9808"/>
                <a:gd name="connsiteY32-280" fmla="*/ 8215 h 10000"/>
                <a:gd name="connsiteX33-281" fmla="*/ 6346 w 9808"/>
                <a:gd name="connsiteY33-282" fmla="*/ 7500 h 10000"/>
                <a:gd name="connsiteX34-283" fmla="*/ 6539 w 9808"/>
                <a:gd name="connsiteY34-284" fmla="*/ 6710 h 10000"/>
                <a:gd name="connsiteX35-285" fmla="*/ 6731 w 9808"/>
                <a:gd name="connsiteY35-286" fmla="*/ 5870 h 10000"/>
                <a:gd name="connsiteX36-287" fmla="*/ 6923 w 9808"/>
                <a:gd name="connsiteY36-288" fmla="*/ 5000 h 10000"/>
                <a:gd name="connsiteX37-289" fmla="*/ 7117 w 9808"/>
                <a:gd name="connsiteY37-290" fmla="*/ 4133 h 10000"/>
                <a:gd name="connsiteX38-291" fmla="*/ 7308 w 9808"/>
                <a:gd name="connsiteY38-292" fmla="*/ 3290 h 10000"/>
                <a:gd name="connsiteX39-293" fmla="*/ 7501 w 9808"/>
                <a:gd name="connsiteY39-294" fmla="*/ 2500 h 10000"/>
                <a:gd name="connsiteX40-295" fmla="*/ 7692 w 9808"/>
                <a:gd name="connsiteY40-296" fmla="*/ 1788 h 10000"/>
                <a:gd name="connsiteX41-297" fmla="*/ 7885 w 9808"/>
                <a:gd name="connsiteY41-298" fmla="*/ 1170 h 10000"/>
                <a:gd name="connsiteX42-299" fmla="*/ 8077 w 9808"/>
                <a:gd name="connsiteY42-300" fmla="*/ 670 h 10000"/>
                <a:gd name="connsiteX43-301" fmla="*/ 8270 w 9808"/>
                <a:gd name="connsiteY43-302" fmla="*/ 303 h 10000"/>
                <a:gd name="connsiteX44-303" fmla="*/ 8461 w 9808"/>
                <a:gd name="connsiteY44-304" fmla="*/ 75 h 10000"/>
                <a:gd name="connsiteX45-305" fmla="*/ 8655 w 9808"/>
                <a:gd name="connsiteY45-306" fmla="*/ 0 h 10000"/>
                <a:gd name="connsiteX46-307" fmla="*/ 8847 w 9808"/>
                <a:gd name="connsiteY46-308" fmla="*/ 75 h 10000"/>
                <a:gd name="connsiteX47-309" fmla="*/ 9039 w 9808"/>
                <a:gd name="connsiteY47-310" fmla="*/ 300 h 10000"/>
                <a:gd name="connsiteX48-311" fmla="*/ 9231 w 9808"/>
                <a:gd name="connsiteY48-312" fmla="*/ 670 h 10000"/>
                <a:gd name="connsiteX49-313" fmla="*/ 9423 w 9808"/>
                <a:gd name="connsiteY49-314" fmla="*/ 1170 h 10000"/>
                <a:gd name="connsiteX50-315" fmla="*/ 9616 w 9808"/>
                <a:gd name="connsiteY50-316" fmla="*/ 1785 h 10000"/>
                <a:gd name="connsiteX51-317" fmla="*/ 9808 w 9808"/>
                <a:gd name="connsiteY51-318" fmla="*/ 2500 h 10000"/>
                <a:gd name="connsiteX0-319" fmla="*/ 0 w 9804"/>
                <a:gd name="connsiteY0-320" fmla="*/ 5000 h 10000"/>
                <a:gd name="connsiteX1-321" fmla="*/ 198 w 9804"/>
                <a:gd name="connsiteY1-322" fmla="*/ 4133 h 10000"/>
                <a:gd name="connsiteX2-323" fmla="*/ 392 w 9804"/>
                <a:gd name="connsiteY2-324" fmla="*/ 3290 h 10000"/>
                <a:gd name="connsiteX3-325" fmla="*/ 589 w 9804"/>
                <a:gd name="connsiteY3-326" fmla="*/ 2500 h 10000"/>
                <a:gd name="connsiteX4-327" fmla="*/ 784 w 9804"/>
                <a:gd name="connsiteY4-328" fmla="*/ 1785 h 10000"/>
                <a:gd name="connsiteX5-329" fmla="*/ 981 w 9804"/>
                <a:gd name="connsiteY5-330" fmla="*/ 1170 h 10000"/>
                <a:gd name="connsiteX6-331" fmla="*/ 1177 w 9804"/>
                <a:gd name="connsiteY6-332" fmla="*/ 670 h 10000"/>
                <a:gd name="connsiteX7-333" fmla="*/ 1372 w 9804"/>
                <a:gd name="connsiteY7-334" fmla="*/ 303 h 10000"/>
                <a:gd name="connsiteX8-335" fmla="*/ 1568 w 9804"/>
                <a:gd name="connsiteY8-336" fmla="*/ 75 h 10000"/>
                <a:gd name="connsiteX9-337" fmla="*/ 1766 w 9804"/>
                <a:gd name="connsiteY9-338" fmla="*/ 0 h 10000"/>
                <a:gd name="connsiteX10-339" fmla="*/ 1961 w 9804"/>
                <a:gd name="connsiteY10-340" fmla="*/ 75 h 10000"/>
                <a:gd name="connsiteX11-341" fmla="*/ 2157 w 9804"/>
                <a:gd name="connsiteY11-342" fmla="*/ 303 h 10000"/>
                <a:gd name="connsiteX12-343" fmla="*/ 2353 w 9804"/>
                <a:gd name="connsiteY12-344" fmla="*/ 670 h 10000"/>
                <a:gd name="connsiteX13-345" fmla="*/ 2549 w 9804"/>
                <a:gd name="connsiteY13-346" fmla="*/ 1170 h 10000"/>
                <a:gd name="connsiteX14-347" fmla="*/ 2746 w 9804"/>
                <a:gd name="connsiteY14-348" fmla="*/ 1785 h 10000"/>
                <a:gd name="connsiteX15-349" fmla="*/ 2941 w 9804"/>
                <a:gd name="connsiteY15-350" fmla="*/ 2500 h 10000"/>
                <a:gd name="connsiteX16-351" fmla="*/ 3137 w 9804"/>
                <a:gd name="connsiteY16-352" fmla="*/ 3290 h 10000"/>
                <a:gd name="connsiteX17-353" fmla="*/ 3334 w 9804"/>
                <a:gd name="connsiteY17-354" fmla="*/ 4133 h 10000"/>
                <a:gd name="connsiteX18-355" fmla="*/ 3529 w 9804"/>
                <a:gd name="connsiteY18-356" fmla="*/ 5000 h 10000"/>
                <a:gd name="connsiteX19-357" fmla="*/ 3727 w 9804"/>
                <a:gd name="connsiteY19-358" fmla="*/ 5868 h 10000"/>
                <a:gd name="connsiteX20-359" fmla="*/ 3921 w 9804"/>
                <a:gd name="connsiteY20-360" fmla="*/ 6710 h 10000"/>
                <a:gd name="connsiteX21-361" fmla="*/ 4118 w 9804"/>
                <a:gd name="connsiteY21-362" fmla="*/ 7500 h 10000"/>
                <a:gd name="connsiteX22-363" fmla="*/ 4314 w 9804"/>
                <a:gd name="connsiteY22-364" fmla="*/ 8213 h 10000"/>
                <a:gd name="connsiteX23-365" fmla="*/ 4511 w 9804"/>
                <a:gd name="connsiteY23-366" fmla="*/ 8830 h 10000"/>
                <a:gd name="connsiteX24-367" fmla="*/ 4705 w 9804"/>
                <a:gd name="connsiteY24-368" fmla="*/ 9330 h 10000"/>
                <a:gd name="connsiteX25-369" fmla="*/ 4903 w 9804"/>
                <a:gd name="connsiteY25-370" fmla="*/ 9698 h 10000"/>
                <a:gd name="connsiteX26-371" fmla="*/ 5097 w 9804"/>
                <a:gd name="connsiteY26-372" fmla="*/ 9925 h 10000"/>
                <a:gd name="connsiteX27-373" fmla="*/ 5295 w 9804"/>
                <a:gd name="connsiteY27-374" fmla="*/ 10000 h 10000"/>
                <a:gd name="connsiteX28-375" fmla="*/ 5490 w 9804"/>
                <a:gd name="connsiteY28-376" fmla="*/ 9925 h 10000"/>
                <a:gd name="connsiteX29-377" fmla="*/ 5686 w 9804"/>
                <a:gd name="connsiteY29-378" fmla="*/ 9698 h 10000"/>
                <a:gd name="connsiteX30-379" fmla="*/ 5883 w 9804"/>
                <a:gd name="connsiteY30-380" fmla="*/ 9330 h 10000"/>
                <a:gd name="connsiteX31-381" fmla="*/ 6079 w 9804"/>
                <a:gd name="connsiteY31-382" fmla="*/ 8830 h 10000"/>
                <a:gd name="connsiteX32-383" fmla="*/ 6274 w 9804"/>
                <a:gd name="connsiteY32-384" fmla="*/ 8215 h 10000"/>
                <a:gd name="connsiteX33-385" fmla="*/ 6470 w 9804"/>
                <a:gd name="connsiteY33-386" fmla="*/ 7500 h 10000"/>
                <a:gd name="connsiteX34-387" fmla="*/ 6667 w 9804"/>
                <a:gd name="connsiteY34-388" fmla="*/ 6710 h 10000"/>
                <a:gd name="connsiteX35-389" fmla="*/ 6863 w 9804"/>
                <a:gd name="connsiteY35-390" fmla="*/ 5870 h 10000"/>
                <a:gd name="connsiteX36-391" fmla="*/ 7059 w 9804"/>
                <a:gd name="connsiteY36-392" fmla="*/ 5000 h 10000"/>
                <a:gd name="connsiteX37-393" fmla="*/ 7256 w 9804"/>
                <a:gd name="connsiteY37-394" fmla="*/ 4133 h 10000"/>
                <a:gd name="connsiteX38-395" fmla="*/ 7451 w 9804"/>
                <a:gd name="connsiteY38-396" fmla="*/ 3290 h 10000"/>
                <a:gd name="connsiteX39-397" fmla="*/ 7648 w 9804"/>
                <a:gd name="connsiteY39-398" fmla="*/ 2500 h 10000"/>
                <a:gd name="connsiteX40-399" fmla="*/ 7843 w 9804"/>
                <a:gd name="connsiteY40-400" fmla="*/ 1788 h 10000"/>
                <a:gd name="connsiteX41-401" fmla="*/ 8039 w 9804"/>
                <a:gd name="connsiteY41-402" fmla="*/ 1170 h 10000"/>
                <a:gd name="connsiteX42-403" fmla="*/ 8235 w 9804"/>
                <a:gd name="connsiteY42-404" fmla="*/ 670 h 10000"/>
                <a:gd name="connsiteX43-405" fmla="*/ 8432 w 9804"/>
                <a:gd name="connsiteY43-406" fmla="*/ 303 h 10000"/>
                <a:gd name="connsiteX44-407" fmla="*/ 8627 w 9804"/>
                <a:gd name="connsiteY44-408" fmla="*/ 75 h 10000"/>
                <a:gd name="connsiteX45-409" fmla="*/ 8824 w 9804"/>
                <a:gd name="connsiteY45-410" fmla="*/ 0 h 10000"/>
                <a:gd name="connsiteX46-411" fmla="*/ 9020 w 9804"/>
                <a:gd name="connsiteY46-412" fmla="*/ 75 h 10000"/>
                <a:gd name="connsiteX47-413" fmla="*/ 9216 w 9804"/>
                <a:gd name="connsiteY47-414" fmla="*/ 300 h 10000"/>
                <a:gd name="connsiteX48-415" fmla="*/ 9412 w 9804"/>
                <a:gd name="connsiteY48-416" fmla="*/ 670 h 10000"/>
                <a:gd name="connsiteX49-417" fmla="*/ 9607 w 9804"/>
                <a:gd name="connsiteY49-418" fmla="*/ 1170 h 10000"/>
                <a:gd name="connsiteX50-419" fmla="*/ 9804 w 9804"/>
                <a:gd name="connsiteY50-420" fmla="*/ 1785 h 10000"/>
                <a:gd name="connsiteX0-421" fmla="*/ 0 w 10000"/>
                <a:gd name="connsiteY0-422" fmla="*/ 5000 h 10000"/>
                <a:gd name="connsiteX1-423" fmla="*/ 202 w 10000"/>
                <a:gd name="connsiteY1-424" fmla="*/ 4133 h 10000"/>
                <a:gd name="connsiteX2-425" fmla="*/ 400 w 10000"/>
                <a:gd name="connsiteY2-426" fmla="*/ 3290 h 10000"/>
                <a:gd name="connsiteX3-427" fmla="*/ 601 w 10000"/>
                <a:gd name="connsiteY3-428" fmla="*/ 2500 h 10000"/>
                <a:gd name="connsiteX4-429" fmla="*/ 800 w 10000"/>
                <a:gd name="connsiteY4-430" fmla="*/ 1785 h 10000"/>
                <a:gd name="connsiteX5-431" fmla="*/ 1001 w 10000"/>
                <a:gd name="connsiteY5-432" fmla="*/ 1170 h 10000"/>
                <a:gd name="connsiteX6-433" fmla="*/ 1201 w 10000"/>
                <a:gd name="connsiteY6-434" fmla="*/ 670 h 10000"/>
                <a:gd name="connsiteX7-435" fmla="*/ 1399 w 10000"/>
                <a:gd name="connsiteY7-436" fmla="*/ 303 h 10000"/>
                <a:gd name="connsiteX8-437" fmla="*/ 1599 w 10000"/>
                <a:gd name="connsiteY8-438" fmla="*/ 75 h 10000"/>
                <a:gd name="connsiteX9-439" fmla="*/ 1801 w 10000"/>
                <a:gd name="connsiteY9-440" fmla="*/ 0 h 10000"/>
                <a:gd name="connsiteX10-441" fmla="*/ 2000 w 10000"/>
                <a:gd name="connsiteY10-442" fmla="*/ 75 h 10000"/>
                <a:gd name="connsiteX11-443" fmla="*/ 2200 w 10000"/>
                <a:gd name="connsiteY11-444" fmla="*/ 303 h 10000"/>
                <a:gd name="connsiteX12-445" fmla="*/ 2400 w 10000"/>
                <a:gd name="connsiteY12-446" fmla="*/ 670 h 10000"/>
                <a:gd name="connsiteX13-447" fmla="*/ 2600 w 10000"/>
                <a:gd name="connsiteY13-448" fmla="*/ 1170 h 10000"/>
                <a:gd name="connsiteX14-449" fmla="*/ 2801 w 10000"/>
                <a:gd name="connsiteY14-450" fmla="*/ 1785 h 10000"/>
                <a:gd name="connsiteX15-451" fmla="*/ 3000 w 10000"/>
                <a:gd name="connsiteY15-452" fmla="*/ 2500 h 10000"/>
                <a:gd name="connsiteX16-453" fmla="*/ 3200 w 10000"/>
                <a:gd name="connsiteY16-454" fmla="*/ 3290 h 10000"/>
                <a:gd name="connsiteX17-455" fmla="*/ 3401 w 10000"/>
                <a:gd name="connsiteY17-456" fmla="*/ 4133 h 10000"/>
                <a:gd name="connsiteX18-457" fmla="*/ 3600 w 10000"/>
                <a:gd name="connsiteY18-458" fmla="*/ 5000 h 10000"/>
                <a:gd name="connsiteX19-459" fmla="*/ 3802 w 10000"/>
                <a:gd name="connsiteY19-460" fmla="*/ 5868 h 10000"/>
                <a:gd name="connsiteX20-461" fmla="*/ 3999 w 10000"/>
                <a:gd name="connsiteY20-462" fmla="*/ 6710 h 10000"/>
                <a:gd name="connsiteX21-463" fmla="*/ 4200 w 10000"/>
                <a:gd name="connsiteY21-464" fmla="*/ 7500 h 10000"/>
                <a:gd name="connsiteX22-465" fmla="*/ 4400 w 10000"/>
                <a:gd name="connsiteY22-466" fmla="*/ 8213 h 10000"/>
                <a:gd name="connsiteX23-467" fmla="*/ 4601 w 10000"/>
                <a:gd name="connsiteY23-468" fmla="*/ 8830 h 10000"/>
                <a:gd name="connsiteX24-469" fmla="*/ 4799 w 10000"/>
                <a:gd name="connsiteY24-470" fmla="*/ 9330 h 10000"/>
                <a:gd name="connsiteX25-471" fmla="*/ 5001 w 10000"/>
                <a:gd name="connsiteY25-472" fmla="*/ 9698 h 10000"/>
                <a:gd name="connsiteX26-473" fmla="*/ 5199 w 10000"/>
                <a:gd name="connsiteY26-474" fmla="*/ 9925 h 10000"/>
                <a:gd name="connsiteX27-475" fmla="*/ 5401 w 10000"/>
                <a:gd name="connsiteY27-476" fmla="*/ 10000 h 10000"/>
                <a:gd name="connsiteX28-477" fmla="*/ 5600 w 10000"/>
                <a:gd name="connsiteY28-478" fmla="*/ 9925 h 10000"/>
                <a:gd name="connsiteX29-479" fmla="*/ 5800 w 10000"/>
                <a:gd name="connsiteY29-480" fmla="*/ 9698 h 10000"/>
                <a:gd name="connsiteX30-481" fmla="*/ 6001 w 10000"/>
                <a:gd name="connsiteY30-482" fmla="*/ 9330 h 10000"/>
                <a:gd name="connsiteX31-483" fmla="*/ 6201 w 10000"/>
                <a:gd name="connsiteY31-484" fmla="*/ 8830 h 10000"/>
                <a:gd name="connsiteX32-485" fmla="*/ 6399 w 10000"/>
                <a:gd name="connsiteY32-486" fmla="*/ 8215 h 10000"/>
                <a:gd name="connsiteX33-487" fmla="*/ 6599 w 10000"/>
                <a:gd name="connsiteY33-488" fmla="*/ 7500 h 10000"/>
                <a:gd name="connsiteX34-489" fmla="*/ 6800 w 10000"/>
                <a:gd name="connsiteY34-490" fmla="*/ 6710 h 10000"/>
                <a:gd name="connsiteX35-491" fmla="*/ 7000 w 10000"/>
                <a:gd name="connsiteY35-492" fmla="*/ 5870 h 10000"/>
                <a:gd name="connsiteX36-493" fmla="*/ 7200 w 10000"/>
                <a:gd name="connsiteY36-494" fmla="*/ 5000 h 10000"/>
                <a:gd name="connsiteX37-495" fmla="*/ 7401 w 10000"/>
                <a:gd name="connsiteY37-496" fmla="*/ 4133 h 10000"/>
                <a:gd name="connsiteX38-497" fmla="*/ 7600 w 10000"/>
                <a:gd name="connsiteY38-498" fmla="*/ 3290 h 10000"/>
                <a:gd name="connsiteX39-499" fmla="*/ 7801 w 10000"/>
                <a:gd name="connsiteY39-500" fmla="*/ 2500 h 10000"/>
                <a:gd name="connsiteX40-501" fmla="*/ 8000 w 10000"/>
                <a:gd name="connsiteY40-502" fmla="*/ 1788 h 10000"/>
                <a:gd name="connsiteX41-503" fmla="*/ 8200 w 10000"/>
                <a:gd name="connsiteY41-504" fmla="*/ 1170 h 10000"/>
                <a:gd name="connsiteX42-505" fmla="*/ 8400 w 10000"/>
                <a:gd name="connsiteY42-506" fmla="*/ 670 h 10000"/>
                <a:gd name="connsiteX43-507" fmla="*/ 8601 w 10000"/>
                <a:gd name="connsiteY43-508" fmla="*/ 303 h 10000"/>
                <a:gd name="connsiteX44-509" fmla="*/ 8799 w 10000"/>
                <a:gd name="connsiteY44-510" fmla="*/ 75 h 10000"/>
                <a:gd name="connsiteX45-511" fmla="*/ 9000 w 10000"/>
                <a:gd name="connsiteY45-512" fmla="*/ 0 h 10000"/>
                <a:gd name="connsiteX46-513" fmla="*/ 9200 w 10000"/>
                <a:gd name="connsiteY46-514" fmla="*/ 75 h 10000"/>
                <a:gd name="connsiteX47-515" fmla="*/ 9400 w 10000"/>
                <a:gd name="connsiteY47-516" fmla="*/ 300 h 10000"/>
                <a:gd name="connsiteX48-517" fmla="*/ 9600 w 10000"/>
                <a:gd name="connsiteY48-518" fmla="*/ 670 h 10000"/>
                <a:gd name="connsiteX49-519" fmla="*/ 10000 w 10000"/>
                <a:gd name="connsiteY49-520" fmla="*/ 1785 h 10000"/>
                <a:gd name="connsiteX0-521" fmla="*/ 0 w 9600"/>
                <a:gd name="connsiteY0-522" fmla="*/ 5000 h 10000"/>
                <a:gd name="connsiteX1-523" fmla="*/ 202 w 9600"/>
                <a:gd name="connsiteY1-524" fmla="*/ 4133 h 10000"/>
                <a:gd name="connsiteX2-525" fmla="*/ 400 w 9600"/>
                <a:gd name="connsiteY2-526" fmla="*/ 3290 h 10000"/>
                <a:gd name="connsiteX3-527" fmla="*/ 601 w 9600"/>
                <a:gd name="connsiteY3-528" fmla="*/ 2500 h 10000"/>
                <a:gd name="connsiteX4-529" fmla="*/ 800 w 9600"/>
                <a:gd name="connsiteY4-530" fmla="*/ 1785 h 10000"/>
                <a:gd name="connsiteX5-531" fmla="*/ 1001 w 9600"/>
                <a:gd name="connsiteY5-532" fmla="*/ 1170 h 10000"/>
                <a:gd name="connsiteX6-533" fmla="*/ 1201 w 9600"/>
                <a:gd name="connsiteY6-534" fmla="*/ 670 h 10000"/>
                <a:gd name="connsiteX7-535" fmla="*/ 1399 w 9600"/>
                <a:gd name="connsiteY7-536" fmla="*/ 303 h 10000"/>
                <a:gd name="connsiteX8-537" fmla="*/ 1599 w 9600"/>
                <a:gd name="connsiteY8-538" fmla="*/ 75 h 10000"/>
                <a:gd name="connsiteX9-539" fmla="*/ 1801 w 9600"/>
                <a:gd name="connsiteY9-540" fmla="*/ 0 h 10000"/>
                <a:gd name="connsiteX10-541" fmla="*/ 2000 w 9600"/>
                <a:gd name="connsiteY10-542" fmla="*/ 75 h 10000"/>
                <a:gd name="connsiteX11-543" fmla="*/ 2200 w 9600"/>
                <a:gd name="connsiteY11-544" fmla="*/ 303 h 10000"/>
                <a:gd name="connsiteX12-545" fmla="*/ 2400 w 9600"/>
                <a:gd name="connsiteY12-546" fmla="*/ 670 h 10000"/>
                <a:gd name="connsiteX13-547" fmla="*/ 2600 w 9600"/>
                <a:gd name="connsiteY13-548" fmla="*/ 1170 h 10000"/>
                <a:gd name="connsiteX14-549" fmla="*/ 2801 w 9600"/>
                <a:gd name="connsiteY14-550" fmla="*/ 1785 h 10000"/>
                <a:gd name="connsiteX15-551" fmla="*/ 3000 w 9600"/>
                <a:gd name="connsiteY15-552" fmla="*/ 2500 h 10000"/>
                <a:gd name="connsiteX16-553" fmla="*/ 3200 w 9600"/>
                <a:gd name="connsiteY16-554" fmla="*/ 3290 h 10000"/>
                <a:gd name="connsiteX17-555" fmla="*/ 3401 w 9600"/>
                <a:gd name="connsiteY17-556" fmla="*/ 4133 h 10000"/>
                <a:gd name="connsiteX18-557" fmla="*/ 3600 w 9600"/>
                <a:gd name="connsiteY18-558" fmla="*/ 5000 h 10000"/>
                <a:gd name="connsiteX19-559" fmla="*/ 3802 w 9600"/>
                <a:gd name="connsiteY19-560" fmla="*/ 5868 h 10000"/>
                <a:gd name="connsiteX20-561" fmla="*/ 3999 w 9600"/>
                <a:gd name="connsiteY20-562" fmla="*/ 6710 h 10000"/>
                <a:gd name="connsiteX21-563" fmla="*/ 4200 w 9600"/>
                <a:gd name="connsiteY21-564" fmla="*/ 7500 h 10000"/>
                <a:gd name="connsiteX22-565" fmla="*/ 4400 w 9600"/>
                <a:gd name="connsiteY22-566" fmla="*/ 8213 h 10000"/>
                <a:gd name="connsiteX23-567" fmla="*/ 4601 w 9600"/>
                <a:gd name="connsiteY23-568" fmla="*/ 8830 h 10000"/>
                <a:gd name="connsiteX24-569" fmla="*/ 4799 w 9600"/>
                <a:gd name="connsiteY24-570" fmla="*/ 9330 h 10000"/>
                <a:gd name="connsiteX25-571" fmla="*/ 5001 w 9600"/>
                <a:gd name="connsiteY25-572" fmla="*/ 9698 h 10000"/>
                <a:gd name="connsiteX26-573" fmla="*/ 5199 w 9600"/>
                <a:gd name="connsiteY26-574" fmla="*/ 9925 h 10000"/>
                <a:gd name="connsiteX27-575" fmla="*/ 5401 w 9600"/>
                <a:gd name="connsiteY27-576" fmla="*/ 10000 h 10000"/>
                <a:gd name="connsiteX28-577" fmla="*/ 5600 w 9600"/>
                <a:gd name="connsiteY28-578" fmla="*/ 9925 h 10000"/>
                <a:gd name="connsiteX29-579" fmla="*/ 5800 w 9600"/>
                <a:gd name="connsiteY29-580" fmla="*/ 9698 h 10000"/>
                <a:gd name="connsiteX30-581" fmla="*/ 6001 w 9600"/>
                <a:gd name="connsiteY30-582" fmla="*/ 9330 h 10000"/>
                <a:gd name="connsiteX31-583" fmla="*/ 6201 w 9600"/>
                <a:gd name="connsiteY31-584" fmla="*/ 8830 h 10000"/>
                <a:gd name="connsiteX32-585" fmla="*/ 6399 w 9600"/>
                <a:gd name="connsiteY32-586" fmla="*/ 8215 h 10000"/>
                <a:gd name="connsiteX33-587" fmla="*/ 6599 w 9600"/>
                <a:gd name="connsiteY33-588" fmla="*/ 7500 h 10000"/>
                <a:gd name="connsiteX34-589" fmla="*/ 6800 w 9600"/>
                <a:gd name="connsiteY34-590" fmla="*/ 6710 h 10000"/>
                <a:gd name="connsiteX35-591" fmla="*/ 7000 w 9600"/>
                <a:gd name="connsiteY35-592" fmla="*/ 5870 h 10000"/>
                <a:gd name="connsiteX36-593" fmla="*/ 7200 w 9600"/>
                <a:gd name="connsiteY36-594" fmla="*/ 5000 h 10000"/>
                <a:gd name="connsiteX37-595" fmla="*/ 7401 w 9600"/>
                <a:gd name="connsiteY37-596" fmla="*/ 4133 h 10000"/>
                <a:gd name="connsiteX38-597" fmla="*/ 7600 w 9600"/>
                <a:gd name="connsiteY38-598" fmla="*/ 3290 h 10000"/>
                <a:gd name="connsiteX39-599" fmla="*/ 7801 w 9600"/>
                <a:gd name="connsiteY39-600" fmla="*/ 2500 h 10000"/>
                <a:gd name="connsiteX40-601" fmla="*/ 8000 w 9600"/>
                <a:gd name="connsiteY40-602" fmla="*/ 1788 h 10000"/>
                <a:gd name="connsiteX41-603" fmla="*/ 8200 w 9600"/>
                <a:gd name="connsiteY41-604" fmla="*/ 1170 h 10000"/>
                <a:gd name="connsiteX42-605" fmla="*/ 8400 w 9600"/>
                <a:gd name="connsiteY42-606" fmla="*/ 670 h 10000"/>
                <a:gd name="connsiteX43-607" fmla="*/ 8601 w 9600"/>
                <a:gd name="connsiteY43-608" fmla="*/ 303 h 10000"/>
                <a:gd name="connsiteX44-609" fmla="*/ 8799 w 9600"/>
                <a:gd name="connsiteY44-610" fmla="*/ 75 h 10000"/>
                <a:gd name="connsiteX45-611" fmla="*/ 9000 w 9600"/>
                <a:gd name="connsiteY45-612" fmla="*/ 0 h 10000"/>
                <a:gd name="connsiteX46-613" fmla="*/ 9200 w 9600"/>
                <a:gd name="connsiteY46-614" fmla="*/ 75 h 10000"/>
                <a:gd name="connsiteX47-615" fmla="*/ 9400 w 9600"/>
                <a:gd name="connsiteY47-616" fmla="*/ 300 h 10000"/>
                <a:gd name="connsiteX48-617" fmla="*/ 9600 w 9600"/>
                <a:gd name="connsiteY48-618" fmla="*/ 670 h 10000"/>
                <a:gd name="connsiteX0-619" fmla="*/ 0 w 9792"/>
                <a:gd name="connsiteY0-620" fmla="*/ 5000 h 10000"/>
                <a:gd name="connsiteX1-621" fmla="*/ 210 w 9792"/>
                <a:gd name="connsiteY1-622" fmla="*/ 4133 h 10000"/>
                <a:gd name="connsiteX2-623" fmla="*/ 417 w 9792"/>
                <a:gd name="connsiteY2-624" fmla="*/ 3290 h 10000"/>
                <a:gd name="connsiteX3-625" fmla="*/ 626 w 9792"/>
                <a:gd name="connsiteY3-626" fmla="*/ 2500 h 10000"/>
                <a:gd name="connsiteX4-627" fmla="*/ 833 w 9792"/>
                <a:gd name="connsiteY4-628" fmla="*/ 1785 h 10000"/>
                <a:gd name="connsiteX5-629" fmla="*/ 1043 w 9792"/>
                <a:gd name="connsiteY5-630" fmla="*/ 1170 h 10000"/>
                <a:gd name="connsiteX6-631" fmla="*/ 1251 w 9792"/>
                <a:gd name="connsiteY6-632" fmla="*/ 670 h 10000"/>
                <a:gd name="connsiteX7-633" fmla="*/ 1457 w 9792"/>
                <a:gd name="connsiteY7-634" fmla="*/ 303 h 10000"/>
                <a:gd name="connsiteX8-635" fmla="*/ 1666 w 9792"/>
                <a:gd name="connsiteY8-636" fmla="*/ 75 h 10000"/>
                <a:gd name="connsiteX9-637" fmla="*/ 1876 w 9792"/>
                <a:gd name="connsiteY9-638" fmla="*/ 0 h 10000"/>
                <a:gd name="connsiteX10-639" fmla="*/ 2083 w 9792"/>
                <a:gd name="connsiteY10-640" fmla="*/ 75 h 10000"/>
                <a:gd name="connsiteX11-641" fmla="*/ 2292 w 9792"/>
                <a:gd name="connsiteY11-642" fmla="*/ 303 h 10000"/>
                <a:gd name="connsiteX12-643" fmla="*/ 2500 w 9792"/>
                <a:gd name="connsiteY12-644" fmla="*/ 670 h 10000"/>
                <a:gd name="connsiteX13-645" fmla="*/ 2708 w 9792"/>
                <a:gd name="connsiteY13-646" fmla="*/ 1170 h 10000"/>
                <a:gd name="connsiteX14-647" fmla="*/ 2918 w 9792"/>
                <a:gd name="connsiteY14-648" fmla="*/ 1785 h 10000"/>
                <a:gd name="connsiteX15-649" fmla="*/ 3125 w 9792"/>
                <a:gd name="connsiteY15-650" fmla="*/ 2500 h 10000"/>
                <a:gd name="connsiteX16-651" fmla="*/ 3333 w 9792"/>
                <a:gd name="connsiteY16-652" fmla="*/ 3290 h 10000"/>
                <a:gd name="connsiteX17-653" fmla="*/ 3543 w 9792"/>
                <a:gd name="connsiteY17-654" fmla="*/ 4133 h 10000"/>
                <a:gd name="connsiteX18-655" fmla="*/ 3750 w 9792"/>
                <a:gd name="connsiteY18-656" fmla="*/ 5000 h 10000"/>
                <a:gd name="connsiteX19-657" fmla="*/ 3960 w 9792"/>
                <a:gd name="connsiteY19-658" fmla="*/ 5868 h 10000"/>
                <a:gd name="connsiteX20-659" fmla="*/ 4166 w 9792"/>
                <a:gd name="connsiteY20-660" fmla="*/ 6710 h 10000"/>
                <a:gd name="connsiteX21-661" fmla="*/ 4375 w 9792"/>
                <a:gd name="connsiteY21-662" fmla="*/ 7500 h 10000"/>
                <a:gd name="connsiteX22-663" fmla="*/ 4583 w 9792"/>
                <a:gd name="connsiteY22-664" fmla="*/ 8213 h 10000"/>
                <a:gd name="connsiteX23-665" fmla="*/ 4793 w 9792"/>
                <a:gd name="connsiteY23-666" fmla="*/ 8830 h 10000"/>
                <a:gd name="connsiteX24-667" fmla="*/ 4999 w 9792"/>
                <a:gd name="connsiteY24-668" fmla="*/ 9330 h 10000"/>
                <a:gd name="connsiteX25-669" fmla="*/ 5209 w 9792"/>
                <a:gd name="connsiteY25-670" fmla="*/ 9698 h 10000"/>
                <a:gd name="connsiteX26-671" fmla="*/ 5416 w 9792"/>
                <a:gd name="connsiteY26-672" fmla="*/ 9925 h 10000"/>
                <a:gd name="connsiteX27-673" fmla="*/ 5626 w 9792"/>
                <a:gd name="connsiteY27-674" fmla="*/ 10000 h 10000"/>
                <a:gd name="connsiteX28-675" fmla="*/ 5833 w 9792"/>
                <a:gd name="connsiteY28-676" fmla="*/ 9925 h 10000"/>
                <a:gd name="connsiteX29-677" fmla="*/ 6042 w 9792"/>
                <a:gd name="connsiteY29-678" fmla="*/ 9698 h 10000"/>
                <a:gd name="connsiteX30-679" fmla="*/ 6251 w 9792"/>
                <a:gd name="connsiteY30-680" fmla="*/ 9330 h 10000"/>
                <a:gd name="connsiteX31-681" fmla="*/ 6459 w 9792"/>
                <a:gd name="connsiteY31-682" fmla="*/ 8830 h 10000"/>
                <a:gd name="connsiteX32-683" fmla="*/ 6666 w 9792"/>
                <a:gd name="connsiteY32-684" fmla="*/ 8215 h 10000"/>
                <a:gd name="connsiteX33-685" fmla="*/ 6874 w 9792"/>
                <a:gd name="connsiteY33-686" fmla="*/ 7500 h 10000"/>
                <a:gd name="connsiteX34-687" fmla="*/ 7083 w 9792"/>
                <a:gd name="connsiteY34-688" fmla="*/ 6710 h 10000"/>
                <a:gd name="connsiteX35-689" fmla="*/ 7292 w 9792"/>
                <a:gd name="connsiteY35-690" fmla="*/ 5870 h 10000"/>
                <a:gd name="connsiteX36-691" fmla="*/ 7500 w 9792"/>
                <a:gd name="connsiteY36-692" fmla="*/ 5000 h 10000"/>
                <a:gd name="connsiteX37-693" fmla="*/ 7709 w 9792"/>
                <a:gd name="connsiteY37-694" fmla="*/ 4133 h 10000"/>
                <a:gd name="connsiteX38-695" fmla="*/ 7917 w 9792"/>
                <a:gd name="connsiteY38-696" fmla="*/ 3290 h 10000"/>
                <a:gd name="connsiteX39-697" fmla="*/ 8126 w 9792"/>
                <a:gd name="connsiteY39-698" fmla="*/ 2500 h 10000"/>
                <a:gd name="connsiteX40-699" fmla="*/ 8333 w 9792"/>
                <a:gd name="connsiteY40-700" fmla="*/ 1788 h 10000"/>
                <a:gd name="connsiteX41-701" fmla="*/ 8542 w 9792"/>
                <a:gd name="connsiteY41-702" fmla="*/ 1170 h 10000"/>
                <a:gd name="connsiteX42-703" fmla="*/ 8750 w 9792"/>
                <a:gd name="connsiteY42-704" fmla="*/ 670 h 10000"/>
                <a:gd name="connsiteX43-705" fmla="*/ 8959 w 9792"/>
                <a:gd name="connsiteY43-706" fmla="*/ 303 h 10000"/>
                <a:gd name="connsiteX44-707" fmla="*/ 9166 w 9792"/>
                <a:gd name="connsiteY44-708" fmla="*/ 75 h 10000"/>
                <a:gd name="connsiteX45-709" fmla="*/ 9375 w 9792"/>
                <a:gd name="connsiteY45-710" fmla="*/ 0 h 10000"/>
                <a:gd name="connsiteX46-711" fmla="*/ 9583 w 9792"/>
                <a:gd name="connsiteY46-712" fmla="*/ 75 h 10000"/>
                <a:gd name="connsiteX47-713" fmla="*/ 9792 w 9792"/>
                <a:gd name="connsiteY47-714" fmla="*/ 300 h 10000"/>
                <a:gd name="connsiteX0-715" fmla="*/ 0 w 9787"/>
                <a:gd name="connsiteY0-716" fmla="*/ 5000 h 10000"/>
                <a:gd name="connsiteX1-717" fmla="*/ 214 w 9787"/>
                <a:gd name="connsiteY1-718" fmla="*/ 4133 h 10000"/>
                <a:gd name="connsiteX2-719" fmla="*/ 426 w 9787"/>
                <a:gd name="connsiteY2-720" fmla="*/ 3290 h 10000"/>
                <a:gd name="connsiteX3-721" fmla="*/ 639 w 9787"/>
                <a:gd name="connsiteY3-722" fmla="*/ 2500 h 10000"/>
                <a:gd name="connsiteX4-723" fmla="*/ 851 w 9787"/>
                <a:gd name="connsiteY4-724" fmla="*/ 1785 h 10000"/>
                <a:gd name="connsiteX5-725" fmla="*/ 1065 w 9787"/>
                <a:gd name="connsiteY5-726" fmla="*/ 1170 h 10000"/>
                <a:gd name="connsiteX6-727" fmla="*/ 1278 w 9787"/>
                <a:gd name="connsiteY6-728" fmla="*/ 670 h 10000"/>
                <a:gd name="connsiteX7-729" fmla="*/ 1488 w 9787"/>
                <a:gd name="connsiteY7-730" fmla="*/ 303 h 10000"/>
                <a:gd name="connsiteX8-731" fmla="*/ 1701 w 9787"/>
                <a:gd name="connsiteY8-732" fmla="*/ 75 h 10000"/>
                <a:gd name="connsiteX9-733" fmla="*/ 1916 w 9787"/>
                <a:gd name="connsiteY9-734" fmla="*/ 0 h 10000"/>
                <a:gd name="connsiteX10-735" fmla="*/ 2127 w 9787"/>
                <a:gd name="connsiteY10-736" fmla="*/ 75 h 10000"/>
                <a:gd name="connsiteX11-737" fmla="*/ 2341 w 9787"/>
                <a:gd name="connsiteY11-738" fmla="*/ 303 h 10000"/>
                <a:gd name="connsiteX12-739" fmla="*/ 2553 w 9787"/>
                <a:gd name="connsiteY12-740" fmla="*/ 670 h 10000"/>
                <a:gd name="connsiteX13-741" fmla="*/ 2766 w 9787"/>
                <a:gd name="connsiteY13-742" fmla="*/ 1170 h 10000"/>
                <a:gd name="connsiteX14-743" fmla="*/ 2980 w 9787"/>
                <a:gd name="connsiteY14-744" fmla="*/ 1785 h 10000"/>
                <a:gd name="connsiteX15-745" fmla="*/ 3191 w 9787"/>
                <a:gd name="connsiteY15-746" fmla="*/ 2500 h 10000"/>
                <a:gd name="connsiteX16-747" fmla="*/ 3404 w 9787"/>
                <a:gd name="connsiteY16-748" fmla="*/ 3290 h 10000"/>
                <a:gd name="connsiteX17-749" fmla="*/ 3618 w 9787"/>
                <a:gd name="connsiteY17-750" fmla="*/ 4133 h 10000"/>
                <a:gd name="connsiteX18-751" fmla="*/ 3830 w 9787"/>
                <a:gd name="connsiteY18-752" fmla="*/ 5000 h 10000"/>
                <a:gd name="connsiteX19-753" fmla="*/ 4044 w 9787"/>
                <a:gd name="connsiteY19-754" fmla="*/ 5868 h 10000"/>
                <a:gd name="connsiteX20-755" fmla="*/ 4254 w 9787"/>
                <a:gd name="connsiteY20-756" fmla="*/ 6710 h 10000"/>
                <a:gd name="connsiteX21-757" fmla="*/ 4468 w 9787"/>
                <a:gd name="connsiteY21-758" fmla="*/ 7500 h 10000"/>
                <a:gd name="connsiteX22-759" fmla="*/ 4680 w 9787"/>
                <a:gd name="connsiteY22-760" fmla="*/ 8213 h 10000"/>
                <a:gd name="connsiteX23-761" fmla="*/ 4895 w 9787"/>
                <a:gd name="connsiteY23-762" fmla="*/ 8830 h 10000"/>
                <a:gd name="connsiteX24-763" fmla="*/ 5105 w 9787"/>
                <a:gd name="connsiteY24-764" fmla="*/ 9330 h 10000"/>
                <a:gd name="connsiteX25-765" fmla="*/ 5320 w 9787"/>
                <a:gd name="connsiteY25-766" fmla="*/ 9698 h 10000"/>
                <a:gd name="connsiteX26-767" fmla="*/ 5531 w 9787"/>
                <a:gd name="connsiteY26-768" fmla="*/ 9925 h 10000"/>
                <a:gd name="connsiteX27-769" fmla="*/ 5746 w 9787"/>
                <a:gd name="connsiteY27-770" fmla="*/ 10000 h 10000"/>
                <a:gd name="connsiteX28-771" fmla="*/ 5957 w 9787"/>
                <a:gd name="connsiteY28-772" fmla="*/ 9925 h 10000"/>
                <a:gd name="connsiteX29-773" fmla="*/ 6170 w 9787"/>
                <a:gd name="connsiteY29-774" fmla="*/ 9698 h 10000"/>
                <a:gd name="connsiteX30-775" fmla="*/ 6384 w 9787"/>
                <a:gd name="connsiteY30-776" fmla="*/ 9330 h 10000"/>
                <a:gd name="connsiteX31-777" fmla="*/ 6596 w 9787"/>
                <a:gd name="connsiteY31-778" fmla="*/ 8830 h 10000"/>
                <a:gd name="connsiteX32-779" fmla="*/ 6808 w 9787"/>
                <a:gd name="connsiteY32-780" fmla="*/ 8215 h 10000"/>
                <a:gd name="connsiteX33-781" fmla="*/ 7020 w 9787"/>
                <a:gd name="connsiteY33-782" fmla="*/ 7500 h 10000"/>
                <a:gd name="connsiteX34-783" fmla="*/ 7233 w 9787"/>
                <a:gd name="connsiteY34-784" fmla="*/ 6710 h 10000"/>
                <a:gd name="connsiteX35-785" fmla="*/ 7447 w 9787"/>
                <a:gd name="connsiteY35-786" fmla="*/ 5870 h 10000"/>
                <a:gd name="connsiteX36-787" fmla="*/ 7659 w 9787"/>
                <a:gd name="connsiteY36-788" fmla="*/ 5000 h 10000"/>
                <a:gd name="connsiteX37-789" fmla="*/ 7873 w 9787"/>
                <a:gd name="connsiteY37-790" fmla="*/ 4133 h 10000"/>
                <a:gd name="connsiteX38-791" fmla="*/ 8085 w 9787"/>
                <a:gd name="connsiteY38-792" fmla="*/ 3290 h 10000"/>
                <a:gd name="connsiteX39-793" fmla="*/ 8299 w 9787"/>
                <a:gd name="connsiteY39-794" fmla="*/ 2500 h 10000"/>
                <a:gd name="connsiteX40-795" fmla="*/ 8510 w 9787"/>
                <a:gd name="connsiteY40-796" fmla="*/ 1788 h 10000"/>
                <a:gd name="connsiteX41-797" fmla="*/ 8723 w 9787"/>
                <a:gd name="connsiteY41-798" fmla="*/ 1170 h 10000"/>
                <a:gd name="connsiteX42-799" fmla="*/ 8936 w 9787"/>
                <a:gd name="connsiteY42-800" fmla="*/ 670 h 10000"/>
                <a:gd name="connsiteX43-801" fmla="*/ 9149 w 9787"/>
                <a:gd name="connsiteY43-802" fmla="*/ 303 h 10000"/>
                <a:gd name="connsiteX44-803" fmla="*/ 9361 w 9787"/>
                <a:gd name="connsiteY44-804" fmla="*/ 75 h 10000"/>
                <a:gd name="connsiteX45-805" fmla="*/ 9574 w 9787"/>
                <a:gd name="connsiteY45-806" fmla="*/ 0 h 10000"/>
                <a:gd name="connsiteX46-807" fmla="*/ 9787 w 9787"/>
                <a:gd name="connsiteY46-808" fmla="*/ 75 h 10000"/>
                <a:gd name="connsiteX0-809" fmla="*/ 0 w 9782"/>
                <a:gd name="connsiteY0-810" fmla="*/ 5000 h 10000"/>
                <a:gd name="connsiteX1-811" fmla="*/ 219 w 9782"/>
                <a:gd name="connsiteY1-812" fmla="*/ 4133 h 10000"/>
                <a:gd name="connsiteX2-813" fmla="*/ 435 w 9782"/>
                <a:gd name="connsiteY2-814" fmla="*/ 3290 h 10000"/>
                <a:gd name="connsiteX3-815" fmla="*/ 653 w 9782"/>
                <a:gd name="connsiteY3-816" fmla="*/ 2500 h 10000"/>
                <a:gd name="connsiteX4-817" fmla="*/ 870 w 9782"/>
                <a:gd name="connsiteY4-818" fmla="*/ 1785 h 10000"/>
                <a:gd name="connsiteX5-819" fmla="*/ 1088 w 9782"/>
                <a:gd name="connsiteY5-820" fmla="*/ 1170 h 10000"/>
                <a:gd name="connsiteX6-821" fmla="*/ 1306 w 9782"/>
                <a:gd name="connsiteY6-822" fmla="*/ 670 h 10000"/>
                <a:gd name="connsiteX7-823" fmla="*/ 1520 w 9782"/>
                <a:gd name="connsiteY7-824" fmla="*/ 303 h 10000"/>
                <a:gd name="connsiteX8-825" fmla="*/ 1738 w 9782"/>
                <a:gd name="connsiteY8-826" fmla="*/ 75 h 10000"/>
                <a:gd name="connsiteX9-827" fmla="*/ 1958 w 9782"/>
                <a:gd name="connsiteY9-828" fmla="*/ 0 h 10000"/>
                <a:gd name="connsiteX10-829" fmla="*/ 2173 w 9782"/>
                <a:gd name="connsiteY10-830" fmla="*/ 75 h 10000"/>
                <a:gd name="connsiteX11-831" fmla="*/ 2392 w 9782"/>
                <a:gd name="connsiteY11-832" fmla="*/ 303 h 10000"/>
                <a:gd name="connsiteX12-833" fmla="*/ 2609 w 9782"/>
                <a:gd name="connsiteY12-834" fmla="*/ 670 h 10000"/>
                <a:gd name="connsiteX13-835" fmla="*/ 2826 w 9782"/>
                <a:gd name="connsiteY13-836" fmla="*/ 1170 h 10000"/>
                <a:gd name="connsiteX14-837" fmla="*/ 3045 w 9782"/>
                <a:gd name="connsiteY14-838" fmla="*/ 1785 h 10000"/>
                <a:gd name="connsiteX15-839" fmla="*/ 3260 w 9782"/>
                <a:gd name="connsiteY15-840" fmla="*/ 2500 h 10000"/>
                <a:gd name="connsiteX16-841" fmla="*/ 3478 w 9782"/>
                <a:gd name="connsiteY16-842" fmla="*/ 3290 h 10000"/>
                <a:gd name="connsiteX17-843" fmla="*/ 3697 w 9782"/>
                <a:gd name="connsiteY17-844" fmla="*/ 4133 h 10000"/>
                <a:gd name="connsiteX18-845" fmla="*/ 3913 w 9782"/>
                <a:gd name="connsiteY18-846" fmla="*/ 5000 h 10000"/>
                <a:gd name="connsiteX19-847" fmla="*/ 4132 w 9782"/>
                <a:gd name="connsiteY19-848" fmla="*/ 5868 h 10000"/>
                <a:gd name="connsiteX20-849" fmla="*/ 4347 w 9782"/>
                <a:gd name="connsiteY20-850" fmla="*/ 6710 h 10000"/>
                <a:gd name="connsiteX21-851" fmla="*/ 4565 w 9782"/>
                <a:gd name="connsiteY21-852" fmla="*/ 7500 h 10000"/>
                <a:gd name="connsiteX22-853" fmla="*/ 4782 w 9782"/>
                <a:gd name="connsiteY22-854" fmla="*/ 8213 h 10000"/>
                <a:gd name="connsiteX23-855" fmla="*/ 5002 w 9782"/>
                <a:gd name="connsiteY23-856" fmla="*/ 8830 h 10000"/>
                <a:gd name="connsiteX24-857" fmla="*/ 5216 w 9782"/>
                <a:gd name="connsiteY24-858" fmla="*/ 9330 h 10000"/>
                <a:gd name="connsiteX25-859" fmla="*/ 5436 w 9782"/>
                <a:gd name="connsiteY25-860" fmla="*/ 9698 h 10000"/>
                <a:gd name="connsiteX26-861" fmla="*/ 5651 w 9782"/>
                <a:gd name="connsiteY26-862" fmla="*/ 9925 h 10000"/>
                <a:gd name="connsiteX27-863" fmla="*/ 5871 w 9782"/>
                <a:gd name="connsiteY27-864" fmla="*/ 10000 h 10000"/>
                <a:gd name="connsiteX28-865" fmla="*/ 6087 w 9782"/>
                <a:gd name="connsiteY28-866" fmla="*/ 9925 h 10000"/>
                <a:gd name="connsiteX29-867" fmla="*/ 6304 w 9782"/>
                <a:gd name="connsiteY29-868" fmla="*/ 9698 h 10000"/>
                <a:gd name="connsiteX30-869" fmla="*/ 6523 w 9782"/>
                <a:gd name="connsiteY30-870" fmla="*/ 9330 h 10000"/>
                <a:gd name="connsiteX31-871" fmla="*/ 6740 w 9782"/>
                <a:gd name="connsiteY31-872" fmla="*/ 8830 h 10000"/>
                <a:gd name="connsiteX32-873" fmla="*/ 6956 w 9782"/>
                <a:gd name="connsiteY32-874" fmla="*/ 8215 h 10000"/>
                <a:gd name="connsiteX33-875" fmla="*/ 7173 w 9782"/>
                <a:gd name="connsiteY33-876" fmla="*/ 7500 h 10000"/>
                <a:gd name="connsiteX34-877" fmla="*/ 7390 w 9782"/>
                <a:gd name="connsiteY34-878" fmla="*/ 6710 h 10000"/>
                <a:gd name="connsiteX35-879" fmla="*/ 7609 w 9782"/>
                <a:gd name="connsiteY35-880" fmla="*/ 5870 h 10000"/>
                <a:gd name="connsiteX36-881" fmla="*/ 7826 w 9782"/>
                <a:gd name="connsiteY36-882" fmla="*/ 5000 h 10000"/>
                <a:gd name="connsiteX37-883" fmla="*/ 8044 w 9782"/>
                <a:gd name="connsiteY37-884" fmla="*/ 4133 h 10000"/>
                <a:gd name="connsiteX38-885" fmla="*/ 8261 w 9782"/>
                <a:gd name="connsiteY38-886" fmla="*/ 3290 h 10000"/>
                <a:gd name="connsiteX39-887" fmla="*/ 8480 w 9782"/>
                <a:gd name="connsiteY39-888" fmla="*/ 2500 h 10000"/>
                <a:gd name="connsiteX40-889" fmla="*/ 8695 w 9782"/>
                <a:gd name="connsiteY40-890" fmla="*/ 1788 h 10000"/>
                <a:gd name="connsiteX41-891" fmla="*/ 8913 w 9782"/>
                <a:gd name="connsiteY41-892" fmla="*/ 1170 h 10000"/>
                <a:gd name="connsiteX42-893" fmla="*/ 9130 w 9782"/>
                <a:gd name="connsiteY42-894" fmla="*/ 670 h 10000"/>
                <a:gd name="connsiteX43-895" fmla="*/ 9348 w 9782"/>
                <a:gd name="connsiteY43-896" fmla="*/ 303 h 10000"/>
                <a:gd name="connsiteX44-897" fmla="*/ 9565 w 9782"/>
                <a:gd name="connsiteY44-898" fmla="*/ 75 h 10000"/>
                <a:gd name="connsiteX45-899" fmla="*/ 9782 w 9782"/>
                <a:gd name="connsiteY45-900" fmla="*/ 0 h 100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  <a:cxn ang="0">
                  <a:pos x="connsiteX10-21" y="connsiteY10-22"/>
                </a:cxn>
                <a:cxn ang="0">
                  <a:pos x="connsiteX11-23" y="connsiteY11-24"/>
                </a:cxn>
                <a:cxn ang="0">
                  <a:pos x="connsiteX12-25" y="connsiteY12-26"/>
                </a:cxn>
                <a:cxn ang="0">
                  <a:pos x="connsiteX13-27" y="connsiteY13-28"/>
                </a:cxn>
                <a:cxn ang="0">
                  <a:pos x="connsiteX14-29" y="connsiteY14-30"/>
                </a:cxn>
                <a:cxn ang="0">
                  <a:pos x="connsiteX15-31" y="connsiteY15-32"/>
                </a:cxn>
                <a:cxn ang="0">
                  <a:pos x="connsiteX16-33" y="connsiteY16-34"/>
                </a:cxn>
                <a:cxn ang="0">
                  <a:pos x="connsiteX17-35" y="connsiteY17-36"/>
                </a:cxn>
                <a:cxn ang="0">
                  <a:pos x="connsiteX18-37" y="connsiteY18-38"/>
                </a:cxn>
                <a:cxn ang="0">
                  <a:pos x="connsiteX19-39" y="connsiteY19-40"/>
                </a:cxn>
                <a:cxn ang="0">
                  <a:pos x="connsiteX20-41" y="connsiteY20-42"/>
                </a:cxn>
                <a:cxn ang="0">
                  <a:pos x="connsiteX21-43" y="connsiteY21-44"/>
                </a:cxn>
                <a:cxn ang="0">
                  <a:pos x="connsiteX22-45" y="connsiteY22-46"/>
                </a:cxn>
                <a:cxn ang="0">
                  <a:pos x="connsiteX23-47" y="connsiteY23-48"/>
                </a:cxn>
                <a:cxn ang="0">
                  <a:pos x="connsiteX24-49" y="connsiteY24-50"/>
                </a:cxn>
                <a:cxn ang="0">
                  <a:pos x="connsiteX25-51" y="connsiteY25-52"/>
                </a:cxn>
                <a:cxn ang="0">
                  <a:pos x="connsiteX26-53" y="connsiteY26-54"/>
                </a:cxn>
                <a:cxn ang="0">
                  <a:pos x="connsiteX27-55" y="connsiteY27-56"/>
                </a:cxn>
                <a:cxn ang="0">
                  <a:pos x="connsiteX28-57" y="connsiteY28-58"/>
                </a:cxn>
                <a:cxn ang="0">
                  <a:pos x="connsiteX29-59" y="connsiteY29-60"/>
                </a:cxn>
                <a:cxn ang="0">
                  <a:pos x="connsiteX30-61" y="connsiteY30-62"/>
                </a:cxn>
                <a:cxn ang="0">
                  <a:pos x="connsiteX31-63" y="connsiteY31-64"/>
                </a:cxn>
                <a:cxn ang="0">
                  <a:pos x="connsiteX32-65" y="connsiteY32-66"/>
                </a:cxn>
                <a:cxn ang="0">
                  <a:pos x="connsiteX33-67" y="connsiteY33-68"/>
                </a:cxn>
                <a:cxn ang="0">
                  <a:pos x="connsiteX34-69" y="connsiteY34-70"/>
                </a:cxn>
                <a:cxn ang="0">
                  <a:pos x="connsiteX35-71" y="connsiteY35-72"/>
                </a:cxn>
                <a:cxn ang="0">
                  <a:pos x="connsiteX36-73" y="connsiteY36-74"/>
                </a:cxn>
                <a:cxn ang="0">
                  <a:pos x="connsiteX37-75" y="connsiteY37-76"/>
                </a:cxn>
                <a:cxn ang="0">
                  <a:pos x="connsiteX38-77" y="connsiteY38-78"/>
                </a:cxn>
                <a:cxn ang="0">
                  <a:pos x="connsiteX39-79" y="connsiteY39-80"/>
                </a:cxn>
                <a:cxn ang="0">
                  <a:pos x="connsiteX40-81" y="connsiteY40-82"/>
                </a:cxn>
                <a:cxn ang="0">
                  <a:pos x="connsiteX41-83" y="connsiteY41-84"/>
                </a:cxn>
                <a:cxn ang="0">
                  <a:pos x="connsiteX42-85" y="connsiteY42-86"/>
                </a:cxn>
                <a:cxn ang="0">
                  <a:pos x="connsiteX43-87" y="connsiteY43-88"/>
                </a:cxn>
                <a:cxn ang="0">
                  <a:pos x="connsiteX44-89" y="connsiteY44-90"/>
                </a:cxn>
                <a:cxn ang="0">
                  <a:pos x="connsiteX45-91" y="connsiteY45-92"/>
                </a:cxn>
              </a:cxnLst>
              <a:rect l="l" t="t" r="r" b="b"/>
              <a:pathLst>
                <a:path w="9782" h="10000">
                  <a:moveTo>
                    <a:pt x="0" y="5000"/>
                  </a:moveTo>
                  <a:cubicBezTo>
                    <a:pt x="71" y="4708"/>
                    <a:pt x="144" y="4418"/>
                    <a:pt x="219" y="4133"/>
                  </a:cubicBezTo>
                  <a:cubicBezTo>
                    <a:pt x="290" y="3848"/>
                    <a:pt x="362" y="3563"/>
                    <a:pt x="435" y="3290"/>
                  </a:cubicBezTo>
                  <a:cubicBezTo>
                    <a:pt x="506" y="3018"/>
                    <a:pt x="578" y="2750"/>
                    <a:pt x="653" y="2500"/>
                  </a:cubicBezTo>
                  <a:cubicBezTo>
                    <a:pt x="726" y="2250"/>
                    <a:pt x="797" y="2008"/>
                    <a:pt x="870" y="1785"/>
                  </a:cubicBezTo>
                  <a:cubicBezTo>
                    <a:pt x="941" y="1563"/>
                    <a:pt x="1015" y="1355"/>
                    <a:pt x="1088" y="1170"/>
                  </a:cubicBezTo>
                  <a:cubicBezTo>
                    <a:pt x="1160" y="985"/>
                    <a:pt x="1231" y="815"/>
                    <a:pt x="1306" y="670"/>
                  </a:cubicBezTo>
                  <a:cubicBezTo>
                    <a:pt x="1378" y="525"/>
                    <a:pt x="1448" y="403"/>
                    <a:pt x="1520" y="303"/>
                  </a:cubicBezTo>
                  <a:cubicBezTo>
                    <a:pt x="1595" y="203"/>
                    <a:pt x="1666" y="125"/>
                    <a:pt x="1738" y="75"/>
                  </a:cubicBezTo>
                  <a:cubicBezTo>
                    <a:pt x="1812" y="25"/>
                    <a:pt x="1883" y="0"/>
                    <a:pt x="1958" y="0"/>
                  </a:cubicBezTo>
                  <a:cubicBezTo>
                    <a:pt x="2029" y="0"/>
                    <a:pt x="2101" y="25"/>
                    <a:pt x="2173" y="75"/>
                  </a:cubicBezTo>
                  <a:cubicBezTo>
                    <a:pt x="2248" y="125"/>
                    <a:pt x="2318" y="203"/>
                    <a:pt x="2392" y="303"/>
                  </a:cubicBezTo>
                  <a:cubicBezTo>
                    <a:pt x="2463" y="403"/>
                    <a:pt x="2536" y="525"/>
                    <a:pt x="2609" y="670"/>
                  </a:cubicBezTo>
                  <a:cubicBezTo>
                    <a:pt x="2681" y="815"/>
                    <a:pt x="2754" y="985"/>
                    <a:pt x="2826" y="1170"/>
                  </a:cubicBezTo>
                  <a:cubicBezTo>
                    <a:pt x="2898" y="1355"/>
                    <a:pt x="2971" y="1563"/>
                    <a:pt x="3045" y="1785"/>
                  </a:cubicBezTo>
                  <a:cubicBezTo>
                    <a:pt x="3115" y="2008"/>
                    <a:pt x="3186" y="2250"/>
                    <a:pt x="3260" y="2500"/>
                  </a:cubicBezTo>
                  <a:cubicBezTo>
                    <a:pt x="3335" y="2750"/>
                    <a:pt x="3406" y="3018"/>
                    <a:pt x="3478" y="3290"/>
                  </a:cubicBezTo>
                  <a:cubicBezTo>
                    <a:pt x="3550" y="3563"/>
                    <a:pt x="3623" y="3848"/>
                    <a:pt x="3697" y="4133"/>
                  </a:cubicBezTo>
                  <a:cubicBezTo>
                    <a:pt x="3768" y="4418"/>
                    <a:pt x="3839" y="4710"/>
                    <a:pt x="3913" y="5000"/>
                  </a:cubicBezTo>
                  <a:cubicBezTo>
                    <a:pt x="3986" y="5290"/>
                    <a:pt x="4057" y="5583"/>
                    <a:pt x="4132" y="5868"/>
                  </a:cubicBezTo>
                  <a:cubicBezTo>
                    <a:pt x="4205" y="6153"/>
                    <a:pt x="4275" y="6438"/>
                    <a:pt x="4347" y="6710"/>
                  </a:cubicBezTo>
                  <a:cubicBezTo>
                    <a:pt x="4420" y="6983"/>
                    <a:pt x="4492" y="7250"/>
                    <a:pt x="4565" y="7500"/>
                  </a:cubicBezTo>
                  <a:cubicBezTo>
                    <a:pt x="4639" y="7750"/>
                    <a:pt x="4711" y="7990"/>
                    <a:pt x="4782" y="8213"/>
                  </a:cubicBezTo>
                  <a:cubicBezTo>
                    <a:pt x="4855" y="8435"/>
                    <a:pt x="4927" y="8645"/>
                    <a:pt x="5002" y="8830"/>
                  </a:cubicBezTo>
                  <a:cubicBezTo>
                    <a:pt x="5072" y="9015"/>
                    <a:pt x="5145" y="9185"/>
                    <a:pt x="5216" y="9330"/>
                  </a:cubicBezTo>
                  <a:cubicBezTo>
                    <a:pt x="5291" y="9475"/>
                    <a:pt x="5364" y="9598"/>
                    <a:pt x="5436" y="9698"/>
                  </a:cubicBezTo>
                  <a:cubicBezTo>
                    <a:pt x="5506" y="9798"/>
                    <a:pt x="5580" y="9875"/>
                    <a:pt x="5651" y="9925"/>
                  </a:cubicBezTo>
                  <a:cubicBezTo>
                    <a:pt x="5725" y="9975"/>
                    <a:pt x="5797" y="10000"/>
                    <a:pt x="5871" y="10000"/>
                  </a:cubicBezTo>
                  <a:cubicBezTo>
                    <a:pt x="5943" y="10000"/>
                    <a:pt x="6014" y="9975"/>
                    <a:pt x="6087" y="9925"/>
                  </a:cubicBezTo>
                  <a:cubicBezTo>
                    <a:pt x="6159" y="9875"/>
                    <a:pt x="6232" y="9798"/>
                    <a:pt x="6304" y="9698"/>
                  </a:cubicBezTo>
                  <a:cubicBezTo>
                    <a:pt x="6377" y="9598"/>
                    <a:pt x="6448" y="9475"/>
                    <a:pt x="6523" y="9330"/>
                  </a:cubicBezTo>
                  <a:cubicBezTo>
                    <a:pt x="6593" y="9185"/>
                    <a:pt x="6666" y="9015"/>
                    <a:pt x="6740" y="8830"/>
                  </a:cubicBezTo>
                  <a:cubicBezTo>
                    <a:pt x="6812" y="8645"/>
                    <a:pt x="6884" y="8438"/>
                    <a:pt x="6956" y="8215"/>
                  </a:cubicBezTo>
                  <a:cubicBezTo>
                    <a:pt x="7031" y="7993"/>
                    <a:pt x="7102" y="7750"/>
                    <a:pt x="7173" y="7500"/>
                  </a:cubicBezTo>
                  <a:cubicBezTo>
                    <a:pt x="7248" y="7250"/>
                    <a:pt x="7319" y="6983"/>
                    <a:pt x="7390" y="6710"/>
                  </a:cubicBezTo>
                  <a:cubicBezTo>
                    <a:pt x="7465" y="6438"/>
                    <a:pt x="7537" y="6155"/>
                    <a:pt x="7609" y="5870"/>
                  </a:cubicBezTo>
                  <a:cubicBezTo>
                    <a:pt x="7683" y="5585"/>
                    <a:pt x="7754" y="5290"/>
                    <a:pt x="7826" y="5000"/>
                  </a:cubicBezTo>
                  <a:cubicBezTo>
                    <a:pt x="7899" y="4710"/>
                    <a:pt x="7971" y="4418"/>
                    <a:pt x="8044" y="4133"/>
                  </a:cubicBezTo>
                  <a:cubicBezTo>
                    <a:pt x="8117" y="3848"/>
                    <a:pt x="8189" y="3563"/>
                    <a:pt x="8261" y="3290"/>
                  </a:cubicBezTo>
                  <a:cubicBezTo>
                    <a:pt x="8332" y="3018"/>
                    <a:pt x="8406" y="2750"/>
                    <a:pt x="8480" y="2500"/>
                  </a:cubicBezTo>
                  <a:cubicBezTo>
                    <a:pt x="8551" y="2250"/>
                    <a:pt x="8623" y="2010"/>
                    <a:pt x="8695" y="1788"/>
                  </a:cubicBezTo>
                  <a:cubicBezTo>
                    <a:pt x="8770" y="1565"/>
                    <a:pt x="8841" y="1355"/>
                    <a:pt x="8913" y="1170"/>
                  </a:cubicBezTo>
                  <a:cubicBezTo>
                    <a:pt x="8985" y="985"/>
                    <a:pt x="9056" y="815"/>
                    <a:pt x="9130" y="670"/>
                  </a:cubicBezTo>
                  <a:cubicBezTo>
                    <a:pt x="9204" y="525"/>
                    <a:pt x="9277" y="403"/>
                    <a:pt x="9348" y="303"/>
                  </a:cubicBezTo>
                  <a:cubicBezTo>
                    <a:pt x="9422" y="203"/>
                    <a:pt x="9491" y="125"/>
                    <a:pt x="9565" y="75"/>
                  </a:cubicBezTo>
                  <a:cubicBezTo>
                    <a:pt x="9639" y="25"/>
                    <a:pt x="9710" y="0"/>
                    <a:pt x="9782" y="0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" name="Line 4">
              <a:extLst>
                <a:ext uri="{FF2B5EF4-FFF2-40B4-BE49-F238E27FC236}">
                  <a16:creationId xmlns:a16="http://schemas.microsoft.com/office/drawing/2014/main" id="{DB1B767E-DD55-4997-15C7-2540158B9868}"/>
                </a:ext>
              </a:extLst>
            </p:cNvPr>
            <p:cNvSpPr/>
            <p:nvPr/>
          </p:nvSpPr>
          <p:spPr>
            <a:xfrm>
              <a:off x="6228476" y="4406632"/>
              <a:ext cx="2434511" cy="0"/>
            </a:xfrm>
            <a:prstGeom prst="line">
              <a:avLst/>
            </a:prstGeom>
            <a:ln w="28575" cap="flat" cmpd="sng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Line 5">
              <a:extLst>
                <a:ext uri="{FF2B5EF4-FFF2-40B4-BE49-F238E27FC236}">
                  <a16:creationId xmlns:a16="http://schemas.microsoft.com/office/drawing/2014/main" id="{3E95ABED-FB21-0769-3834-D7B3971F7842}"/>
                </a:ext>
              </a:extLst>
            </p:cNvPr>
            <p:cNvSpPr/>
            <p:nvPr/>
          </p:nvSpPr>
          <p:spPr>
            <a:xfrm flipH="1" flipV="1">
              <a:off x="6228476" y="3964218"/>
              <a:ext cx="0" cy="829586"/>
            </a:xfrm>
            <a:prstGeom prst="line">
              <a:avLst/>
            </a:prstGeom>
            <a:ln w="28575" cap="flat" cmpd="sng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  <p:txBody>
            <a:bodyPr/>
            <a:lstStyle/>
            <a:p>
              <a:endParaRPr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0" name="文本框 36">
                  <a:extLst>
                    <a:ext uri="{FF2B5EF4-FFF2-40B4-BE49-F238E27FC236}">
                      <a16:creationId xmlns:a16="http://schemas.microsoft.com/office/drawing/2014/main" id="{049268F9-5A40-7777-C8BD-CB1B9510AC52}"/>
                    </a:ext>
                  </a:extLst>
                </p:cNvPr>
                <p:cNvSpPr txBox="1"/>
                <p:nvPr/>
              </p:nvSpPr>
              <p:spPr>
                <a:xfrm>
                  <a:off x="8250886" y="4131930"/>
                  <a:ext cx="218008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oMath>
                    </m:oMathPara>
                  </a14:m>
                  <a:endParaRPr lang="zh-CN" altLang="en-US" sz="2000" b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37" name="文本框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886" y="4131930"/>
                  <a:ext cx="218008" cy="307777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l="-27778" r="-25000"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1" name="文本框 37">
                  <a:extLst>
                    <a:ext uri="{FF2B5EF4-FFF2-40B4-BE49-F238E27FC236}">
                      <a16:creationId xmlns:a16="http://schemas.microsoft.com/office/drawing/2014/main" id="{1B63B12C-236B-AB38-0D1C-ADCBA11BE7EB}"/>
                    </a:ext>
                  </a:extLst>
                </p:cNvPr>
                <p:cNvSpPr txBox="1"/>
                <p:nvPr/>
              </p:nvSpPr>
              <p:spPr>
                <a:xfrm>
                  <a:off x="5957436" y="3849552"/>
                  <a:ext cx="205184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zh-CN" altLang="en-US" sz="2000" b="1" i="1"/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38" name="文本框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436" y="3849552"/>
                  <a:ext cx="205184" cy="307777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8182" r="-2121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p:cxnSp>
          <p:nvCxnSpPr>
            <p:cNvPr id="5122" name="直接连接符 5121">
              <a:extLst>
                <a:ext uri="{FF2B5EF4-FFF2-40B4-BE49-F238E27FC236}">
                  <a16:creationId xmlns:a16="http://schemas.microsoft.com/office/drawing/2014/main" id="{C19C82E7-9CC2-2F63-6BFE-C48120761C58}"/>
                </a:ext>
              </a:extLst>
            </p:cNvPr>
            <p:cNvCxnSpPr/>
            <p:nvPr/>
          </p:nvCxnSpPr>
          <p:spPr>
            <a:xfrm flipH="1">
              <a:off x="7048500" y="2309714"/>
              <a:ext cx="0" cy="3329086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3" name="直接连接符 5122">
              <a:extLst>
                <a:ext uri="{FF2B5EF4-FFF2-40B4-BE49-F238E27FC236}">
                  <a16:creationId xmlns:a16="http://schemas.microsoft.com/office/drawing/2014/main" id="{2C819A7D-727F-CBB9-530F-7ED7C237DC5D}"/>
                </a:ext>
              </a:extLst>
            </p:cNvPr>
            <p:cNvCxnSpPr/>
            <p:nvPr/>
          </p:nvCxnSpPr>
          <p:spPr>
            <a:xfrm flipH="1">
              <a:off x="7437120" y="2309714"/>
              <a:ext cx="0" cy="3329086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4" name="直接连接符 5123">
              <a:extLst>
                <a:ext uri="{FF2B5EF4-FFF2-40B4-BE49-F238E27FC236}">
                  <a16:creationId xmlns:a16="http://schemas.microsoft.com/office/drawing/2014/main" id="{58914AEB-81FD-1E67-7E5F-039FA2919148}"/>
                </a:ext>
              </a:extLst>
            </p:cNvPr>
            <p:cNvCxnSpPr/>
            <p:nvPr/>
          </p:nvCxnSpPr>
          <p:spPr>
            <a:xfrm flipH="1">
              <a:off x="7856220" y="2309714"/>
              <a:ext cx="0" cy="3329086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5" name="矩形 5124">
                  <a:extLst>
                    <a:ext uri="{FF2B5EF4-FFF2-40B4-BE49-F238E27FC236}">
                      <a16:creationId xmlns:a16="http://schemas.microsoft.com/office/drawing/2014/main" id="{6C9462DD-1474-EC90-4E16-006ED5814BC6}"/>
                    </a:ext>
                  </a:extLst>
                </p:cNvPr>
                <p:cNvSpPr/>
                <p:nvPr/>
              </p:nvSpPr>
              <p:spPr>
                <a:xfrm>
                  <a:off x="8417294" y="2621310"/>
                  <a:ext cx="34977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zh-CN" altLang="en-US" sz="1600">
                    <a:solidFill>
                      <a:schemeClr val="tx1"/>
                    </a:solidFill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49" name="矩形 4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7294" y="2621310"/>
                  <a:ext cx="349775" cy="400110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6" name="矩形 5125">
                  <a:extLst>
                    <a:ext uri="{FF2B5EF4-FFF2-40B4-BE49-F238E27FC236}">
                      <a16:creationId xmlns:a16="http://schemas.microsoft.com/office/drawing/2014/main" id="{ACF7A9A6-26FD-A1C8-F1A0-30CE80C4AAB1}"/>
                    </a:ext>
                  </a:extLst>
                </p:cNvPr>
                <p:cNvSpPr/>
                <p:nvPr/>
              </p:nvSpPr>
              <p:spPr>
                <a:xfrm>
                  <a:off x="8417294" y="3517480"/>
                  <a:ext cx="34977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zh-CN" altLang="en-US" sz="1600">
                    <a:solidFill>
                      <a:schemeClr val="tx1"/>
                    </a:solidFill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50" name="矩形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7294" y="3517480"/>
                  <a:ext cx="349775" cy="400110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7" name="矩形 5126">
                  <a:extLst>
                    <a:ext uri="{FF2B5EF4-FFF2-40B4-BE49-F238E27FC236}">
                      <a16:creationId xmlns:a16="http://schemas.microsoft.com/office/drawing/2014/main" id="{862B0B51-081D-DDC6-168C-CA0C78574BB7}"/>
                    </a:ext>
                  </a:extLst>
                </p:cNvPr>
                <p:cNvSpPr/>
                <p:nvPr/>
              </p:nvSpPr>
              <p:spPr>
                <a:xfrm>
                  <a:off x="8417294" y="4372233"/>
                  <a:ext cx="34977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zh-CN" altLang="en-US" sz="1600">
                    <a:solidFill>
                      <a:schemeClr val="tx1"/>
                    </a:solidFill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51" name="矩形 5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7294" y="4372233"/>
                  <a:ext cx="349775" cy="400110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8" name="矩形 5127">
                  <a:extLst>
                    <a:ext uri="{FF2B5EF4-FFF2-40B4-BE49-F238E27FC236}">
                      <a16:creationId xmlns:a16="http://schemas.microsoft.com/office/drawing/2014/main" id="{BFF2515B-CA12-767C-B1A6-D16E7C0F3052}"/>
                    </a:ext>
                  </a:extLst>
                </p:cNvPr>
                <p:cNvSpPr/>
                <p:nvPr/>
              </p:nvSpPr>
              <p:spPr>
                <a:xfrm>
                  <a:off x="8417294" y="5268403"/>
                  <a:ext cx="34977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zh-CN" altLang="en-US" sz="1600">
                    <a:solidFill>
                      <a:schemeClr val="tx1"/>
                    </a:solidFill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52" name="矩形 5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7294" y="5268403"/>
                  <a:ext cx="349775" cy="400110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  <a:endParaRPr lang="zh-CN" altLang="en-US">
                    <a:noFill/>
                  </a:endParaRPr>
                </a:p>
              </p:txBody>
            </p:sp>
          </mc:Fallback>
        </mc:AlternateContent>
      </p:grpSp>
      <p:pic>
        <p:nvPicPr>
          <p:cNvPr id="2" name="Picture 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0782300" y="11709400"/>
            <a:ext cx="0" cy="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8563586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11079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相位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56058C4-8819-81BE-659B-9AABFE6515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453" t="21443" r="15490" b="33059"/>
          <a:stretch>
            <a:fillRect/>
          </a:stretch>
        </p:blipFill>
        <p:spPr>
          <a:xfrm>
            <a:off x="364136" y="1442302"/>
            <a:ext cx="11463727" cy="412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023035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1" name="矩形 79"/>
          <p:cNvSpPr>
            <a:spLocks noChangeArrowheads="1"/>
          </p:cNvSpPr>
          <p:nvPr/>
        </p:nvSpPr>
        <p:spPr bwMode="auto">
          <a:xfrm>
            <a:off x="0" y="314325"/>
            <a:ext cx="228600" cy="685800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42719B"/>
                </a:solidFill>
                <a:bevel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 typeface="Arial"/>
              <a:buNone/>
            </a:pPr>
            <a:endParaRPr lang="zh-CN" altLang="zh-CN" sz="1800">
              <a:solidFill>
                <a:srgbClr val="FFFFFF"/>
              </a:solidFill>
              <a:latin typeface="宋体" pitchFamily="2" charset="-122"/>
              <a:sym typeface="宋体" pitchFamily="2" charset="-122"/>
            </a:endParaRPr>
          </a:p>
        </p:txBody>
      </p:sp>
      <p:sp>
        <p:nvSpPr>
          <p:cNvPr id="5132" name="文本框 80"/>
          <p:cNvSpPr>
            <a:spLocks noChangeArrowheads="1"/>
          </p:cNvSpPr>
          <p:nvPr/>
        </p:nvSpPr>
        <p:spPr bwMode="auto">
          <a:xfrm>
            <a:off x="320675" y="339725"/>
            <a:ext cx="11079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1pPr>
            <a:lvl2pPr marL="742950" indent="-285750" eaLnBrk="0" hangingPunct="0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/>
              <a:buChar char="•"/>
              <a:defRPr>
                <a:solidFill>
                  <a:schemeClr val="tx1"/>
                </a:solidFill>
                <a:latin typeface="Calibri" pitchFamily="34" charset="0"/>
                <a:ea typeface="宋体" pitchFamily="2" charset="-122"/>
                <a:sym typeface="Calibri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600" b="1">
                <a:solidFill>
                  <a:srgbClr val="000000"/>
                </a:solidFill>
                <a:latin typeface="微软雅黑" pitchFamily="34" charset="-122"/>
                <a:ea typeface="微软雅黑" pitchFamily="34" charset="-122"/>
                <a:sym typeface="微软雅黑" pitchFamily="34" charset="-122"/>
              </a:rPr>
              <a:t>小结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D4819E3D-C0A7-0DD2-7D38-DA30183E4888}"/>
                  </a:ext>
                </a:extLst>
              </p:cNvPr>
              <p:cNvSpPr/>
              <p:nvPr/>
            </p:nvSpPr>
            <p:spPr>
              <a:xfrm>
                <a:off x="2992955" y="2835821"/>
                <a:ext cx="6654963" cy="101566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zh-CN" altLang="en-US" sz="6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sz="6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zh-CN" altLang="en-US" sz="60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zh-CN" altLang="en-US" sz="6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sty m:val="p"/>
                            </m:rPr>
                            <a:rPr lang="zh-CN" altLang="en-US" sz="6000" i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zh-CN" altLang="en-US" sz="6000" i="0">
                              <a:latin typeface="Cambria Math" panose="02040503050406030204" pitchFamily="18" charset="0"/>
                            </a:rPr>
                            <m:t>( </m:t>
                          </m:r>
                          <m:r>
                            <a:rPr lang="zh-CN" altLang="en-US" sz="6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zh-CN" altLang="en-US" sz="6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 </m:t>
                          </m:r>
                          <m:r>
                            <a:rPr lang="zh-CN" altLang="en-US" sz="6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CN" altLang="en-US" sz="60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CN" altLang="en-US" sz="6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6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zh-CN" altLang="en-US" sz="6000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CN" altLang="en-US" sz="600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D4819E3D-C0A7-0DD2-7D38-DA30183E48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955" y="2835821"/>
                <a:ext cx="6654963" cy="1015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7">
            <a:extLst>
              <a:ext uri="{FF2B5EF4-FFF2-40B4-BE49-F238E27FC236}">
                <a16:creationId xmlns:a16="http://schemas.microsoft.com/office/drawing/2014/main" id="{1DD80159-B34A-4675-69EE-322321CBF2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4530" y="2418825"/>
            <a:ext cx="1008062" cy="504825"/>
          </a:xfrm>
          <a:prstGeom prst="wedgeRoundRectCallout">
            <a:avLst>
              <a:gd name="adj1" fmla="val 42440"/>
              <a:gd name="adj2" fmla="val 103773"/>
              <a:gd name="adj3" fmla="val 16667"/>
            </a:avLst>
          </a:prstGeom>
          <a:noFill/>
          <a:ln w="25400">
            <a:solidFill>
              <a:srgbClr val="2F839D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pPr algn="ctr"/>
            <a:r>
              <a:rPr lang="zh-CN" altLang="en-US" sz="2400" b="1">
                <a:latin typeface="微软雅黑" pitchFamily="34" charset="-122"/>
                <a:ea typeface="微软雅黑" pitchFamily="34" charset="-122"/>
              </a:rPr>
              <a:t>位 移</a:t>
            </a:r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0F91D2D4-F58B-7A30-7FD8-FAF800687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02" y="4112502"/>
            <a:ext cx="1008063" cy="504825"/>
          </a:xfrm>
          <a:prstGeom prst="wedgeRoundRectCallout">
            <a:avLst>
              <a:gd name="adj1" fmla="val 47479"/>
              <a:gd name="adj2" fmla="val -111321"/>
              <a:gd name="adj3" fmla="val 16667"/>
            </a:avLst>
          </a:prstGeom>
          <a:noFill/>
          <a:ln w="25400">
            <a:solidFill>
              <a:srgbClr val="2F839D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pPr algn="ctr"/>
            <a:r>
              <a:rPr lang="zh-CN" altLang="en-US" sz="2400" b="1">
                <a:latin typeface="微软雅黑" pitchFamily="34" charset="-122"/>
                <a:ea typeface="微软雅黑" pitchFamily="34" charset="-122"/>
              </a:rPr>
              <a:t>振 幅</a:t>
            </a:r>
          </a:p>
        </p:txBody>
      </p:sp>
      <p:sp>
        <p:nvSpPr>
          <p:cNvPr id="8" name="AutoShape 10">
            <a:extLst>
              <a:ext uri="{FF2B5EF4-FFF2-40B4-BE49-F238E27FC236}">
                <a16:creationId xmlns:a16="http://schemas.microsoft.com/office/drawing/2014/main" id="{8D599486-B8DE-16CB-B8A8-872E7356D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5763" y="4364914"/>
            <a:ext cx="1008063" cy="504825"/>
          </a:xfrm>
          <a:prstGeom prst="wedgeRoundRectCallout">
            <a:avLst>
              <a:gd name="adj1" fmla="val -44486"/>
              <a:gd name="adj2" fmla="val -143396"/>
              <a:gd name="adj3" fmla="val 16667"/>
            </a:avLst>
          </a:prstGeom>
          <a:noFill/>
          <a:ln w="25400">
            <a:solidFill>
              <a:srgbClr val="2F839D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pPr algn="ctr"/>
            <a:r>
              <a:rPr lang="zh-CN" altLang="en-US" sz="2400" b="1">
                <a:latin typeface="微软雅黑" pitchFamily="34" charset="-122"/>
                <a:ea typeface="微软雅黑" pitchFamily="34" charset="-122"/>
              </a:rPr>
              <a:t>初 相</a:t>
            </a:r>
          </a:p>
        </p:txBody>
      </p:sp>
      <p:sp>
        <p:nvSpPr>
          <p:cNvPr id="9" name="AutoShape 11">
            <a:extLst>
              <a:ext uri="{FF2B5EF4-FFF2-40B4-BE49-F238E27FC236}">
                <a16:creationId xmlns:a16="http://schemas.microsoft.com/office/drawing/2014/main" id="{A10D5B09-B4D8-03B6-2851-E7055514FEFE}"/>
              </a:ext>
            </a:extLst>
          </p:cNvPr>
          <p:cNvSpPr/>
          <p:nvPr/>
        </p:nvSpPr>
        <p:spPr bwMode="auto">
          <a:xfrm rot="5400000">
            <a:off x="7665427" y="1513452"/>
            <a:ext cx="190700" cy="2629695"/>
          </a:xfrm>
          <a:prstGeom prst="leftBracket">
            <a:avLst>
              <a:gd name="adj" fmla="val 260372"/>
            </a:avLst>
          </a:prstGeom>
          <a:noFill/>
          <a:ln w="25400">
            <a:solidFill>
              <a:srgbClr val="2F839D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0" name="AutoShape 12">
            <a:extLst>
              <a:ext uri="{FF2B5EF4-FFF2-40B4-BE49-F238E27FC236}">
                <a16:creationId xmlns:a16="http://schemas.microsoft.com/office/drawing/2014/main" id="{E25241A2-26FD-44E6-5609-C30376DDD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8" y="1761399"/>
            <a:ext cx="1008063" cy="504825"/>
          </a:xfrm>
          <a:prstGeom prst="wedgeRoundRectCallout">
            <a:avLst>
              <a:gd name="adj1" fmla="val 50314"/>
              <a:gd name="adj2" fmla="val 117923"/>
              <a:gd name="adj3" fmla="val 16667"/>
            </a:avLst>
          </a:prstGeom>
          <a:noFill/>
          <a:ln w="25400">
            <a:solidFill>
              <a:srgbClr val="2F839D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pPr algn="ctr"/>
            <a:r>
              <a:rPr lang="zh-CN" altLang="en-US" sz="2400" b="1">
                <a:latin typeface="微软雅黑" pitchFamily="34" charset="-122"/>
                <a:ea typeface="微软雅黑" pitchFamily="34" charset="-122"/>
              </a:rPr>
              <a:t>相 位</a:t>
            </a:r>
          </a:p>
        </p:txBody>
      </p:sp>
      <p:sp>
        <p:nvSpPr>
          <p:cNvPr id="11" name="AutoShape 15">
            <a:extLst>
              <a:ext uri="{FF2B5EF4-FFF2-40B4-BE49-F238E27FC236}">
                <a16:creationId xmlns:a16="http://schemas.microsoft.com/office/drawing/2014/main" id="{FF5E1267-A352-227F-661D-3CFF5BCFD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2714" y="4388586"/>
            <a:ext cx="1295400" cy="504825"/>
          </a:xfrm>
          <a:prstGeom prst="wedgeRoundRectCallout">
            <a:avLst>
              <a:gd name="adj1" fmla="val -47179"/>
              <a:gd name="adj2" fmla="val -126099"/>
              <a:gd name="adj3" fmla="val 16667"/>
            </a:avLst>
          </a:prstGeom>
          <a:noFill/>
          <a:ln w="25400">
            <a:solidFill>
              <a:srgbClr val="2F839D"/>
            </a:solidFill>
            <a:miter lim="800000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pPr algn="ctr"/>
            <a:r>
              <a:rPr lang="zh-CN" altLang="en-US" sz="2400" b="1">
                <a:latin typeface="微软雅黑" pitchFamily="34" charset="-122"/>
                <a:ea typeface="微软雅黑" pitchFamily="34" charset="-122"/>
              </a:rPr>
              <a:t>圆频率</a:t>
            </a:r>
          </a:p>
        </p:txBody>
      </p:sp>
      <p:sp>
        <p:nvSpPr>
          <p:cNvPr id="12" name="AutoShape 9">
            <a:extLst>
              <a:ext uri="{FF2B5EF4-FFF2-40B4-BE49-F238E27FC236}">
                <a16:creationId xmlns:a16="http://schemas.microsoft.com/office/drawing/2014/main" id="{6833E512-9836-61C2-72F6-300E05D6C7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2714" y="4368755"/>
            <a:ext cx="1008063" cy="504825"/>
          </a:xfrm>
          <a:prstGeom prst="wedgeRoundRectCallout">
            <a:avLst>
              <a:gd name="adj1" fmla="val -47324"/>
              <a:gd name="adj2" fmla="val -120439"/>
              <a:gd name="adj3" fmla="val 16667"/>
            </a:avLst>
          </a:prstGeom>
          <a:noFill/>
          <a:ln w="25400">
            <a:solidFill>
              <a:srgbClr val="2F839D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/>
                <a:ea typeface="宋体" pitchFamily="2" charset="-122"/>
              </a:defRPr>
            </a:lvl9pPr>
          </a:lstStyle>
          <a:p>
            <a:pPr algn="ctr"/>
            <a:r>
              <a:rPr lang="zh-CN" altLang="en-US" sz="2400" b="1">
                <a:latin typeface="微软雅黑" pitchFamily="34" charset="-122"/>
                <a:ea typeface="微软雅黑" pitchFamily="34" charset="-122"/>
              </a:rPr>
              <a:t>周 期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45F150F0-39BD-2EDF-C483-0E90BD275F4D}"/>
                  </a:ext>
                </a:extLst>
              </p:cNvPr>
              <p:cNvSpPr/>
              <p:nvPr/>
            </p:nvSpPr>
            <p:spPr>
              <a:xfrm>
                <a:off x="6380050" y="2940039"/>
                <a:ext cx="677862" cy="1014317"/>
              </a:xfrm>
              <a:prstGeom prst="rect">
                <a:avLst/>
              </a:prstGeom>
              <a:solidFill>
                <a:srgbClr val="FBFBFB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zh-CN" altLang="en-US" sz="32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sz="3200" b="1" i="1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zh-CN" altLang="en-US" sz="3200" b="1" i="1"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zh-CN" alt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den>
                      </m:f>
                    </m:oMath>
                  </m:oMathPara>
                </a14:m>
                <a:endParaRPr lang="zh-CN" altLang="en-US" sz="3200" b="1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45F150F0-39BD-2EDF-C483-0E90BD275F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050" y="2940039"/>
                <a:ext cx="67786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1441732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2" name="yt_shape_12652"/>
          <p:cNvSpPr txBox="1"/>
          <p:nvPr/>
        </p:nvSpPr>
        <p:spPr>
          <a:xfrm>
            <a:off x="324071" y="467999"/>
            <a:ext cx="11543998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【例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】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简谐运动的位移、路程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一个做简谐运动的质点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7e2f8"/>
              </a:rPr>
              <a:t>它的振幅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是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频率是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Hz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则该质点从平衡位置开始经过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5030b"/>
              </a:rPr>
              <a:t>位移的大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小和经过的路程分别是多少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12653" name="yt_shape_12653"/>
          <p:cNvSpPr txBox="1"/>
          <p:nvPr/>
        </p:nvSpPr>
        <p:spPr>
          <a:xfrm>
            <a:off x="324000" y="2238297"/>
            <a:ext cx="3209212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54" name="yt_shape_12654"/>
              <p:cNvSpPr txBox="1"/>
              <p:nvPr/>
            </p:nvSpPr>
            <p:spPr>
              <a:xfrm>
                <a:off x="324071" y="2822308"/>
                <a:ext cx="11924914" cy="2306914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质点的振动周期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故时间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474b4"/>
                  </a:rPr>
                  <a:t>末质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点在最大位移处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位移大小为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质点通过的路程为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855ec"/>
                  </a:rPr>
                  <a:t> 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4="http://schemas.microsoft.com/office/powerpoint/2010/main" xmlns:p15="http://schemas.microsoft.com/office/powerpoint/2012/main" xmlns="">
          <p:sp>
            <p:nvSpPr>
              <p:cNvPr id="12654" name="yt_shape_126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2822308"/>
                <a:ext cx="11924914" cy="2306914"/>
              </a:xfrm>
              <a:prstGeom prst="rect">
                <a:avLst/>
              </a:prstGeom>
              <a:blipFill>
                <a:blip r:embed="rId2"/>
                <a:stretch>
                  <a:fillRect l="-1789" b="-8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6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53" grpId="0" build="allAtOnce"/>
      <p:bldP spid="12654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6" name="yt_shape_12656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简谐运动的各量的计算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6cda8"/>
              </a:rPr>
              <a:t>将弹簧振子从平衡位置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下拉一段距离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由静止释放后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小球在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间振动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且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ad9d3"/>
              </a:rPr>
              <a:t>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球由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首次运动到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的时间为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小球振动的振幅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周期和频率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2" name="yt_shape_12658"/>
          <p:cNvSpPr txBox="1"/>
          <p:nvPr/>
        </p:nvSpPr>
        <p:spPr>
          <a:xfrm>
            <a:off x="324000" y="2992817"/>
            <a:ext cx="5394105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Hz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</a:p>
        </p:txBody>
      </p:sp>
      <p:pic>
        <p:nvPicPr>
          <p:cNvPr id="12659" name="yt_image_12659" title="H_235.17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96833" y="1748217"/>
            <a:ext cx="2509265" cy="2986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yt_shape_12665"/>
              <p:cNvSpPr txBox="1"/>
              <p:nvPr/>
            </p:nvSpPr>
            <p:spPr>
              <a:xfrm>
                <a:off x="285900" y="3694036"/>
                <a:ext cx="8467061" cy="2247475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 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由题图可知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小球振动的振幅为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cm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𝑇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所以周期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得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频率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Hz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="">
          <p:sp>
            <p:nvSpPr>
              <p:cNvPr id="5" name="yt_shape_126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900" y="3694036"/>
                <a:ext cx="8467061" cy="2247475"/>
              </a:xfrm>
              <a:prstGeom prst="rect">
                <a:avLst/>
              </a:prstGeom>
              <a:blipFill>
                <a:blip r:embed="rId3"/>
                <a:stretch>
                  <a:fillRect l="-2592" t="-1084" b="-43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5" grpId="0" build="allAtOnce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1" name="yt_shape_12661"/>
          <p:cNvSpPr txBox="1"/>
          <p:nvPr/>
        </p:nvSpPr>
        <p:spPr>
          <a:xfrm>
            <a:off x="324000" y="467999"/>
            <a:ext cx="10692030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小球在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内通过的路程及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末小球偏离平衡位置的位移大小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3" name="yt_shape_12662"/>
          <p:cNvSpPr txBox="1"/>
          <p:nvPr/>
        </p:nvSpPr>
        <p:spPr>
          <a:xfrm>
            <a:off x="324000" y="1203348"/>
            <a:ext cx="4555734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答案：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000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</a:p>
        </p:txBody>
      </p:sp>
      <p:pic>
        <p:nvPicPr>
          <p:cNvPr id="12663" name="yt_image_12663" title="H_235.17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58733" y="1203348"/>
            <a:ext cx="2509265" cy="2986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yt_shape_12667"/>
          <p:cNvSpPr txBox="1"/>
          <p:nvPr/>
        </p:nvSpPr>
        <p:spPr>
          <a:xfrm>
            <a:off x="267086" y="2055499"/>
            <a:ext cx="7962514" cy="237680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hangingPunct="0">
              <a:lnSpc>
                <a:spcPct val="140000"/>
              </a:lnSpc>
            </a:pPr>
            <a:r>
              <a:rPr lang="zh-CN" altLang="zh-CN" sz="2800" dirty="0">
                <a:solidFill>
                  <a:srgbClr val="0000FF"/>
                </a:solidFill>
                <a:latin typeface="微软雅黑" pitchFamily="28"/>
                <a:ea typeface="微软雅黑" pitchFamily="28"/>
              </a:rPr>
              <a:t>解析：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小球在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个周期内通过的路程为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故在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25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内通过的路程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d8b5e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000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内小球振动了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个周期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末小球仍处在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点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9_3cc2f"/>
              </a:rPr>
              <a:t>所以小球偏离平衡位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置的位移大小为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797975" y="2969317"/>
              <a:ext cx="86433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02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7" name="文本框 16">
            <a:hlinkClick r:id="rId2" action="ppaction://hlinksldjump"/>
          </p:cNvPr>
          <p:cNvSpPr txBox="1"/>
          <p:nvPr/>
        </p:nvSpPr>
        <p:spPr>
          <a:xfrm>
            <a:off x="4598900" y="2654643"/>
            <a:ext cx="84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知识点二　简谐运动的相位</a:t>
            </a:r>
          </a:p>
        </p:txBody>
      </p:sp>
    </p:spTree>
    <p:extLst>
      <p:ext uri="{BB962C8B-B14F-4D97-AF65-F5344CB8AC3E}">
        <p14:creationId xmlns:p14="http://schemas.microsoft.com/office/powerpoint/2010/main" val="3130972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0" name="yt_shape_12670"/>
          <p:cNvSpPr txBox="1"/>
          <p:nvPr/>
        </p:nvSpPr>
        <p:spPr>
          <a:xfrm>
            <a:off x="324000" y="467999"/>
            <a:ext cx="2554417" cy="59407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3100" b="0" i="0" u="none" spc="-3100">
                <a:solidFill>
                  <a:srgbClr val="1EE3CF"/>
                </a:solidFill>
                <a:effectLst/>
                <a:latin typeface="Times New Roman" pitchFamily="31"/>
                <a:ea typeface="宋体" pitchFamily="31"/>
              </a:rPr>
              <a:t> </a:t>
            </a:r>
            <a:r>
              <a:rPr lang="en-US" altLang="zh-CN" sz="3100" b="0" i="0" u="none" spc="19144">
                <a:solidFill>
                  <a:srgbClr val="1EE3CF"/>
                </a:solidFill>
                <a:effectLst/>
                <a:latin typeface="Times New Roman" pitchFamily="31"/>
                <a:ea typeface="宋体" pitchFamily="31"/>
              </a:rPr>
              <a:t> </a:t>
            </a:r>
          </a:p>
        </p:txBody>
      </p:sp>
      <p:pic>
        <p:nvPicPr>
          <p:cNvPr id="12669" name="yt_image_12669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4000" y="467999"/>
            <a:ext cx="2529118" cy="665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72" name="yt_shape_12672"/>
          <p:cNvSpPr txBox="1"/>
          <p:nvPr/>
        </p:nvSpPr>
        <p:spPr>
          <a:xfrm>
            <a:off x="324071" y="1183993"/>
            <a:ext cx="11543998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相位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物理学中把</a:t>
            </a:r>
            <a:r>
              <a:rPr sz="2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        </a:t>
            </a:r>
            <a:r>
              <a:rPr sz="17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叫作相位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是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时的相位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称作</a:t>
            </a:r>
            <a:r>
              <a:rPr sz="2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</a:t>
            </a:r>
            <a:r>
              <a:rPr sz="8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100" spc="-100">
                <a:latin typeface="Times New Roman"/>
              </a:rPr>
              <a:t>⁠</a:t>
            </a:r>
            <a:br>
              <a:rPr lang="zh-CN" altLang="zh-CN" sz="2800" b="0" i="0" u="sng">
                <a:solidFill>
                  <a:srgbClr val="C00000">
                    <a:alpha val="0"/>
                  </a:srgbClr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sym typeface="W:7.004961,H:47.04"/>
              </a:rPr>
            </a:br>
            <a:r>
              <a:rPr sz="24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</a:t>
            </a:r>
            <a:r>
              <a:rPr sz="1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或初相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,isEnd"/>
              </a:rPr>
              <a:t>。</a:t>
            </a:r>
          </a:p>
        </p:txBody>
      </p:sp>
      <p:sp>
        <p:nvSpPr>
          <p:cNvPr id="12673" name="yt_shape_12673"/>
          <p:cNvSpPr txBox="1"/>
          <p:nvPr/>
        </p:nvSpPr>
        <p:spPr>
          <a:xfrm>
            <a:off x="324000" y="2351049"/>
            <a:ext cx="1526059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相位差</a:t>
            </a:r>
          </a:p>
        </p:txBody>
      </p:sp>
      <p:sp>
        <p:nvSpPr>
          <p:cNvPr id="12674" name="yt_shape_12674"/>
          <p:cNvSpPr txBox="1"/>
          <p:nvPr/>
        </p:nvSpPr>
        <p:spPr>
          <a:xfrm>
            <a:off x="324000" y="2935060"/>
            <a:ext cx="951542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定义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两个具有相同</a:t>
            </a:r>
            <a:r>
              <a:rPr sz="25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      </a:t>
            </a:r>
            <a:r>
              <a:rPr sz="3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的简谐运动的相位之差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,isEnd"/>
              </a:rPr>
              <a:t>。</a:t>
            </a:r>
          </a:p>
        </p:txBody>
      </p:sp>
      <p:sp>
        <p:nvSpPr>
          <p:cNvPr id="12675" name="yt_shape_12675"/>
          <p:cNvSpPr txBox="1"/>
          <p:nvPr/>
        </p:nvSpPr>
        <p:spPr>
          <a:xfrm>
            <a:off x="324071" y="3518045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表达式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两个简谐运动的频率相同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其初相分别是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9e920,isEnd"/>
              </a:rPr>
              <a:t>2</a:t>
            </a:r>
            <a:b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它们的相位差是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）－（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）＝</a:t>
            </a:r>
            <a:r>
              <a:rPr sz="25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          </a:t>
            </a:r>
            <a:r>
              <a:rPr sz="1500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100" spc="-100">
                <a:latin typeface="Times New Roman"/>
              </a:rPr>
              <a:t>⁠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,isEnd"/>
              </a:rPr>
              <a:t>。</a:t>
            </a:r>
          </a:p>
        </p:txBody>
      </p:sp>
      <p:sp>
        <p:nvSpPr>
          <p:cNvPr id="12676" name="yt_shape_12676"/>
          <p:cNvSpPr txBox="1"/>
          <p:nvPr/>
        </p:nvSpPr>
        <p:spPr>
          <a:xfrm>
            <a:off x="324071" y="4704272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意义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的相位比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sz="28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            </a:t>
            </a:r>
            <a:r>
              <a:rPr sz="1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或者说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的相位比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sz="28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20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</a:t>
            </a:r>
            <a:r>
              <a:rPr sz="16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sz="100" spc="-100" dirty="0">
                <a:latin typeface="Times New Roman"/>
              </a:rPr>
              <a:t>⁠</a:t>
            </a:r>
            <a:r>
              <a:rPr sz="20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        </a:t>
            </a:r>
            <a:r>
              <a:rPr sz="1900" u="sng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</a:rPr>
              <a:t> 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,isEnd"/>
              </a:rPr>
              <a:t>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FF3F36-4F72-9180-DCCC-BF799E2A845F}"/>
              </a:ext>
            </a:extLst>
          </p:cNvPr>
          <p:cNvSpPr txBox="1"/>
          <p:nvPr/>
        </p:nvSpPr>
        <p:spPr>
          <a:xfrm>
            <a:off x="3878960" y="1137187"/>
            <a:ext cx="1427862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en-US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ω</a:t>
            </a:r>
            <a:r>
              <a:rPr kumimoji="0" lang="en-US" altLang="zh-CN" sz="2800" b="0" i="1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t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  <a:cs typeface="+mn-cs"/>
              </a:rPr>
              <a:t>＋</a:t>
            </a:r>
            <a:r>
              <a:rPr kumimoji="0" lang="en-US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φ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3F2B77F-8D58-ED09-E190-8C357612421E}"/>
              </a:ext>
            </a:extLst>
          </p:cNvPr>
          <p:cNvSpPr txBox="1"/>
          <p:nvPr/>
        </p:nvSpPr>
        <p:spPr>
          <a:xfrm>
            <a:off x="10941748" y="1137187"/>
            <a:ext cx="980186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  <a:sym typeface="_⨹_3_764b0"/>
              </a:rPr>
              <a:t>初相</a:t>
            </a:r>
            <a:b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</a:b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5A49E0F-AC66-573E-14DD-6D411C6E54CF}"/>
              </a:ext>
            </a:extLst>
          </p:cNvPr>
          <p:cNvSpPr txBox="1"/>
          <p:nvPr/>
        </p:nvSpPr>
        <p:spPr>
          <a:xfrm>
            <a:off x="234060" y="1734595"/>
            <a:ext cx="891286" cy="601676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位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F80F819-7339-360E-1326-82934D09ED2B}"/>
              </a:ext>
            </a:extLst>
          </p:cNvPr>
          <p:cNvSpPr txBox="1"/>
          <p:nvPr/>
        </p:nvSpPr>
        <p:spPr>
          <a:xfrm>
            <a:off x="4678989" y="2888254"/>
            <a:ext cx="1246887" cy="620662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频率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083F40D-2BF9-6921-4DAF-DE78A44B5CEF}"/>
              </a:ext>
            </a:extLst>
          </p:cNvPr>
          <p:cNvSpPr txBox="1"/>
          <p:nvPr/>
        </p:nvSpPr>
        <p:spPr>
          <a:xfrm>
            <a:off x="8735123" y="4011916"/>
            <a:ext cx="1538986" cy="620662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en-US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φ</a:t>
            </a:r>
            <a:r>
              <a:rPr kumimoji="0" lang="en-US" altLang="zh-CN" sz="2800" b="0" i="0" strike="noStrike" kern="1200" cap="none" spc="0" normalizeH="0" baseline="-2500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1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  <a:cs typeface="+mn-cs"/>
              </a:rPr>
              <a:t>－</a:t>
            </a:r>
            <a:r>
              <a:rPr kumimoji="0" lang="en-US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φ</a:t>
            </a:r>
            <a:r>
              <a:rPr kumimoji="0" lang="en-US" altLang="zh-CN" sz="2800" b="0" i="0" strike="noStrike" kern="1200" cap="none" spc="0" normalizeH="0" baseline="-2500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2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876388-08EF-45C5-0235-4E759C82414F}"/>
              </a:ext>
            </a:extLst>
          </p:cNvPr>
          <p:cNvSpPr txBox="1"/>
          <p:nvPr/>
        </p:nvSpPr>
        <p:spPr>
          <a:xfrm>
            <a:off x="5034660" y="4657466"/>
            <a:ext cx="1246887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超前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BA0533F-86AC-C20B-1159-6A1E163AE50C}"/>
              </a:ext>
            </a:extLst>
          </p:cNvPr>
          <p:cNvSpPr txBox="1"/>
          <p:nvPr/>
        </p:nvSpPr>
        <p:spPr>
          <a:xfrm>
            <a:off x="10090848" y="4632066"/>
            <a:ext cx="1021652" cy="691020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  <a:sym typeface="_⨹_2_84e4f"/>
              </a:rPr>
              <a:t>落</a:t>
            </a:r>
            <a:r>
              <a:rPr lang="zh-CN" altLang="zh-CN" sz="2800" dirty="0">
                <a:solidFill>
                  <a:srgbClr val="C00000"/>
                </a:solidFill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后</a:t>
            </a:r>
            <a:endParaRPr lang="zh-CN" altLang="en-US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26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26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2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126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73" grpId="0" build="allAtOnce"/>
      <p:bldP spid="12674" grpId="0" build="allAtOnce"/>
      <p:bldP spid="12675" grpId="0" build="allAtOnce"/>
      <p:bldP spid="12676" grpId="0" build="allAtOnce"/>
      <p:bldP spid="2" grpId="0" build="allAtOnce"/>
      <p:bldP spid="3" grpId="0" build="allAtOnce"/>
      <p:bldP spid="4" grpId="0" build="allAtOnce"/>
      <p:bldP spid="5" grpId="0" build="allAtOnce"/>
      <p:bldP spid="6" grpId="0" build="allAtOnce"/>
      <p:bldP spid="7" grpId="0" build="allAtOnce"/>
      <p:bldP spid="8" grpId="0" build="allAtOnce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678" name="yt_shape_12678"/>
              <p:cNvSpPr txBox="1"/>
              <p:nvPr/>
            </p:nvSpPr>
            <p:spPr>
              <a:xfrm>
                <a:off x="267086" y="785499"/>
                <a:ext cx="11924914" cy="201907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eaLnBrk="1" latinLnBrk="0" hangingPunct="0">
                  <a:lnSpc>
                    <a:spcPct val="140000"/>
                  </a:lnSpc>
                </a:pPr>
                <a:r>
                  <a:rPr lang="en-US" altLang="zh-CN" sz="2800" b="1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Times New Roman" pitchFamily="28"/>
                  </a:rPr>
                  <a:t> </a:t>
                </a:r>
                <a:r>
                  <a:rPr lang="zh-CN" altLang="zh-CN" sz="2800" b="1" i="0" u="none">
                    <a:solidFill>
                      <a:srgbClr val="000000"/>
                    </a:solidFill>
                    <a:effectLst/>
                    <a:latin typeface="微软雅黑" pitchFamily="28"/>
                    <a:ea typeface="微软雅黑" pitchFamily="28"/>
                    <a:sym typeface=",isEnd"/>
                  </a:rPr>
                  <a:t>简谐运动的位移表达式</a:t>
                </a:r>
              </a:p>
              <a:p>
                <a:pPr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简谐运动的表达式可以写成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sin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φ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或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sin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𝑇</m:t>
                            </m:r>
                          </m:den>
                        </m:f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  <m:r>
                          <a:rPr lang="zh-CN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𝜑</m:t>
                        </m:r>
                      </m:e>
                    </m:d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  <a:r>
                  <a:rPr sz="42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sz="20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        </a:t>
                </a:r>
                <a:r>
                  <a:rPr sz="2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sz="100" spc="-100">
                    <a:latin typeface="Times New Roman"/>
                  </a:rPr>
                  <a:t>⁠</a:t>
                </a:r>
                <a:br>
                  <a:rPr lang="zh-CN" altLang="zh-CN" sz="2800" b="0" i="0" u="sng">
                    <a:solidFill>
                      <a:srgbClr val="C00000">
                        <a:alpha val="0"/>
                      </a:srgbClr>
                    </a:solidFill>
                    <a:effectLst/>
                    <a:uFill>
                      <a:solidFill>
                        <a:srgbClr val="000000"/>
                      </a:solidFill>
                    </a:uFill>
                    <a:latin typeface="Times New Roman" pitchFamily="28"/>
                    <a:ea typeface="宋体" pitchFamily="28"/>
                    <a:sym typeface="W:7.004961,H:70.4"/>
                  </a:rPr>
                </a:br>
                <a:r>
                  <a:rPr sz="24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sz="20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         </a:t>
                </a:r>
                <a:r>
                  <a:rPr sz="1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、</a:t>
                </a:r>
                <a:r>
                  <a:rPr sz="24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sz="20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                    </a:t>
                </a:r>
                <a:r>
                  <a:rPr sz="4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、</a:t>
                </a:r>
                <a:r>
                  <a:rPr sz="24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sz="20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                         </a:t>
                </a:r>
                <a:r>
                  <a:rPr sz="1600" u="sng">
                    <a:solidFill>
                      <a:srgbClr val="000000"/>
                    </a:solidFill>
                    <a:uFill>
                      <a:solidFill>
                        <a:srgbClr val="000000"/>
                      </a:solidFill>
                    </a:uFill>
                    <a:latin typeface="Times New Roman"/>
                  </a:rPr>
                  <a:t> 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是描述简谐运动特征的物理量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  <a:sym typeface=",isEnd"/>
                  </a:rPr>
                  <a:t>。</a:t>
                </a:r>
              </a:p>
            </p:txBody>
          </p:sp>
        </mc:Choice>
        <mc:Fallback xmlns:p14="http://schemas.microsoft.com/office/powerpoint/2010/main" xmlns:p15="http://schemas.microsoft.com/office/powerpoint/2012/main" xmlns:a16="http://schemas.microsoft.com/office/drawing/2014/main" xmlns="">
          <p:sp>
            <p:nvSpPr>
              <p:cNvPr id="12678" name="yt_shape_126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86" y="785499"/>
                <a:ext cx="11924914" cy="2019079"/>
              </a:xfrm>
              <a:prstGeom prst="rect">
                <a:avLst/>
              </a:prstGeom>
              <a:blipFill>
                <a:blip r:embed="rId2"/>
                <a:stretch>
                  <a:fillRect l="-1840" t="-1208" b="-99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E0C4C3BC-94A8-11C2-C1E2-D454208F3743}"/>
              </a:ext>
            </a:extLst>
          </p:cNvPr>
          <p:cNvSpPr txBox="1"/>
          <p:nvPr/>
        </p:nvSpPr>
        <p:spPr>
          <a:xfrm>
            <a:off x="10692230" y="1577401"/>
            <a:ext cx="624585" cy="987692"/>
          </a:xfrm>
          <a:prstGeom prst="rect">
            <a:avLst/>
          </a:prstGeom>
          <a:noFill/>
        </p:spPr>
        <p:txBody>
          <a:bodyPr vert="horz" wrap="none" rtlCol="0" anchor="ctr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  <a:sym typeface="_⨹_2_617f9"/>
              </a:rPr>
              <a:t>振</a:t>
            </a:r>
            <a:br>
              <a:rPr kumimoji="0" lang="zh-CN" altLang="zh-CN" sz="2800" b="0" i="0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</a:br>
            <a:endParaRPr lang="zh-CN" altLang="en-US" dirty="0">
              <a:solidFill>
                <a:srgbClr val="C0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EB80BD2-01D3-1192-E3FF-387D7BE49CB1}"/>
              </a:ext>
            </a:extLst>
          </p:cNvPr>
          <p:cNvSpPr txBox="1"/>
          <p:nvPr/>
        </p:nvSpPr>
        <p:spPr>
          <a:xfrm>
            <a:off x="177075" y="2230181"/>
            <a:ext cx="891286" cy="601676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幅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C5C965-85DC-AE93-2102-D5BAC471A3C3}"/>
              </a:ext>
            </a:extLst>
          </p:cNvPr>
          <p:cNvSpPr txBox="1"/>
          <p:nvPr/>
        </p:nvSpPr>
        <p:spPr>
          <a:xfrm>
            <a:off x="1599475" y="2230181"/>
            <a:ext cx="1246887" cy="601676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周期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E50C5-CC08-80FD-9213-F35E924AFF7E}"/>
              </a:ext>
            </a:extLst>
          </p:cNvPr>
          <p:cNvSpPr txBox="1"/>
          <p:nvPr/>
        </p:nvSpPr>
        <p:spPr>
          <a:xfrm>
            <a:off x="3377475" y="2230181"/>
            <a:ext cx="1602487" cy="601676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cs typeface="+mn-cs"/>
              </a:rPr>
              <a:t>初相位</a:t>
            </a:r>
            <a:r>
              <a:rPr kumimoji="0" lang="zh-CN" altLang="zh-CN" sz="2800" b="0" i="0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　</a:t>
            </a:r>
            <a:endParaRPr lang="zh-CN" altLang="en-US">
              <a:solidFill>
                <a:srgbClr val="C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3" grpId="0" build="allAtOnce"/>
      <p:bldP spid="4" grpId="0" build="allAtOnce"/>
      <p:bldP spid="5" grpId="0" build="allAtOnce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0" name="yt_shape_12680"/>
          <p:cNvSpPr txBox="1"/>
          <p:nvPr/>
        </p:nvSpPr>
        <p:spPr>
          <a:xfrm>
            <a:off x="324000" y="467999"/>
            <a:ext cx="2154436" cy="537904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7030A0"/>
                </a:solidFill>
                <a:effectLst/>
                <a:latin typeface="微软雅黑" pitchFamily="28"/>
                <a:ea typeface="微软雅黑" pitchFamily="28"/>
              </a:rPr>
              <a:t>【易错辨析】</a:t>
            </a:r>
          </a:p>
        </p:txBody>
      </p:sp>
      <p:sp>
        <p:nvSpPr>
          <p:cNvPr id="12681" name="yt_shape_12681"/>
          <p:cNvSpPr txBox="1"/>
          <p:nvPr/>
        </p:nvSpPr>
        <p:spPr>
          <a:xfrm>
            <a:off x="324000" y="1056691"/>
            <a:ext cx="1147397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  <a:tabLst>
                <a:tab pos="9586393" algn="l"/>
              </a:tabLst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相位的单位是弧度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en-US" altLang="zh-CN" sz="300" b="0" i="0" u="none">
                <a:solidFill>
                  <a:srgbClr val="000000"/>
                </a:solidFill>
                <a:effectLst/>
                <a:latin typeface="Times New Roman" pitchFamily="3"/>
                <a:ea typeface="宋体" pitchFamily="3"/>
              </a:rPr>
              <a:t>	</a:t>
            </a:r>
            <a:r>
              <a:rPr lang="zh-CN" altLang="zh-CN" sz="2800" b="0" i="0" u="none" spc="2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spc="250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spc="250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Times New Roman" pitchFamily="28"/>
              </a:rPr>
              <a:t>√</a:t>
            </a:r>
            <a:r>
              <a:rPr lang="zh-CN" altLang="zh-CN" sz="2800" b="0" i="0" u="none" spc="250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spc="2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sp>
        <p:nvSpPr>
          <p:cNvPr id="12682" name="yt_shape_12682"/>
          <p:cNvSpPr txBox="1"/>
          <p:nvPr/>
        </p:nvSpPr>
        <p:spPr>
          <a:xfrm>
            <a:off x="324000" y="1639676"/>
            <a:ext cx="1147397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  <a:tabLst>
                <a:tab pos="9586393" algn="l"/>
              </a:tabLst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初相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说明物体振动开始计时时处于平衡位置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en-US" altLang="zh-CN" sz="300" b="0" i="0" u="none">
                <a:solidFill>
                  <a:srgbClr val="000000"/>
                </a:solidFill>
                <a:effectLst/>
                <a:latin typeface="Times New Roman" pitchFamily="3"/>
                <a:ea typeface="宋体" pitchFamily="3"/>
              </a:rPr>
              <a:t>	</a:t>
            </a:r>
            <a:r>
              <a:rPr lang="zh-CN" altLang="zh-CN" sz="2800" b="0" i="0" u="none" spc="2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spc="250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spc="250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Times New Roman" pitchFamily="28"/>
              </a:rPr>
              <a:t>√</a:t>
            </a:r>
            <a:r>
              <a:rPr lang="zh-CN" altLang="zh-CN" sz="2800" b="0" i="0" u="none" spc="250">
                <a:solidFill>
                  <a:srgbClr val="3D4263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spc="2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83" name="yt_shape_12683"/>
              <p:cNvSpPr txBox="1"/>
              <p:nvPr/>
            </p:nvSpPr>
            <p:spPr>
              <a:xfrm>
                <a:off x="324000" y="2222661"/>
                <a:ext cx="11473975" cy="742960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  <a:tabLst>
                    <a:tab pos="9586393" algn="l"/>
                  </a:tabLst>
                </a:pP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Times New Roman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φ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π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时振子处于最大位移处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  <a:r>
                  <a:rPr lang="en-US" altLang="zh-CN" sz="300" b="0" i="0" u="none">
                    <a:solidFill>
                      <a:srgbClr val="000000"/>
                    </a:solidFill>
                    <a:effectLst/>
                    <a:latin typeface="Times New Roman" pitchFamily="3"/>
                    <a:ea typeface="宋体" pitchFamily="3"/>
                  </a:rPr>
                  <a:t>	</a:t>
                </a:r>
                <a:r>
                  <a:rPr lang="zh-CN" altLang="zh-CN" sz="2800" b="0" i="0" u="none" spc="25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spc="250">
                    <a:solidFill>
                      <a:srgbClr val="3D4263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spc="250">
                    <a:solidFill>
                      <a:srgbClr val="C00000">
                        <a:alpha val="0"/>
                      </a:srgbClr>
                    </a:solidFill>
                    <a:effectLst/>
                    <a:latin typeface="Times New Roman" pitchFamily="28"/>
                    <a:ea typeface="Times New Roman" pitchFamily="28"/>
                  </a:rPr>
                  <a:t>√</a:t>
                </a:r>
                <a:r>
                  <a:rPr lang="zh-CN" altLang="zh-CN" sz="2800" b="0" i="0" u="none" spc="250">
                    <a:solidFill>
                      <a:srgbClr val="3D4263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spc="25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:m="http://schemas.openxmlformats.org/officeDocument/2006/math" xmlns:p14="http://schemas.microsoft.com/office/powerpoint/2010/main" xmlns:p15="http://schemas.microsoft.com/office/powerpoint/2012/main" xmlns:a16="http://schemas.microsoft.com/office/drawing/2014/main" xmlns="">
          <p:sp>
            <p:nvSpPr>
              <p:cNvPr id="12683" name="yt_shape_126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2222661"/>
                <a:ext cx="11473975" cy="742960"/>
              </a:xfrm>
              <a:prstGeom prst="rect">
                <a:avLst/>
              </a:prstGeom>
              <a:blipFill>
                <a:blip r:embed="rId2"/>
                <a:stretch>
                  <a:fillRect l="-1860" r="-956" b="-157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E40C412C-7F23-3ACD-0A24-D9BDBED903EC}"/>
              </a:ext>
            </a:extLst>
          </p:cNvPr>
          <p:cNvSpPr txBox="1"/>
          <p:nvPr/>
        </p:nvSpPr>
        <p:spPr>
          <a:xfrm>
            <a:off x="10595284" y="1009885"/>
            <a:ext cx="407099" cy="620662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25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itchFamily="28"/>
                <a:ea typeface="Times New Roman" pitchFamily="28"/>
              </a:rPr>
              <a:t>√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5321C01-8EF5-0285-A8F0-FE4BB8B45B41}"/>
              </a:ext>
            </a:extLst>
          </p:cNvPr>
          <p:cNvSpPr txBox="1"/>
          <p:nvPr/>
        </p:nvSpPr>
        <p:spPr>
          <a:xfrm>
            <a:off x="10595284" y="1592870"/>
            <a:ext cx="407099" cy="620662"/>
          </a:xfrm>
          <a:prstGeom prst="rect">
            <a:avLst/>
          </a:prstGeom>
          <a:noFill/>
        </p:spPr>
        <p:txBody>
          <a:bodyPr vert="horz" wrap="none" rtlCol="0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25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itchFamily="28"/>
                <a:ea typeface="Times New Roman" pitchFamily="28"/>
              </a:rPr>
              <a:t>√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AC4A084-625B-F72F-DF9B-ACF947C18CC5}"/>
              </a:ext>
            </a:extLst>
          </p:cNvPr>
          <p:cNvSpPr txBox="1"/>
          <p:nvPr/>
        </p:nvSpPr>
        <p:spPr>
          <a:xfrm>
            <a:off x="10595284" y="2175855"/>
            <a:ext cx="407099" cy="829387"/>
          </a:xfrm>
          <a:prstGeom prst="rect">
            <a:avLst/>
          </a:prstGeom>
          <a:noFill/>
        </p:spPr>
        <p:txBody>
          <a:bodyPr vert="horz" wrap="none" rtlCol="0" anchor="ctr">
            <a:noAutofit/>
          </a:bodyPr>
          <a:lstStyle/>
          <a:p>
            <a:pPr>
              <a:lnSpc>
                <a:spcPct val="140000"/>
              </a:lnSpc>
            </a:pPr>
            <a:r>
              <a:rPr kumimoji="0" lang="zh-CN" altLang="zh-CN" sz="2800" b="0" i="0" strike="noStrike" kern="1200" cap="none" spc="25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itchFamily="28"/>
                <a:ea typeface="Times New Roman" pitchFamily="28"/>
              </a:rPr>
              <a:t>√</a:t>
            </a:r>
            <a:endParaRPr lang="zh-CN" altLang="en-US">
              <a:solidFill>
                <a:srgbClr val="C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m="http://schemas.openxmlformats.org/officeDocument/2006/math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6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2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82" grpId="0" build="allAtOnce"/>
      <p:bldP spid="12683" grpId="0" build="allAtOnce"/>
      <p:bldP spid="2" grpId="0" build="allAtOnce"/>
      <p:bldP spid="3" grpId="0" build="allAtOnce"/>
      <p:bldP spid="4" grpId="0" build="allAtOnce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6" name="yt_shape_12686"/>
          <p:cNvSpPr txBox="1"/>
          <p:nvPr/>
        </p:nvSpPr>
        <p:spPr>
          <a:xfrm>
            <a:off x="324000" y="467999"/>
            <a:ext cx="2554417" cy="59407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3100" b="0" i="0" u="none" spc="-3100">
                <a:solidFill>
                  <a:srgbClr val="1EE3CF"/>
                </a:solidFill>
                <a:effectLst/>
                <a:latin typeface="Times New Roman" pitchFamily="31"/>
                <a:ea typeface="宋体" pitchFamily="31"/>
              </a:rPr>
              <a:t> </a:t>
            </a:r>
            <a:r>
              <a:rPr lang="en-US" altLang="zh-CN" sz="3100" b="0" i="0" u="none" spc="19144">
                <a:solidFill>
                  <a:srgbClr val="1EE3CF"/>
                </a:solidFill>
                <a:effectLst/>
                <a:latin typeface="Times New Roman" pitchFamily="31"/>
                <a:ea typeface="宋体" pitchFamily="31"/>
              </a:rPr>
              <a:t> </a:t>
            </a:r>
          </a:p>
        </p:txBody>
      </p:sp>
      <p:pic>
        <p:nvPicPr>
          <p:cNvPr id="12685" name="yt_image_12685" title="H_52.39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4000" y="467999"/>
            <a:ext cx="2529118" cy="665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88" name="yt_shape_12688"/>
          <p:cNvSpPr txBox="1"/>
          <p:nvPr/>
        </p:nvSpPr>
        <p:spPr>
          <a:xfrm>
            <a:off x="324071" y="1183993"/>
            <a:ext cx="11924914" cy="354840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相位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物理意义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3_bf251"/>
              </a:rPr>
              <a:t>用来描述做简谐运动的物体在各个时刻所处的不同状</a:t>
            </a:r>
            <a:b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态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特点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相位是一个随时间变化的量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它的值为角度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d7bd3"/>
              </a:rPr>
              <a:t>其单位是弧度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rad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或度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°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物体经历一次全振动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相位变化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26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26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2" name="yt_shape_12692"/>
          <p:cNvSpPr txBox="1"/>
          <p:nvPr/>
        </p:nvSpPr>
        <p:spPr>
          <a:xfrm>
            <a:off x="324071" y="467999"/>
            <a:ext cx="11924914" cy="594220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相位差的取值范围、同相和反相、超前和滞后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相位差的取值范围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：－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π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≤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≤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同相和反相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表明两振动步调完全相同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称为同相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93dd1"/>
              </a:rPr>
              <a:t>＝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表明两振动步调完全相反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称为反相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超前和滞后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＞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表示振动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比振动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超前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＜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表示振动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23907"/>
              </a:rPr>
              <a:t>比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振动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滞后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26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26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2" name="yt_shape_12692"/>
          <p:cNvSpPr txBox="1"/>
          <p:nvPr/>
        </p:nvSpPr>
        <p:spPr>
          <a:xfrm>
            <a:off x="324071" y="467999"/>
            <a:ext cx="11924914" cy="594220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 dirty="0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简谐运动两种描述方法的比较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图像法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简谐运动的图像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-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图像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57d7e"/>
              </a:rPr>
              <a:t>是直观表示质点振动情况的一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种手段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直观地表示了质点的位移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随时间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变化的规律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0c4b0"/>
              </a:rPr>
              <a:t>根据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振动图像可获知如下信息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pic>
        <p:nvPicPr>
          <p:cNvPr id="3" name="yt_image_12698" title="H_327.5999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07281" y="2911940"/>
            <a:ext cx="6177436" cy="3438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550255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6="http://schemas.microsoft.com/office/drawing/2014/main" xmlns:a14="http://schemas.microsoft.com/office/drawing/2010/main"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0" name="yt_shape_12700"/>
          <p:cNvSpPr txBox="1"/>
          <p:nvPr/>
        </p:nvSpPr>
        <p:spPr>
          <a:xfrm>
            <a:off x="267086" y="1479022"/>
            <a:ext cx="11924914" cy="199958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2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函数法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sin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en-US" altLang="zh-CN" sz="2800" b="0" i="1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7_304e0"/>
              </a:rPr>
              <a:t>是用函数表达式的形式反映质点的振动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情况的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  <a:p>
            <a:pPr algn="l" eaLnBrk="1" latinLnBrk="0" hangingPunct="0">
              <a:lnSpc>
                <a:spcPct val="120000"/>
              </a:lnSpc>
            </a:pP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两者对同一个简谐运动的描述是一致的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59336"/>
              </a:rPr>
              <a:t>两种表述方法可以相互</a:t>
            </a:r>
            <a:b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转换</a:t>
            </a:r>
            <a:r>
              <a:rPr lang="zh-CN" altLang="zh-CN" sz="2800" b="0" i="0" u="none" spc="15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2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2" name="yt_shape_12702"/>
          <p:cNvSpPr txBox="1"/>
          <p:nvPr/>
        </p:nvSpPr>
        <p:spPr>
          <a:xfrm>
            <a:off x="324071" y="467999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3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简谐运动表达式的理解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福建泉州月考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e22b3"/>
              </a:rPr>
              <a:t>有一个弹簧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振子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振幅为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周期为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初始时具有负方向的最大加速度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362b9"/>
              </a:rPr>
              <a:t>则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它的振动方程是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703" name="yt_table_12703" title="H_261.50015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24066" y="2238297"/>
              <a:ext cx="5189411" cy="3321052"/>
            </p:xfrm>
            <a:graphic>
              <a:graphicData uri="http://schemas.openxmlformats.org/drawingml/2006/table">
                <a:tbl>
                  <a:tblPr/>
                  <a:tblGrid>
                    <a:gridCol w="5189411">
                      <a:extLst>
                        <a:ext uri="{9D8B030D-6E8A-4147-A177-3AD203B41FA5}">
                          <a16:colId xmlns:a16="http://schemas.microsoft.com/office/drawing/2014/main" val="1022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8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×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10</a:t>
                          </a:r>
                          <a:r>
                            <a:rPr lang="zh-CN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sin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4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π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𝑡</m:t>
                                  </m:r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f>
                                    <m:fPr>
                                      <m:ctrl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π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oMath>
                          </a14:m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8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×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10</a:t>
                          </a:r>
                          <a:r>
                            <a:rPr lang="zh-CN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sin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4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π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𝑡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π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oMath>
                          </a14:m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8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×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10</a:t>
                          </a:r>
                          <a:r>
                            <a:rPr lang="zh-CN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sin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4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π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𝑡</m:t>
                                  </m:r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f>
                                    <m:fPr>
                                      <m:ctrl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3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π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oMath>
                          </a14:m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8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×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10</a:t>
                          </a:r>
                          <a:r>
                            <a:rPr lang="zh-CN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sin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π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𝑡</m:t>
                                  </m:r>
                                  <m:r>
                                    <a:rPr lang="zh-CN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＋</m:t>
                                  </m:r>
                                  <m:f>
                                    <m:fPr>
                                      <m:ctrl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π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oMath>
                          </a14:m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58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2703" name="yt_table_12703" descr="{&quot;rangeId&quot;:70,&quot;type&quot;:&quot;Option&quot;}" title="H_261.50015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9065894"/>
                  </p:ext>
                </p:extLst>
              </p:nvPr>
            </p:nvGraphicFramePr>
            <p:xfrm>
              <a:off x="324066" y="2238297"/>
              <a:ext cx="5189411" cy="3321052"/>
            </p:xfrm>
            <a:graphic>
              <a:graphicData uri="http://schemas.openxmlformats.org/drawingml/2006/table">
                <a:tbl>
                  <a:tblPr/>
                  <a:tblGrid>
                    <a:gridCol w="5189411">
                      <a:extLst>
                        <a:ext uri="{9D8B030D-6E8A-4147-A177-3AD203B41FA5}">
                          <a16:colId xmlns:a16="http://schemas.microsoft.com/office/drawing/2014/main" val="10220"/>
                        </a:ext>
                      </a:extLst>
                    </a:gridCol>
                  </a:tblGrid>
                  <a:tr h="83026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b="-3139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55"/>
                      </a:ext>
                    </a:extLst>
                  </a:tr>
                  <a:tr h="83026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99270" b="-211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56"/>
                      </a:ext>
                    </a:extLst>
                  </a:tr>
                  <a:tr h="83026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200735" b="-1132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57"/>
                      </a:ext>
                    </a:extLst>
                  </a:tr>
                  <a:tr h="83026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300735" b="-132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5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矩形 3"/>
          <p:cNvSpPr/>
          <p:nvPr/>
        </p:nvSpPr>
        <p:spPr>
          <a:xfrm>
            <a:off x="0" y="249480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B22222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B22222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p14="http://schemas.microsoft.com/office/powerpoint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704" name="yt_shape_12704"/>
              <p:cNvSpPr txBox="1"/>
              <p:nvPr/>
            </p:nvSpPr>
            <p:spPr>
              <a:xfrm>
                <a:off x="324071" y="467999"/>
                <a:ext cx="11924914" cy="3197414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由题意知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 baseline="3000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π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ccabb"/>
                  </a:rPr>
                  <a:t> 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rad/s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初始时刻具有负方向的最大加速度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则初始时刻的位移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41c14"/>
                  </a:rPr>
                  <a:t> 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初相位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φ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π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所以弹簧振子的振动方程为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 baseline="30000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sin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12_5aaa4"/>
                          </a:rPr>
                        </m:ctrlPr>
                      </m:dPr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12_5aaa4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12_5aaa4"/>
                          </a:rPr>
                          <m:t>π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12_5aaa4"/>
                          </a:rPr>
                          <m:t>𝑡</m:t>
                        </m:r>
                        <m:r>
                          <a:rPr lang="zh-CN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12_5aaa4"/>
                          </a:rPr>
                          <m:t>＋</m:t>
                        </m:r>
                        <m:f>
                          <m:fPr>
                            <m:ctrl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  <a:sym typeface="_⨹_12_5aaa4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  <a:sym typeface="_⨹_12_5aaa4"/>
                              </a:rPr>
                              <m:t>π</m:t>
                            </m:r>
                          </m:num>
                          <m:den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  <a:sym typeface="_⨹_12_5aaa4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br>
                  <a:rPr lang="en-US" altLang="zh-CN" sz="2800" b="0" i="1" dirty="0">
                    <a:solidFill>
                      <a:srgbClr val="C00000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56" charset="0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>
          <p:sp>
            <p:nvSpPr>
              <p:cNvPr id="12704" name="yt_shape_127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197414"/>
              </a:xfrm>
              <a:prstGeom prst="rect">
                <a:avLst/>
              </a:prstGeom>
              <a:blipFill>
                <a:blip r:embed="rId2"/>
                <a:stretch>
                  <a:fillRect l="-17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3" name="yt_shape_12723"/>
          <p:cNvSpPr txBox="1"/>
          <p:nvPr/>
        </p:nvSpPr>
        <p:spPr>
          <a:xfrm>
            <a:off x="3941564" y="1039359"/>
            <a:ext cx="4308872" cy="537904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7030A0"/>
                </a:solidFill>
                <a:effectLst/>
                <a:latin typeface="微软雅黑" pitchFamily="28"/>
                <a:ea typeface="微软雅黑" pitchFamily="28"/>
              </a:rPr>
              <a:t>简谐运动的周期性与对称性</a:t>
            </a:r>
          </a:p>
        </p:txBody>
      </p:sp>
      <p:sp>
        <p:nvSpPr>
          <p:cNvPr id="12724" name="yt_shape_12724"/>
          <p:cNvSpPr txBox="1"/>
          <p:nvPr/>
        </p:nvSpPr>
        <p:spPr>
          <a:xfrm>
            <a:off x="324000" y="1628051"/>
            <a:ext cx="3321422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简谐运动的周期性</a:t>
            </a:r>
          </a:p>
        </p:txBody>
      </p:sp>
      <p:sp>
        <p:nvSpPr>
          <p:cNvPr id="12725" name="yt_shape_12725"/>
          <p:cNvSpPr txBox="1"/>
          <p:nvPr/>
        </p:nvSpPr>
        <p:spPr>
          <a:xfrm>
            <a:off x="324071" y="2212062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，…），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1_019c1"/>
              </a:rPr>
              <a:t>两时刻振动物体一定在同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一位置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描述物体运动状态的各物理量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均相同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26" name="yt_shape_12726"/>
              <p:cNvSpPr txBox="1"/>
              <p:nvPr/>
            </p:nvSpPr>
            <p:spPr>
              <a:xfrm>
                <a:off x="324071" y="3398289"/>
                <a:ext cx="11924914" cy="196797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若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 err="1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nT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n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，…），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则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7_6a14d"/>
                  </a:rPr>
                  <a:t>两时刻振动物体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的位置一定关于平衡位置对称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描述物体运动状态的各物理量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  <a:sym typeface="_⨹_1_b2408"/>
                  </a:rPr>
                  <a:t>）</a:t>
                </a:r>
                <a:b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均大小相等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、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方向相反</a:t>
                </a:r>
                <a:r>
                  <a:rPr lang="zh-CN" altLang="zh-CN" sz="2800" b="0" i="0" u="none" dirty="0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:p14="http://schemas.microsoft.com/office/powerpoint/2010/main" xmlns:p15="http://schemas.microsoft.com/office/powerpoint/2012/main" xmlns:m="http://schemas.openxmlformats.org/officeDocument/2006/math" xmlns="">
          <p:sp>
            <p:nvSpPr>
              <p:cNvPr id="12726" name="yt_shape_12726" descr="{&quot;rangeId&quot;:28,&quot;color&quot;:&quot;B&quot;}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3398289"/>
                <a:ext cx="11543998" cy="1967975"/>
              </a:xfrm>
              <a:prstGeom prst="rect">
                <a:avLst/>
              </a:prstGeom>
              <a:blipFill>
                <a:blip r:embed="rId3"/>
                <a:stretch>
                  <a:fillRect l="-1848" r="-1373" b="-102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:m="http://schemas.openxmlformats.org/officeDocument/2006/math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2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9" name="yt_shape_12729"/>
          <p:cNvSpPr txBox="1"/>
          <p:nvPr/>
        </p:nvSpPr>
        <p:spPr>
          <a:xfrm>
            <a:off x="267086" y="1674499"/>
            <a:ext cx="11924914" cy="292599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物理量的对称性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0_2637b"/>
              </a:rPr>
              <a:t>当振动物体通过关于平衡位置对称的两个位置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物体的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①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位移的大小一定相等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方向一定相反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②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加速度的大小一定相等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方向一定相反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速度的大小一定相等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方向可能相同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也可能相反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3" name="yt_shape_12728"/>
          <p:cNvSpPr txBox="1"/>
          <p:nvPr/>
        </p:nvSpPr>
        <p:spPr>
          <a:xfrm>
            <a:off x="127315" y="939888"/>
            <a:ext cx="3321422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简谐运动的对称性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3" name="yt_shape_12733"/>
          <p:cNvSpPr txBox="1"/>
          <p:nvPr/>
        </p:nvSpPr>
        <p:spPr>
          <a:xfrm>
            <a:off x="324000" y="467999"/>
            <a:ext cx="305211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时间的对称性</a:t>
            </a:r>
          </a:p>
        </p:txBody>
      </p:sp>
      <p:sp>
        <p:nvSpPr>
          <p:cNvPr id="12734" name="yt_shape_12734"/>
          <p:cNvSpPr txBox="1"/>
          <p:nvPr/>
        </p:nvSpPr>
        <p:spPr>
          <a:xfrm>
            <a:off x="324071" y="1050984"/>
            <a:ext cx="11543998" cy="53219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①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振动物体来回通过相同的两点间的时间一定相等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CB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pic>
        <p:nvPicPr>
          <p:cNvPr id="12735" name="yt_image_12735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97578" y="1786333"/>
            <a:ext cx="2796843" cy="49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37" name="yt_shape_12737"/>
          <p:cNvSpPr txBox="1"/>
          <p:nvPr/>
        </p:nvSpPr>
        <p:spPr>
          <a:xfrm>
            <a:off x="324071" y="2335612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②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振动物体经过关于平衡位置对称且等长的两线段的时间一定相等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7c135"/>
              </a:rPr>
              <a:t>如图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B'C'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8" name="yt_shape_12738"/>
          <p:cNvSpPr txBox="1"/>
          <p:nvPr/>
        </p:nvSpPr>
        <p:spPr>
          <a:xfrm>
            <a:off x="324000" y="467999"/>
            <a:ext cx="11511165" cy="53322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【典例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一水平弹簧振子做简谐运动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周期为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739" name="yt_table_12739" title="H_300.66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24066" y="1052010"/>
              <a:ext cx="11543919" cy="3818382"/>
            </p:xfrm>
            <a:graphic>
              <a:graphicData uri="http://schemas.openxmlformats.org/drawingml/2006/table">
                <a:tbl>
                  <a:tblPr/>
                  <a:tblGrid>
                    <a:gridCol w="11543919">
                      <a:extLst>
                        <a:ext uri="{9D8B030D-6E8A-4147-A177-3AD203B41FA5}">
                          <a16:colId xmlns:a16="http://schemas.microsoft.com/office/drawing/2014/main" val="102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时刻振子运动位移的大小相等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、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方向相同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则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_d4b3a"/>
                            </a:rPr>
                            <a:t>一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定等于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的整数倍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时刻振子运动位移的大小相等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、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方向相反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则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_80d50"/>
                            </a:rPr>
                            <a:t>一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定等于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𝑇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的整数倍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则在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时刻振子振动的加速度一定相等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𝑇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则在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时刻弹簧的长度不一定相等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62"/>
                      </a:ext>
                    </a:extLst>
                  </a:tr>
                </a:tbl>
              </a:graphicData>
            </a:graphic>
          </p:graphicFrame>
        </mc:Choice>
        <mc:Fallback xmlns:a16="http://schemas.microsoft.com/office/drawing/2014/main" xmlns:p14="http://schemas.microsoft.com/office/powerpoint/2010/main" xmlns:p15="http://schemas.microsoft.com/office/powerpoint/2012/main" xmlns="">
          <p:graphicFrame>
            <p:nvGraphicFramePr>
              <p:cNvPr id="12739" name="yt_table_12739" descr="{&quot;rangeId&quot;:79,&quot;type&quot;:&quot;Option&quot;}" title="H_300.66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6658379"/>
                  </p:ext>
                </p:extLst>
              </p:nvPr>
            </p:nvGraphicFramePr>
            <p:xfrm>
              <a:off x="324066" y="1052010"/>
              <a:ext cx="11543919" cy="3818382"/>
            </p:xfrm>
            <a:graphic>
              <a:graphicData uri="http://schemas.openxmlformats.org/drawingml/2006/table">
                <a:tbl>
                  <a:tblPr/>
                  <a:tblGrid>
                    <a:gridCol w="11543919">
                      <a:extLst>
                        <a:ext uri="{9D8B030D-6E8A-4147-A177-3AD203B41FA5}">
                          <a16:colId xmlns:a16="http://schemas.microsoft.com/office/drawing/2014/main" val="10221"/>
                        </a:ext>
                      </a:extLst>
                    </a:gridCol>
                  </a:tblGrid>
                  <a:tr h="1124458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时刻振子运动位移的大小相等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、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方向相同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则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_d4b3a"/>
                            </a:rPr>
                            <a:t>一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定等于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的整数倍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59"/>
                      </a:ext>
                    </a:extLst>
                  </a:tr>
                  <a:tr h="138214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82819" b="-1035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0"/>
                      </a:ext>
                    </a:extLst>
                  </a:tr>
                  <a:tr h="52705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则在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Δ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时刻振子振动的加速度一定相等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61"/>
                      </a:ext>
                    </a:extLst>
                  </a:tr>
                  <a:tr h="78473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388372" b="-155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矩形 3"/>
          <p:cNvSpPr/>
          <p:nvPr/>
        </p:nvSpPr>
        <p:spPr>
          <a:xfrm>
            <a:off x="120723" y="359970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B22222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B22222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20723" y="448870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B22222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B22222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p14="http://schemas.microsoft.com/office/powerpoint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740" name="yt_shape_12740"/>
              <p:cNvSpPr txBox="1"/>
              <p:nvPr/>
            </p:nvSpPr>
            <p:spPr>
              <a:xfrm>
                <a:off x="324070" y="467999"/>
                <a:ext cx="11550429" cy="609790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如图所示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图中的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65051"/>
                  </a:rPr>
                  <a:t>三点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位移大小相等、方向相同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显然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不等于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6edc4"/>
                  </a:rPr>
                  <a:t>T</a:t>
                </a:r>
                <a:b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的整数倍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故选项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图中的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3499b"/>
                  </a:rPr>
                  <a:t>两点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的位移大小相等、方向相反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𝑇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28147"/>
                  </a:rPr>
                  <a:t>故选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项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在相隔一个周期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的两个时刻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8431c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振子只能位于同一位置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其位移相同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9ea17"/>
                  </a:rPr>
                  <a:t>合外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力相同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加速度必相等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选项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eab66"/>
                  </a:rPr>
                  <a:t>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刻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振子不在平衡位置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则相隔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𝑇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e9f09"/>
                  </a:rPr>
                  <a:t>的两个时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刻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振子的位移大小相等、方向相反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db83b"/>
                  </a:rPr>
                  <a:t>其位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置关于平衡位置对称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9acad"/>
                  </a:rPr>
                  <a:t>弹簧分别处于压缩和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拉伸状态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弹簧的长度不相等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若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时刻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4993c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振子处于平衡位置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则相隔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𝑇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9b79f"/>
                  </a:rPr>
                  <a:t>的两时刻弹簧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的长度相等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选项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:a16="http://schemas.microsoft.com/office/drawing/2014/main" xmlns="">
          <p:sp>
            <p:nvSpPr>
              <p:cNvPr id="12740" name="yt_shape_127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0" y="467999"/>
                <a:ext cx="11550429" cy="6097901"/>
              </a:xfrm>
              <a:prstGeom prst="rect">
                <a:avLst/>
              </a:prstGeom>
              <a:blipFill>
                <a:blip r:embed="rId2"/>
                <a:stretch>
                  <a:fillRect l="-1847" t="-400" r="-1372" b="-14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269F46BB-97C9-3F5E-7411-6888D5702387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6952" y="467999"/>
            <a:ext cx="4660975" cy="211539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2" name="yt_shape_12742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【典例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一弹簧振子做简谐运动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点为平衡位置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83c0b"/>
              </a:rPr>
              <a:t>当它经过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点时开始计时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经过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第一次到达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再经过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第二次到达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618c4"/>
              </a:rPr>
              <a:t>M</a:t>
            </a:r>
            <a:b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则弹簧振子第三次到达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点还要经过的时间可能为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743" name="yt_table_12743" title="H_103.5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24066" y="2257468"/>
              <a:ext cx="4673918" cy="1314958"/>
            </p:xfrm>
            <a:graphic>
              <a:graphicData uri="http://schemas.openxmlformats.org/drawingml/2006/table">
                <a:tbl>
                  <a:tblPr/>
                  <a:tblGrid>
                    <a:gridCol w="2792730">
                      <a:extLst>
                        <a:ext uri="{9D8B030D-6E8A-4147-A177-3AD203B41FA5}">
                          <a16:colId xmlns:a16="http://schemas.microsoft.com/office/drawing/2014/main" val="10222"/>
                        </a:ext>
                      </a:extLst>
                    </a:gridCol>
                    <a:gridCol w="1881188">
                      <a:extLst>
                        <a:ext uri="{9D8B030D-6E8A-4147-A177-3AD203B41FA5}">
                          <a16:colId xmlns:a16="http://schemas.microsoft.com/office/drawing/2014/main" val="1022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15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1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4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1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6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64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2743" name="yt_table_12743" descr="{&quot;rangeId&quot;:108,&quot;type&quot;:&quot;Option&quot;}" title="H_103.5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2223763"/>
                  </p:ext>
                </p:extLst>
              </p:nvPr>
            </p:nvGraphicFramePr>
            <p:xfrm>
              <a:off x="324066" y="2257468"/>
              <a:ext cx="4673918" cy="1314958"/>
            </p:xfrm>
            <a:graphic>
              <a:graphicData uri="http://schemas.openxmlformats.org/drawingml/2006/table">
                <a:tbl>
                  <a:tblPr/>
                  <a:tblGrid>
                    <a:gridCol w="2792730">
                      <a:extLst>
                        <a:ext uri="{9D8B030D-6E8A-4147-A177-3AD203B41FA5}">
                          <a16:colId xmlns:a16="http://schemas.microsoft.com/office/drawing/2014/main" val="10222"/>
                        </a:ext>
                      </a:extLst>
                    </a:gridCol>
                    <a:gridCol w="1881188">
                      <a:extLst>
                        <a:ext uri="{9D8B030D-6E8A-4147-A177-3AD203B41FA5}">
                          <a16:colId xmlns:a16="http://schemas.microsoft.com/office/drawing/2014/main" val="10223"/>
                        </a:ext>
                      </a:extLst>
                    </a:gridCol>
                  </a:tblGrid>
                  <a:tr h="78790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r="-67467" b="-9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148220" b="-9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3"/>
                      </a:ext>
                    </a:extLst>
                  </a:tr>
                  <a:tr h="52705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1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4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1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6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6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矩形 3"/>
          <p:cNvSpPr/>
          <p:nvPr/>
        </p:nvSpPr>
        <p:spPr>
          <a:xfrm>
            <a:off x="108023" y="241860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B22222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B22222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310440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B22222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B22222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a14="http://schemas.microsoft.com/office/drawing/2010/main" xmlns:p14="http://schemas.microsoft.com/office/powerpoint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744" name="yt_shape_12744"/>
              <p:cNvSpPr txBox="1"/>
              <p:nvPr/>
            </p:nvSpPr>
            <p:spPr>
              <a:xfrm>
                <a:off x="324070" y="467999"/>
                <a:ext cx="11734580" cy="610425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/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微软雅黑" pitchFamily="28"/>
                    <a:ea typeface="微软雅黑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321d7"/>
                  </a:rPr>
                  <a:t>如图甲所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示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为平衡位置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340a5"/>
                  </a:rPr>
                  <a:t>点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点右侧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2_69893"/>
                  </a:rPr>
                  <a:t>OB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代表振幅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087cb"/>
                  </a:rPr>
                  <a:t>若振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子开始从平衡位置向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b559b"/>
                  </a:rPr>
                  <a:t>运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从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O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点到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461e3"/>
                  </a:rPr>
                  <a:t>点所需时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间为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𝑇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a6c5d"/>
                  </a:rPr>
                  <a:t>因为简谐运动具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有对称性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所以振子从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9fc00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点到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点所用时间和从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e51ad"/>
                  </a:rPr>
                  <a:t>点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到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点所用时间相等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6_a6785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6_a6785"/>
                          </a:rPr>
                          <m:t>𝑇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  <a:sym typeface="_⨹_6_a6785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s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0d289"/>
                  </a:rPr>
                  <a:t>解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5_7d57a"/>
                  </a:rPr>
                  <a:t>则振子第三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次到达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8d244"/>
                  </a:rPr>
                  <a:t>点还要经过的时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间为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239cd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如图乙所示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5_9b416"/>
                  </a:rPr>
                  <a:t>若振子开始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从平衡位置背离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向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80b6c"/>
                  </a:rPr>
                  <a:t>点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运动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141e4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振动周期为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3+</m:t>
                        </m:r>
                        <m:f>
                          <m:fPr>
                            <m:ctrl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  <m:r>
                              <m:rPr>
                                <m:nor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宋体" panose="02040503050406030204" pitchFamily="56" charset="0"/>
                              </a:rPr>
                              <m:t>.</m:t>
                            </m:r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den>
                        </m:f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da9ff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6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2ca0a"/>
                  </a:rPr>
                  <a:t>则弹簧振子第三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次通过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209ab"/>
                  </a:rPr>
                  <a:t>点还要经过的时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间是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6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f2932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:a16="http://schemas.microsoft.com/office/drawing/2014/main" xmlns="">
          <p:sp>
            <p:nvSpPr>
              <p:cNvPr id="12744" name="yt_shape_127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0" y="467999"/>
                <a:ext cx="11734580" cy="6104251"/>
              </a:xfrm>
              <a:prstGeom prst="rect">
                <a:avLst/>
              </a:prstGeom>
              <a:blipFill>
                <a:blip r:embed="rId2"/>
                <a:stretch>
                  <a:fillRect l="-1818" t="-2098" r="-17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C2D7BDB-1ECD-36C6-6C6B-17571E9124E4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7003" y="4375150"/>
            <a:ext cx="7434476" cy="175044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6" name="yt_shape_12746"/>
          <p:cNvSpPr txBox="1"/>
          <p:nvPr/>
        </p:nvSpPr>
        <p:spPr>
          <a:xfrm>
            <a:off x="324000" y="467999"/>
            <a:ext cx="1436291" cy="537904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7030A0"/>
                </a:solidFill>
                <a:effectLst/>
                <a:latin typeface="微软雅黑" pitchFamily="28"/>
                <a:ea typeface="微软雅黑" pitchFamily="28"/>
              </a:rPr>
              <a:t>课堂小结</a:t>
            </a:r>
          </a:p>
        </p:txBody>
      </p:sp>
      <p:pic>
        <p:nvPicPr>
          <p:cNvPr id="12747" name="yt_image_12747" title="H_330.59">
            <a:extLst>
              <a:ext uri="">
                <a16:creationId xmlns:a16="http://schemas.microsoft.com/office/drawing/2014/main" xmlns:p14="http://schemas.microsoft.com/office/powerpoint/2010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6767" y="1209055"/>
            <a:ext cx="5218465" cy="4198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4="http://schemas.microsoft.com/office/drawing/2010/main" xmlns:a16="http://schemas.microsoft.com/office/drawing/2014/main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功" id="{305D7A6B-F211-124E-A565-AFD60AE97881}" vid="{BCE79254-6837-AE48-BBE5-2699EE225D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15</TotalTime>
  <Words>2595</Words>
  <Application>Microsoft Macintosh PowerPoint</Application>
  <PresentationFormat>Widescreen</PresentationFormat>
  <Paragraphs>178</Paragraphs>
  <Slides>30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方正新报宋_GBK</vt:lpstr>
      <vt:lpstr>微软雅黑</vt:lpstr>
      <vt:lpstr>宋体</vt:lpstr>
      <vt:lpstr>华文细黑</vt:lpstr>
      <vt:lpstr>Aparajita</vt:lpstr>
      <vt:lpstr>Aptos</vt:lpstr>
      <vt:lpstr>Arial</vt:lpstr>
      <vt:lpstr>Cambria Math</vt:lpstr>
      <vt:lpstr>Times New Roman</vt:lpstr>
      <vt:lpstr>Office 主题​​</vt:lpstr>
      <vt:lpstr>2.2  简谐运动的描述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Xingyu Shu</dc:creator>
  <cp:lastModifiedBy>Xingyu Shu</cp:lastModifiedBy>
  <cp:revision>2</cp:revision>
  <dcterms:created xsi:type="dcterms:W3CDTF">2026-10-14T02:13:59Z</dcterms:created>
  <dcterms:modified xsi:type="dcterms:W3CDTF">2026-10-14T07:01:01Z</dcterms:modified>
</cp:coreProperties>
</file>