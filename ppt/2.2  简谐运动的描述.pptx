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59A8-68E3-F32A-EF3C-B0317D799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2.2  </a:t>
            </a:r>
            <a:r>
              <a:rPr lang="zh-CN" altLang="en-US" dirty="0"/>
              <a:t>简谐运动的描述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938DE-9B20-C514-EEF7-C16A06C687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𝒙 ＝𝑨𝒔𝒊𝒏（𝝎𝒕 ＋ 𝝋）</a:t>
            </a:r>
          </a:p>
        </p:txBody>
      </p:sp>
    </p:spTree>
    <p:extLst>
      <p:ext uri="{BB962C8B-B14F-4D97-AF65-F5344CB8AC3E}">
        <p14:creationId xmlns:p14="http://schemas.microsoft.com/office/powerpoint/2010/main" val="126755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14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主题​​</vt:lpstr>
      <vt:lpstr>2.2  简谐运动的描述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1</cp:revision>
  <dcterms:created xsi:type="dcterms:W3CDTF">2026-10-14T02:13:59Z</dcterms:created>
  <dcterms:modified xsi:type="dcterms:W3CDTF">2026-10-14T02:14:39Z</dcterms:modified>
</cp:coreProperties>
</file>