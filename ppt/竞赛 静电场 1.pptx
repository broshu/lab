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17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gyu Shu" userId="043a18c751b10989" providerId="LiveId" clId="{8E3B6E27-9F8F-590E-8E7D-986D959AFD92}"/>
    <pc:docChg chg="modSld">
      <pc:chgData name="Xingyu Shu" userId="043a18c751b10989" providerId="LiveId" clId="{8E3B6E27-9F8F-590E-8E7D-986D959AFD92}" dt="2025-09-25T01:51:27.204" v="0" actId="732"/>
      <pc:docMkLst>
        <pc:docMk/>
      </pc:docMkLst>
      <pc:sldChg chg="modSp mod">
        <pc:chgData name="Xingyu Shu" userId="043a18c751b10989" providerId="LiveId" clId="{8E3B6E27-9F8F-590E-8E7D-986D959AFD92}" dt="2025-09-25T01:51:27.204" v="0" actId="732"/>
        <pc:sldMkLst>
          <pc:docMk/>
          <pc:sldMk cId="2102054668" sldId="258"/>
        </pc:sldMkLst>
        <pc:picChg chg="mod modCrop">
          <ac:chgData name="Xingyu Shu" userId="043a18c751b10989" providerId="LiveId" clId="{8E3B6E27-9F8F-590E-8E7D-986D959AFD92}" dt="2025-09-25T01:51:27.204" v="0" actId="732"/>
          <ac:picMkLst>
            <pc:docMk/>
            <pc:sldMk cId="2102054668" sldId="258"/>
            <ac:picMk id="3" creationId="{6FE5D54B-2429-01A5-4366-FCBACE3464B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2" r:id="rId5"/>
    <p:sldLayoutId id="214748365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8193A6-27B0-E145-D561-A8F24C4ADF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电容器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BBC201-F883-CA8B-A6FB-08FA3C364D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7231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55701489-94C6-E389-CC3C-872E0B293F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3100" y="2819400"/>
            <a:ext cx="83058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856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6FE5D54B-2429-01A5-4366-FCBACE3464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9048"/>
          <a:stretch>
            <a:fillRect/>
          </a:stretch>
        </p:blipFill>
        <p:spPr>
          <a:xfrm>
            <a:off x="2167681" y="522288"/>
            <a:ext cx="7856637" cy="528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054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3B50D005-27BF-8D33-EABE-80D239018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6800" y="1263650"/>
            <a:ext cx="4978400" cy="433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845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DDEDA004-2E68-6D6D-A1D2-07362E1096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6824" y="3129280"/>
            <a:ext cx="11278352" cy="59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688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D252578B-FB1D-E6F8-5598-B7DFF72764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4151" y="522288"/>
            <a:ext cx="3963698" cy="581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083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5AB34186-FB5F-55F1-4BCC-075CCF7C62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8950" y="1187450"/>
            <a:ext cx="613410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434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功" id="{305D7A6B-F211-124E-A565-AFD60AE97881}" vid="{BCE79254-6837-AE48-BBE5-2699EE225D4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12</TotalTime>
  <Words>1</Words>
  <Application>Microsoft Macintosh PowerPoint</Application>
  <PresentationFormat>宽屏</PresentationFormat>
  <Paragraphs>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Arial</vt:lpstr>
      <vt:lpstr>Times New Roman</vt:lpstr>
      <vt:lpstr>Office 主题​​</vt:lpstr>
      <vt:lpstr>电容器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Xingyu Shu</dc:creator>
  <cp:lastModifiedBy>Xingyu Shu</cp:lastModifiedBy>
  <cp:revision>1</cp:revision>
  <dcterms:created xsi:type="dcterms:W3CDTF">2025-09-25T01:38:53Z</dcterms:created>
  <dcterms:modified xsi:type="dcterms:W3CDTF">2025-09-25T01:51:37Z</dcterms:modified>
</cp:coreProperties>
</file>