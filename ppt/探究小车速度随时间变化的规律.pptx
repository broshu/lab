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1.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tags/tag184.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359" r:id="rId5"/>
    <p:sldId id="360" r:id="rId6"/>
    <p:sldId id="361" r:id="rId7"/>
    <p:sldId id="358" r:id="rId8"/>
    <p:sldId id="35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127" d="100"/>
          <a:sy n="127" d="100"/>
        </p:scale>
        <p:origin x="57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05549C-5BD0-8F44-BD0F-87A76BCD1010}" type="datetimeFigureOut">
              <a:rPr lang="en-US" smtClean="0"/>
              <a:t>9/15/26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52AFDE-1A1A-0D4F-BA68-F06F0137BC4C}" type="slidenum">
              <a:rPr lang="en-US" smtClean="0"/>
              <a:t>‹#›</a:t>
            </a:fld>
            <a:endParaRPr lang="en-US"/>
          </a:p>
        </p:txBody>
      </p:sp>
    </p:spTree>
    <p:extLst>
      <p:ext uri="{BB962C8B-B14F-4D97-AF65-F5344CB8AC3E}">
        <p14:creationId xmlns:p14="http://schemas.microsoft.com/office/powerpoint/2010/main" val="1175437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slide" Target="../slides/slide8.xml"/><Relationship Id="rId4"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1"/>
            </p:custDataLst>
          </p:nvPr>
        </p:nvSpPr>
        <p:spPr/>
      </p:sp>
      <p:sp>
        <p:nvSpPr>
          <p:cNvPr id="3" name="备注占位符 2"/>
          <p:cNvSpPr txBox="1">
            <a:spLocks noGrp="1"/>
          </p:cNvSpPr>
          <p:nvPr>
            <p:ph type="body" idx="1"/>
            <p:custDataLst>
              <p:tags r:id="rId2"/>
            </p:custDataLst>
          </p:nvPr>
        </p:nvSpPr>
        <p:spPr/>
        <p:txBody>
          <a:bodyPr/>
          <a:lstStyle/>
          <a:p>
            <a:endParaRPr lang="zh-CN" altLang="en-US"/>
          </a:p>
        </p:txBody>
      </p:sp>
      <p:sp>
        <p:nvSpPr>
          <p:cNvPr id="4" name="灯片编号占位符 3"/>
          <p:cNvSpPr>
            <a:spLocks noGrp="1"/>
          </p:cNvSpPr>
          <p:nvPr>
            <p:ph type="sldNum" sz="quarter" idx="5"/>
            <p:custDataLst>
              <p:tags r:id="rId3"/>
            </p:custDataLst>
          </p:nvPr>
        </p:nvSpPr>
        <p:spPr/>
        <p:txBody>
          <a:bodyPr/>
          <a:lstStyle/>
          <a:p>
            <a:fld id="{4E307D55-D9AD-443B-859D-34C4104471DC}" type="slidenum">
              <a:rPr lang="zh-CN" altLang="en-US" smtClean="0"/>
              <a:t>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BAE26-56B8-2430-61FE-210867C46BBB}"/>
              </a:ext>
            </a:extLst>
          </p:cNvPr>
          <p:cNvSpPr>
            <a:spLocks noGrp="1"/>
          </p:cNvSpPr>
          <p:nvPr>
            <p:ph type="ctrTitle"/>
          </p:nvPr>
        </p:nvSpPr>
        <p:spPr>
          <a:xfrm>
            <a:off x="1524000" y="1122363"/>
            <a:ext cx="9144000" cy="2387600"/>
          </a:xfrm>
        </p:spPr>
        <p:txBody>
          <a:bodyPr anchor="b"/>
          <a:lstStyle>
            <a:lvl1pPr algn="ctr">
              <a:defRPr sz="6000" b="1" baseline="0">
                <a:latin typeface="Times New Roman" panose="02020603050405020304" pitchFamily="18" charset="0"/>
                <a:ea typeface="宋体" panose="02010600030101010101" pitchFamily="2" charset="-122"/>
              </a:defRPr>
            </a:lvl1pPr>
          </a:lstStyle>
          <a:p>
            <a:r>
              <a:rPr lang="en-US" altLang="zh-CN"/>
              <a:t>Click to edit Master title style</a:t>
            </a:r>
            <a:endParaRPr lang="en-US" dirty="0"/>
          </a:p>
        </p:txBody>
      </p:sp>
      <p:sp>
        <p:nvSpPr>
          <p:cNvPr id="3" name="副标题 2">
            <a:extLst>
              <a:ext uri="{FF2B5EF4-FFF2-40B4-BE49-F238E27FC236}">
                <a16:creationId xmlns:a16="http://schemas.microsoft.com/office/drawing/2014/main" id="{E37BB5E0-8FB4-28ED-7516-8F1B6E232864}"/>
              </a:ext>
            </a:extLst>
          </p:cNvPr>
          <p:cNvSpPr>
            <a:spLocks noGrp="1"/>
          </p:cNvSpPr>
          <p:nvPr>
            <p:ph type="subTitle" idx="1"/>
          </p:nvPr>
        </p:nvSpPr>
        <p:spPr>
          <a:xfrm>
            <a:off x="1524000" y="3602038"/>
            <a:ext cx="9144000" cy="1655762"/>
          </a:xfrm>
        </p:spPr>
        <p:txBody>
          <a:bodyPr/>
          <a:lstStyle>
            <a:lvl1pPr marL="0" indent="0" algn="ctr">
              <a:buNone/>
              <a:defRPr sz="2400" b="1" baseline="0">
                <a:solidFill>
                  <a:schemeClr val="accent6">
                    <a:lumMod val="75000"/>
                  </a:schemeClr>
                </a:solidFill>
                <a:latin typeface="Times New Roman" panose="02020603050405020304" pitchFamily="18" charset="0"/>
                <a:ea typeface="宋体" panose="02010600030101010101" pitchFamily="2"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en-US" dirty="0"/>
          </a:p>
        </p:txBody>
      </p:sp>
      <p:sp>
        <p:nvSpPr>
          <p:cNvPr id="4" name="日期占位符 3">
            <a:extLst>
              <a:ext uri="{FF2B5EF4-FFF2-40B4-BE49-F238E27FC236}">
                <a16:creationId xmlns:a16="http://schemas.microsoft.com/office/drawing/2014/main" id="{5B12B10A-941C-D939-27AC-6B15C7D349F4}"/>
              </a:ext>
            </a:extLst>
          </p:cNvPr>
          <p:cNvSpPr>
            <a:spLocks noGrp="1"/>
          </p:cNvSpPr>
          <p:nvPr>
            <p:ph type="dt" sz="half" idx="10"/>
          </p:nvPr>
        </p:nvSpPr>
        <p:spPr/>
        <p:txBody>
          <a:bodyPr/>
          <a:lstStyle/>
          <a:p>
            <a:fld id="{8CA95057-F28B-4021-A46F-4C2D267CFC9D}" type="datetimeFigureOut">
              <a:rPr lang="en-US" smtClean="0"/>
              <a:t>9/15/26</a:t>
            </a:fld>
            <a:endParaRPr lang="en-US"/>
          </a:p>
        </p:txBody>
      </p:sp>
      <p:sp>
        <p:nvSpPr>
          <p:cNvPr id="5" name="页脚占位符 4">
            <a:extLst>
              <a:ext uri="{FF2B5EF4-FFF2-40B4-BE49-F238E27FC236}">
                <a16:creationId xmlns:a16="http://schemas.microsoft.com/office/drawing/2014/main" id="{649AD2BD-88C2-A651-59BE-1F23AE6AAA0F}"/>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DA89C6D7-3953-E131-FC50-ABB0C76B8C91}"/>
              </a:ext>
            </a:extLst>
          </p:cNvPr>
          <p:cNvSpPr>
            <a:spLocks noGrp="1"/>
          </p:cNvSpPr>
          <p:nvPr>
            <p:ph type="sldNum" sz="quarter" idx="12"/>
          </p:nvPr>
        </p:nvSpPr>
        <p:spPr/>
        <p:txBody>
          <a:bodyPr/>
          <a:lstStyle/>
          <a:p>
            <a:fld id="{30AAF9C8-72C8-4B1A-B60F-A2190CE5FB2E}" type="slidenum">
              <a:rPr lang="en-US" smtClean="0"/>
              <a:t>‹#›</a:t>
            </a:fld>
            <a:endParaRPr lang="en-US"/>
          </a:p>
        </p:txBody>
      </p:sp>
    </p:spTree>
    <p:extLst>
      <p:ext uri="{BB962C8B-B14F-4D97-AF65-F5344CB8AC3E}">
        <p14:creationId xmlns:p14="http://schemas.microsoft.com/office/powerpoint/2010/main" val="2468310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87BA6-2A8E-5FA0-58D6-C944834A0968}"/>
              </a:ext>
            </a:extLst>
          </p:cNvPr>
          <p:cNvSpPr>
            <a:spLocks noGrp="1"/>
          </p:cNvSpPr>
          <p:nvPr>
            <p:ph type="title"/>
          </p:nvPr>
        </p:nvSpPr>
        <p:spPr/>
        <p:txBody>
          <a:bodyPr/>
          <a:lstStyle>
            <a:lvl1pPr>
              <a:defRPr b="1" i="0" baseline="0">
                <a:solidFill>
                  <a:schemeClr val="accent6">
                    <a:lumMod val="75000"/>
                  </a:schemeClr>
                </a:solidFill>
                <a:latin typeface="Times New Roman" panose="02020603050405020304" pitchFamily="18" charset="0"/>
                <a:ea typeface="宋体" panose="02010600030101010101" pitchFamily="2" charset="-122"/>
              </a:defRPr>
            </a:lvl1pPr>
          </a:lstStyle>
          <a:p>
            <a:r>
              <a:rPr lang="en-US" altLang="zh-CN"/>
              <a:t>Click to edit Master title style</a:t>
            </a:r>
            <a:endParaRPr lang="en-US" dirty="0"/>
          </a:p>
        </p:txBody>
      </p:sp>
      <p:sp>
        <p:nvSpPr>
          <p:cNvPr id="3" name="内容占位符 2">
            <a:extLst>
              <a:ext uri="{FF2B5EF4-FFF2-40B4-BE49-F238E27FC236}">
                <a16:creationId xmlns:a16="http://schemas.microsoft.com/office/drawing/2014/main" id="{5AD54497-2070-1B06-6BF5-7537BD4B7857}"/>
              </a:ext>
            </a:extLst>
          </p:cNvPr>
          <p:cNvSpPr>
            <a:spLocks noGrp="1"/>
          </p:cNvSpPr>
          <p:nvPr>
            <p:ph idx="1"/>
          </p:nvPr>
        </p:nvSpPr>
        <p:spPr/>
        <p:txBody>
          <a:bodyPr/>
          <a:lstStyle>
            <a:lvl1pPr>
              <a:defRPr baseline="0">
                <a:latin typeface="Times New Roman" panose="02020603050405020304" pitchFamily="18" charset="0"/>
                <a:ea typeface="宋体" panose="02010600030101010101" pitchFamily="2" charset="-122"/>
              </a:defRPr>
            </a:lvl1pPr>
            <a:lvl2pPr>
              <a:defRPr baseline="0">
                <a:latin typeface="Times New Roman" panose="02020603050405020304" pitchFamily="18" charset="0"/>
                <a:ea typeface="宋体" panose="02010600030101010101" pitchFamily="2" charset="-122"/>
              </a:defRPr>
            </a:lvl2pPr>
            <a:lvl3pPr>
              <a:defRPr baseline="0">
                <a:latin typeface="Times New Roman" panose="02020603050405020304" pitchFamily="18" charset="0"/>
                <a:ea typeface="宋体" panose="02010600030101010101" pitchFamily="2" charset="-122"/>
              </a:defRPr>
            </a:lvl3pPr>
            <a:lvl4pPr>
              <a:defRPr baseline="0">
                <a:latin typeface="Times New Roman" panose="02020603050405020304" pitchFamily="18" charset="0"/>
                <a:ea typeface="宋体" panose="02010600030101010101" pitchFamily="2" charset="-122"/>
              </a:defRPr>
            </a:lvl4pPr>
            <a:lvl5pPr>
              <a:defRPr baseline="0">
                <a:latin typeface="Times New Roman" panose="02020603050405020304" pitchFamily="18" charset="0"/>
                <a:ea typeface="宋体" panose="02010600030101010101" pitchFamily="2" charset="-122"/>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日期占位符 3">
            <a:extLst>
              <a:ext uri="{FF2B5EF4-FFF2-40B4-BE49-F238E27FC236}">
                <a16:creationId xmlns:a16="http://schemas.microsoft.com/office/drawing/2014/main" id="{64E8D4BD-E88E-12E0-8F46-4ED0DD7A37AD}"/>
              </a:ext>
            </a:extLst>
          </p:cNvPr>
          <p:cNvSpPr>
            <a:spLocks noGrp="1"/>
          </p:cNvSpPr>
          <p:nvPr>
            <p:ph type="dt" sz="half" idx="10"/>
          </p:nvPr>
        </p:nvSpPr>
        <p:spPr/>
        <p:txBody>
          <a:bodyPr/>
          <a:lstStyle/>
          <a:p>
            <a:fld id="{8CA95057-F28B-4021-A46F-4C2D267CFC9D}" type="datetimeFigureOut">
              <a:rPr lang="en-US" smtClean="0"/>
              <a:t>9/15/26</a:t>
            </a:fld>
            <a:endParaRPr lang="en-US"/>
          </a:p>
        </p:txBody>
      </p:sp>
      <p:sp>
        <p:nvSpPr>
          <p:cNvPr id="5" name="页脚占位符 4">
            <a:extLst>
              <a:ext uri="{FF2B5EF4-FFF2-40B4-BE49-F238E27FC236}">
                <a16:creationId xmlns:a16="http://schemas.microsoft.com/office/drawing/2014/main" id="{7B0FAC07-7BC7-4FEA-4C23-59EAF4C59C35}"/>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B44D76C5-DC12-60D9-043D-68225995A99A}"/>
              </a:ext>
            </a:extLst>
          </p:cNvPr>
          <p:cNvSpPr>
            <a:spLocks noGrp="1"/>
          </p:cNvSpPr>
          <p:nvPr>
            <p:ph type="sldNum" sz="quarter" idx="12"/>
          </p:nvPr>
        </p:nvSpPr>
        <p:spPr/>
        <p:txBody>
          <a:bodyPr/>
          <a:lstStyle/>
          <a:p>
            <a:fld id="{30AAF9C8-72C8-4B1A-B60F-A2190CE5FB2E}" type="slidenum">
              <a:rPr lang="en-US" smtClean="0"/>
              <a:t>‹#›</a:t>
            </a:fld>
            <a:endParaRPr lang="en-US"/>
          </a:p>
        </p:txBody>
      </p:sp>
    </p:spTree>
    <p:extLst>
      <p:ext uri="{BB962C8B-B14F-4D97-AF65-F5344CB8AC3E}">
        <p14:creationId xmlns:p14="http://schemas.microsoft.com/office/powerpoint/2010/main" val="2993537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AD54497-2070-1B06-6BF5-7537BD4B7857}"/>
              </a:ext>
            </a:extLst>
          </p:cNvPr>
          <p:cNvSpPr>
            <a:spLocks noGrp="1"/>
          </p:cNvSpPr>
          <p:nvPr>
            <p:ph idx="1"/>
          </p:nvPr>
        </p:nvSpPr>
        <p:spPr>
          <a:xfrm>
            <a:off x="838200" y="523081"/>
            <a:ext cx="10515600" cy="5811838"/>
          </a:xfrm>
        </p:spPr>
        <p:txBody>
          <a:bodyPr/>
          <a:lstStyle>
            <a:lvl1pPr marL="0" indent="0">
              <a:buNone/>
              <a:defRPr baseline="0">
                <a:latin typeface="Times New Roman" panose="02020603050405020304" pitchFamily="18" charset="0"/>
                <a:ea typeface="宋体" panose="02010600030101010101" pitchFamily="2" charset="-122"/>
              </a:defRPr>
            </a:lvl1pPr>
            <a:lvl2pPr>
              <a:defRPr baseline="0">
                <a:latin typeface="Times New Roman" panose="02020603050405020304" pitchFamily="18" charset="0"/>
                <a:ea typeface="宋体" panose="02010600030101010101" pitchFamily="2" charset="-122"/>
              </a:defRPr>
            </a:lvl2pPr>
            <a:lvl3pPr>
              <a:defRPr baseline="0">
                <a:latin typeface="Times New Roman" panose="02020603050405020304" pitchFamily="18" charset="0"/>
                <a:ea typeface="宋体" panose="02010600030101010101" pitchFamily="2" charset="-122"/>
              </a:defRPr>
            </a:lvl3pPr>
            <a:lvl4pPr>
              <a:defRPr baseline="0">
                <a:latin typeface="Times New Roman" panose="02020603050405020304" pitchFamily="18" charset="0"/>
                <a:ea typeface="宋体" panose="02010600030101010101" pitchFamily="2" charset="-122"/>
              </a:defRPr>
            </a:lvl4pPr>
            <a:lvl5pPr>
              <a:defRPr baseline="0">
                <a:latin typeface="Times New Roman" panose="02020603050405020304" pitchFamily="18" charset="0"/>
                <a:ea typeface="宋体" panose="02010600030101010101" pitchFamily="2" charset="-122"/>
              </a:defRPr>
            </a:lvl5pPr>
          </a:lstStyle>
          <a:p>
            <a:pPr lvl="0"/>
            <a:r>
              <a:rPr lang="en-US" altLang="zh-CN"/>
              <a:t>Click to edit Master text styles</a:t>
            </a:r>
          </a:p>
        </p:txBody>
      </p:sp>
      <p:sp>
        <p:nvSpPr>
          <p:cNvPr id="4" name="日期占位符 3">
            <a:extLst>
              <a:ext uri="{FF2B5EF4-FFF2-40B4-BE49-F238E27FC236}">
                <a16:creationId xmlns:a16="http://schemas.microsoft.com/office/drawing/2014/main" id="{64E8D4BD-E88E-12E0-8F46-4ED0DD7A37AD}"/>
              </a:ext>
            </a:extLst>
          </p:cNvPr>
          <p:cNvSpPr>
            <a:spLocks noGrp="1"/>
          </p:cNvSpPr>
          <p:nvPr>
            <p:ph type="dt" sz="half" idx="10"/>
          </p:nvPr>
        </p:nvSpPr>
        <p:spPr/>
        <p:txBody>
          <a:bodyPr/>
          <a:lstStyle/>
          <a:p>
            <a:fld id="{8CA95057-F28B-4021-A46F-4C2D267CFC9D}" type="datetimeFigureOut">
              <a:rPr lang="en-US" smtClean="0"/>
              <a:t>9/15/26</a:t>
            </a:fld>
            <a:endParaRPr lang="en-US"/>
          </a:p>
        </p:txBody>
      </p:sp>
      <p:sp>
        <p:nvSpPr>
          <p:cNvPr id="5" name="页脚占位符 4">
            <a:extLst>
              <a:ext uri="{FF2B5EF4-FFF2-40B4-BE49-F238E27FC236}">
                <a16:creationId xmlns:a16="http://schemas.microsoft.com/office/drawing/2014/main" id="{7B0FAC07-7BC7-4FEA-4C23-59EAF4C59C35}"/>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B44D76C5-DC12-60D9-043D-68225995A99A}"/>
              </a:ext>
            </a:extLst>
          </p:cNvPr>
          <p:cNvSpPr>
            <a:spLocks noGrp="1"/>
          </p:cNvSpPr>
          <p:nvPr>
            <p:ph type="sldNum" sz="quarter" idx="12"/>
          </p:nvPr>
        </p:nvSpPr>
        <p:spPr/>
        <p:txBody>
          <a:bodyPr/>
          <a:lstStyle/>
          <a:p>
            <a:fld id="{30AAF9C8-72C8-4B1A-B60F-A2190CE5FB2E}" type="slidenum">
              <a:rPr lang="en-US" smtClean="0"/>
              <a:t>‹#›</a:t>
            </a:fld>
            <a:endParaRPr lang="en-US"/>
          </a:p>
        </p:txBody>
      </p:sp>
    </p:spTree>
    <p:extLst>
      <p:ext uri="{BB962C8B-B14F-4D97-AF65-F5344CB8AC3E}">
        <p14:creationId xmlns:p14="http://schemas.microsoft.com/office/powerpoint/2010/main" val="3643945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6037C5-4353-B18D-E7F6-50395C053254}"/>
              </a:ext>
            </a:extLst>
          </p:cNvPr>
          <p:cNvSpPr>
            <a:spLocks noGrp="1"/>
          </p:cNvSpPr>
          <p:nvPr>
            <p:ph type="title"/>
          </p:nvPr>
        </p:nvSpPr>
        <p:spPr>
          <a:xfrm>
            <a:off x="838200" y="2766218"/>
            <a:ext cx="10515600" cy="1325563"/>
          </a:xfrm>
        </p:spPr>
        <p:txBody>
          <a:bodyPr/>
          <a:lstStyle>
            <a:lvl1pPr algn="ctr">
              <a:defRPr b="1">
                <a:solidFill>
                  <a:schemeClr val="accent6">
                    <a:lumMod val="75000"/>
                  </a:schemeClr>
                </a:solidFill>
              </a:defRPr>
            </a:lvl1pPr>
          </a:lstStyle>
          <a:p>
            <a:r>
              <a:rPr lang="en-US" altLang="zh-CN"/>
              <a:t>Click to edit Master title style</a:t>
            </a:r>
            <a:endParaRPr lang="en-US" dirty="0"/>
          </a:p>
        </p:txBody>
      </p:sp>
      <p:sp>
        <p:nvSpPr>
          <p:cNvPr id="3" name="日期占位符 2">
            <a:extLst>
              <a:ext uri="{FF2B5EF4-FFF2-40B4-BE49-F238E27FC236}">
                <a16:creationId xmlns:a16="http://schemas.microsoft.com/office/drawing/2014/main" id="{D095E053-2D55-7D42-832A-64D9FD71F0E8}"/>
              </a:ext>
            </a:extLst>
          </p:cNvPr>
          <p:cNvSpPr>
            <a:spLocks noGrp="1"/>
          </p:cNvSpPr>
          <p:nvPr>
            <p:ph type="dt" sz="half" idx="10"/>
          </p:nvPr>
        </p:nvSpPr>
        <p:spPr/>
        <p:txBody>
          <a:bodyPr/>
          <a:lstStyle/>
          <a:p>
            <a:fld id="{8CA95057-F28B-4021-A46F-4C2D267CFC9D}" type="datetimeFigureOut">
              <a:rPr lang="en-US" smtClean="0"/>
              <a:t>9/15/26</a:t>
            </a:fld>
            <a:endParaRPr lang="en-US"/>
          </a:p>
        </p:txBody>
      </p:sp>
      <p:sp>
        <p:nvSpPr>
          <p:cNvPr id="4" name="页脚占位符 3">
            <a:extLst>
              <a:ext uri="{FF2B5EF4-FFF2-40B4-BE49-F238E27FC236}">
                <a16:creationId xmlns:a16="http://schemas.microsoft.com/office/drawing/2014/main" id="{7409B3BC-5091-C9EB-93DC-DAA2C048524C}"/>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F9B95254-26E7-464E-C68E-165FA68099FB}"/>
              </a:ext>
            </a:extLst>
          </p:cNvPr>
          <p:cNvSpPr>
            <a:spLocks noGrp="1"/>
          </p:cNvSpPr>
          <p:nvPr>
            <p:ph type="sldNum" sz="quarter" idx="12"/>
          </p:nvPr>
        </p:nvSpPr>
        <p:spPr/>
        <p:txBody>
          <a:bodyPr/>
          <a:lstStyle/>
          <a:p>
            <a:fld id="{30AAF9C8-72C8-4B1A-B60F-A2190CE5FB2E}" type="slidenum">
              <a:rPr lang="en-US" smtClean="0"/>
              <a:t>‹#›</a:t>
            </a:fld>
            <a:endParaRPr lang="en-US"/>
          </a:p>
        </p:txBody>
      </p:sp>
    </p:spTree>
    <p:extLst>
      <p:ext uri="{BB962C8B-B14F-4D97-AF65-F5344CB8AC3E}">
        <p14:creationId xmlns:p14="http://schemas.microsoft.com/office/powerpoint/2010/main" val="943500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135E84-15A1-7FC9-AFAF-8FADC46CD187}"/>
              </a:ext>
            </a:extLst>
          </p:cNvPr>
          <p:cNvSpPr>
            <a:spLocks noGrp="1"/>
          </p:cNvSpPr>
          <p:nvPr>
            <p:ph type="title"/>
          </p:nvPr>
        </p:nvSpPr>
        <p:spPr/>
        <p:txBody>
          <a:bodyPr/>
          <a:lstStyle>
            <a:lvl1pPr>
              <a:defRPr b="1">
                <a:solidFill>
                  <a:schemeClr val="accent6">
                    <a:lumMod val="75000"/>
                  </a:schemeClr>
                </a:solidFill>
              </a:defRPr>
            </a:lvl1pPr>
          </a:lstStyle>
          <a:p>
            <a:r>
              <a:rPr lang="en-US" altLang="zh-CN"/>
              <a:t>Click to edit Master title style</a:t>
            </a:r>
            <a:endParaRPr lang="en-US" dirty="0"/>
          </a:p>
        </p:txBody>
      </p:sp>
      <p:sp>
        <p:nvSpPr>
          <p:cNvPr id="3" name="内容占位符 2">
            <a:extLst>
              <a:ext uri="{FF2B5EF4-FFF2-40B4-BE49-F238E27FC236}">
                <a16:creationId xmlns:a16="http://schemas.microsoft.com/office/drawing/2014/main" id="{EE4AF478-0EFE-AC89-ED8A-29756B0B9EEF}"/>
              </a:ext>
            </a:extLst>
          </p:cNvPr>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内容占位符 3">
            <a:extLst>
              <a:ext uri="{FF2B5EF4-FFF2-40B4-BE49-F238E27FC236}">
                <a16:creationId xmlns:a16="http://schemas.microsoft.com/office/drawing/2014/main" id="{D49BB167-44B9-706B-D666-89AE18CB9E2F}"/>
              </a:ext>
            </a:extLst>
          </p:cNvPr>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日期占位符 4">
            <a:extLst>
              <a:ext uri="{FF2B5EF4-FFF2-40B4-BE49-F238E27FC236}">
                <a16:creationId xmlns:a16="http://schemas.microsoft.com/office/drawing/2014/main" id="{2CE7B3BB-7A6E-45B9-71DF-CB6C64FBAB7A}"/>
              </a:ext>
            </a:extLst>
          </p:cNvPr>
          <p:cNvSpPr>
            <a:spLocks noGrp="1"/>
          </p:cNvSpPr>
          <p:nvPr>
            <p:ph type="dt" sz="half" idx="10"/>
          </p:nvPr>
        </p:nvSpPr>
        <p:spPr/>
        <p:txBody>
          <a:bodyPr/>
          <a:lstStyle/>
          <a:p>
            <a:fld id="{8CA95057-F28B-4021-A46F-4C2D267CFC9D}" type="datetimeFigureOut">
              <a:rPr lang="en-US" smtClean="0"/>
              <a:t>9/15/26</a:t>
            </a:fld>
            <a:endParaRPr lang="en-US"/>
          </a:p>
        </p:txBody>
      </p:sp>
      <p:sp>
        <p:nvSpPr>
          <p:cNvPr id="6" name="页脚占位符 5">
            <a:extLst>
              <a:ext uri="{FF2B5EF4-FFF2-40B4-BE49-F238E27FC236}">
                <a16:creationId xmlns:a16="http://schemas.microsoft.com/office/drawing/2014/main" id="{23162526-EB46-7571-519E-1D9919B8F9B6}"/>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C0FDE84E-A2DC-6924-24F0-2B9796818C13}"/>
              </a:ext>
            </a:extLst>
          </p:cNvPr>
          <p:cNvSpPr>
            <a:spLocks noGrp="1"/>
          </p:cNvSpPr>
          <p:nvPr>
            <p:ph type="sldNum" sz="quarter" idx="12"/>
          </p:nvPr>
        </p:nvSpPr>
        <p:spPr/>
        <p:txBody>
          <a:bodyPr/>
          <a:lstStyle/>
          <a:p>
            <a:fld id="{30AAF9C8-72C8-4B1A-B60F-A2190CE5FB2E}" type="slidenum">
              <a:rPr lang="en-US" smtClean="0"/>
              <a:t>‹#›</a:t>
            </a:fld>
            <a:endParaRPr lang="en-US"/>
          </a:p>
        </p:txBody>
      </p:sp>
    </p:spTree>
    <p:extLst>
      <p:ext uri="{BB962C8B-B14F-4D97-AF65-F5344CB8AC3E}">
        <p14:creationId xmlns:p14="http://schemas.microsoft.com/office/powerpoint/2010/main" val="3190490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3554D5-D7A9-A1DD-900A-2FD838DA3DD8}"/>
              </a:ext>
            </a:extLst>
          </p:cNvPr>
          <p:cNvSpPr>
            <a:spLocks noGrp="1"/>
          </p:cNvSpPr>
          <p:nvPr>
            <p:ph type="title"/>
          </p:nvPr>
        </p:nvSpPr>
        <p:spPr>
          <a:xfrm>
            <a:off x="839788" y="365125"/>
            <a:ext cx="10515600" cy="1325563"/>
          </a:xfrm>
        </p:spPr>
        <p:txBody>
          <a:bodyPr/>
          <a:lstStyle>
            <a:lvl1pPr>
              <a:defRPr b="1">
                <a:solidFill>
                  <a:schemeClr val="accent6">
                    <a:lumMod val="75000"/>
                  </a:schemeClr>
                </a:solidFill>
              </a:defRPr>
            </a:lvl1pPr>
          </a:lstStyle>
          <a:p>
            <a:r>
              <a:rPr lang="en-US" altLang="zh-CN"/>
              <a:t>Click to edit Master title style</a:t>
            </a:r>
            <a:endParaRPr lang="en-US" dirty="0"/>
          </a:p>
        </p:txBody>
      </p:sp>
      <p:sp>
        <p:nvSpPr>
          <p:cNvPr id="3" name="文本占位符 2">
            <a:extLst>
              <a:ext uri="{FF2B5EF4-FFF2-40B4-BE49-F238E27FC236}">
                <a16:creationId xmlns:a16="http://schemas.microsoft.com/office/drawing/2014/main" id="{13E7B749-E7A9-21B5-B42B-E0A39C25CC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内容占位符 3">
            <a:extLst>
              <a:ext uri="{FF2B5EF4-FFF2-40B4-BE49-F238E27FC236}">
                <a16:creationId xmlns:a16="http://schemas.microsoft.com/office/drawing/2014/main" id="{E07C0BC1-B0B5-7AAD-E11A-81B8F71F4C5E}"/>
              </a:ext>
            </a:extLst>
          </p:cNvPr>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文本占位符 4">
            <a:extLst>
              <a:ext uri="{FF2B5EF4-FFF2-40B4-BE49-F238E27FC236}">
                <a16:creationId xmlns:a16="http://schemas.microsoft.com/office/drawing/2014/main" id="{E339032A-E84E-69B4-CBA0-AA0E80DEEB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内容占位符 5">
            <a:extLst>
              <a:ext uri="{FF2B5EF4-FFF2-40B4-BE49-F238E27FC236}">
                <a16:creationId xmlns:a16="http://schemas.microsoft.com/office/drawing/2014/main" id="{295D864D-D9D2-FFDB-0B84-6A573F795DE2}"/>
              </a:ext>
            </a:extLst>
          </p:cNvPr>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7" name="日期占位符 6">
            <a:extLst>
              <a:ext uri="{FF2B5EF4-FFF2-40B4-BE49-F238E27FC236}">
                <a16:creationId xmlns:a16="http://schemas.microsoft.com/office/drawing/2014/main" id="{21228042-54E5-4EAA-2940-C44C574436AA}"/>
              </a:ext>
            </a:extLst>
          </p:cNvPr>
          <p:cNvSpPr>
            <a:spLocks noGrp="1"/>
          </p:cNvSpPr>
          <p:nvPr>
            <p:ph type="dt" sz="half" idx="10"/>
          </p:nvPr>
        </p:nvSpPr>
        <p:spPr/>
        <p:txBody>
          <a:bodyPr/>
          <a:lstStyle/>
          <a:p>
            <a:fld id="{8CA95057-F28B-4021-A46F-4C2D267CFC9D}" type="datetimeFigureOut">
              <a:rPr lang="en-US" smtClean="0"/>
              <a:t>9/15/26</a:t>
            </a:fld>
            <a:endParaRPr lang="en-US"/>
          </a:p>
        </p:txBody>
      </p:sp>
      <p:sp>
        <p:nvSpPr>
          <p:cNvPr id="8" name="页脚占位符 7">
            <a:extLst>
              <a:ext uri="{FF2B5EF4-FFF2-40B4-BE49-F238E27FC236}">
                <a16:creationId xmlns:a16="http://schemas.microsoft.com/office/drawing/2014/main" id="{B0899DAD-BFB9-32DF-3CE6-59BAD615A3B7}"/>
              </a:ext>
            </a:extLst>
          </p:cNvPr>
          <p:cNvSpPr>
            <a:spLocks noGrp="1"/>
          </p:cNvSpPr>
          <p:nvPr>
            <p:ph type="ftr" sz="quarter" idx="11"/>
          </p:nvPr>
        </p:nvSpPr>
        <p:spPr/>
        <p:txBody>
          <a:bodyPr/>
          <a:lstStyle/>
          <a:p>
            <a:endParaRPr lang="en-US"/>
          </a:p>
        </p:txBody>
      </p:sp>
      <p:sp>
        <p:nvSpPr>
          <p:cNvPr id="9" name="灯片编号占位符 8">
            <a:extLst>
              <a:ext uri="{FF2B5EF4-FFF2-40B4-BE49-F238E27FC236}">
                <a16:creationId xmlns:a16="http://schemas.microsoft.com/office/drawing/2014/main" id="{D7AF6A48-CE64-6945-8AD6-C8258AA9AFE4}"/>
              </a:ext>
            </a:extLst>
          </p:cNvPr>
          <p:cNvSpPr>
            <a:spLocks noGrp="1"/>
          </p:cNvSpPr>
          <p:nvPr>
            <p:ph type="sldNum" sz="quarter" idx="12"/>
          </p:nvPr>
        </p:nvSpPr>
        <p:spPr/>
        <p:txBody>
          <a:bodyPr/>
          <a:lstStyle/>
          <a:p>
            <a:fld id="{30AAF9C8-72C8-4B1A-B60F-A2190CE5FB2E}" type="slidenum">
              <a:rPr lang="en-US" smtClean="0"/>
              <a:t>‹#›</a:t>
            </a:fld>
            <a:endParaRPr lang="en-US"/>
          </a:p>
        </p:txBody>
      </p:sp>
    </p:spTree>
    <p:extLst>
      <p:ext uri="{BB962C8B-B14F-4D97-AF65-F5344CB8AC3E}">
        <p14:creationId xmlns:p14="http://schemas.microsoft.com/office/powerpoint/2010/main" val="1672596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A7337D0C-8499-4733-B847-4184BBC97FDE}" type="datetimeFigureOut">
              <a:rPr lang="zh-CN" altLang="en-US" smtClean="0"/>
              <a:t>2026/9/15</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505C6C7A-FAD2-4582-A44E-C8D28661609A}" type="slidenum">
              <a:rPr lang="zh-CN" altLang="en-US" smtClean="0"/>
              <a:t>‹#›</a:t>
            </a:fld>
            <a:endParaRPr lang="zh-CN" altLang="en-US"/>
          </a:p>
        </p:txBody>
      </p:sp>
    </p:spTree>
    <p:extLst>
      <p:ext uri="{BB962C8B-B14F-4D97-AF65-F5344CB8AC3E}">
        <p14:creationId xmlns:p14="http://schemas.microsoft.com/office/powerpoint/2010/main" val="185867269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cSld name="内容2">
    <p:spTree>
      <p:nvGrpSpPr>
        <p:cNvPr id="1" name=""/>
        <p:cNvGrpSpPr/>
        <p:nvPr/>
      </p:nvGrpSpPr>
      <p:grpSpPr>
        <a:xfrm>
          <a:off x="0" y="0"/>
          <a:ext cx="0" cy="0"/>
          <a:chOff x="0" y="0"/>
          <a:chExt cx="0" cy="0"/>
        </a:xfrm>
      </p:grpSpPr>
    </p:spTree>
    <p:extLst>
      <p:ext uri="{BB962C8B-B14F-4D97-AF65-F5344CB8AC3E}">
        <p14:creationId xmlns:p14="http://schemas.microsoft.com/office/powerpoint/2010/main" val="44829749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C416FE3-9FFB-D473-650E-C0FF08387F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EF6876DD-7317-1E24-5465-9C24EFCE52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D38481CF-CAF6-E439-D9F9-98DE38F887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A95057-F28B-4021-A46F-4C2D267CFC9D}" type="datetimeFigureOut">
              <a:rPr lang="en-US" smtClean="0"/>
              <a:t>9/15/26</a:t>
            </a:fld>
            <a:endParaRPr lang="en-US"/>
          </a:p>
        </p:txBody>
      </p:sp>
      <p:sp>
        <p:nvSpPr>
          <p:cNvPr id="5" name="页脚占位符 4">
            <a:extLst>
              <a:ext uri="{FF2B5EF4-FFF2-40B4-BE49-F238E27FC236}">
                <a16:creationId xmlns:a16="http://schemas.microsoft.com/office/drawing/2014/main" id="{73123095-2A83-7320-9954-6441CBEAF2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灯片编号占位符 5">
            <a:extLst>
              <a:ext uri="{FF2B5EF4-FFF2-40B4-BE49-F238E27FC236}">
                <a16:creationId xmlns:a16="http://schemas.microsoft.com/office/drawing/2014/main" id="{AD8FB62F-A58A-E29F-AA4A-4628B24796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AAF9C8-72C8-4B1A-B60F-A2190CE5FB2E}" type="slidenum">
              <a:rPr lang="en-US" smtClean="0"/>
              <a:t>‹#›</a:t>
            </a:fld>
            <a:endParaRPr lang="en-US"/>
          </a:p>
        </p:txBody>
      </p:sp>
    </p:spTree>
    <p:extLst>
      <p:ext uri="{BB962C8B-B14F-4D97-AF65-F5344CB8AC3E}">
        <p14:creationId xmlns:p14="http://schemas.microsoft.com/office/powerpoint/2010/main" val="2356700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4" r:id="rId4"/>
    <p:sldLayoutId id="2147483652" r:id="rId5"/>
    <p:sldLayoutId id="2147483653" r:id="rId6"/>
    <p:sldLayoutId id="2147483657" r:id="rId7"/>
    <p:sldLayoutId id="2147483658"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4.wmf"/><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oleObject" Target="../embeddings/oleObject1.bin"/><Relationship Id="rId5" Type="http://schemas.openxmlformats.org/officeDocument/2006/relationships/slideLayout" Target="../slideLayouts/slideLayout8.xml"/><Relationship Id="rId4" Type="http://schemas.openxmlformats.org/officeDocument/2006/relationships/tags" Target="../tags/tag10.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tags" Target="../tags/tag13.xml"/><Relationship Id="rId7" Type="http://schemas.openxmlformats.org/officeDocument/2006/relationships/image" Target="../media/image5.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slideLayout" Target="../slideLayouts/slideLayout8.xml"/><Relationship Id="rId5" Type="http://schemas.openxmlformats.org/officeDocument/2006/relationships/tags" Target="../tags/tag15.xml"/><Relationship Id="rId4" Type="http://schemas.openxmlformats.org/officeDocument/2006/relationships/tags" Target="../tags/tag14.xml"/><Relationship Id="rId9" Type="http://schemas.openxmlformats.org/officeDocument/2006/relationships/image" Target="../media/image6.wmf"/></Relationships>
</file>

<file path=ppt/slides/_rels/slide7.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image" Target="../media/image5.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slideLayout" Target="../slideLayouts/slideLayout7.xml"/><Relationship Id="rId5" Type="http://schemas.openxmlformats.org/officeDocument/2006/relationships/tags" Target="../tags/tag20.xml"/><Relationship Id="rId10" Type="http://schemas.openxmlformats.org/officeDocument/2006/relationships/image" Target="../media/image9.png"/><Relationship Id="rId4" Type="http://schemas.openxmlformats.org/officeDocument/2006/relationships/tags" Target="../tags/tag19.xml"/><Relationship Id="rId9" Type="http://schemas.openxmlformats.org/officeDocument/2006/relationships/tags" Target="../tags/tag184.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23.xml"/><Relationship Id="rId7" Type="http://schemas.openxmlformats.org/officeDocument/2006/relationships/slideLayout" Target="../slideLayouts/slideLayout1.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5843C-387D-27C4-BCD7-3B7700150E94}"/>
              </a:ext>
            </a:extLst>
          </p:cNvPr>
          <p:cNvSpPr>
            <a:spLocks noGrp="1"/>
          </p:cNvSpPr>
          <p:nvPr>
            <p:ph type="ctrTitle"/>
          </p:nvPr>
        </p:nvSpPr>
        <p:spPr/>
        <p:txBody>
          <a:bodyPr/>
          <a:lstStyle/>
          <a:p>
            <a:r>
              <a:rPr lang="zh-CN" altLang="en-US" dirty="0"/>
              <a:t>探究小车速度随时间变化的规律</a:t>
            </a:r>
            <a:endParaRPr lang="en-US" dirty="0"/>
          </a:p>
        </p:txBody>
      </p:sp>
      <p:sp>
        <p:nvSpPr>
          <p:cNvPr id="3" name="Subtitle 2">
            <a:extLst>
              <a:ext uri="{FF2B5EF4-FFF2-40B4-BE49-F238E27FC236}">
                <a16:creationId xmlns:a16="http://schemas.microsoft.com/office/drawing/2014/main" id="{E9F9AB4B-5C7E-53DD-28BA-37B73474C55B}"/>
              </a:ext>
            </a:extLst>
          </p:cNvPr>
          <p:cNvSpPr>
            <a:spLocks noGrp="1"/>
          </p:cNvSpPr>
          <p:nvPr>
            <p:ph type="subTitle" idx="1"/>
          </p:nvPr>
        </p:nvSpPr>
        <p:spPr/>
        <p:txBody>
          <a:bodyPr/>
          <a:lstStyle/>
          <a:p>
            <a:r>
              <a:rPr lang="en-US" dirty="0" err="1"/>
              <a:t>实验</a:t>
            </a:r>
            <a:endParaRPr lang="en-US" dirty="0"/>
          </a:p>
        </p:txBody>
      </p:sp>
    </p:spTree>
    <p:extLst>
      <p:ext uri="{BB962C8B-B14F-4D97-AF65-F5344CB8AC3E}">
        <p14:creationId xmlns:p14="http://schemas.microsoft.com/office/powerpoint/2010/main" val="3686461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F1A839-2D77-5C43-FE93-0F9126332A32}"/>
              </a:ext>
            </a:extLst>
          </p:cNvPr>
          <p:cNvSpPr>
            <a:spLocks noGrp="1"/>
          </p:cNvSpPr>
          <p:nvPr>
            <p:ph type="title"/>
          </p:nvPr>
        </p:nvSpPr>
        <p:spPr/>
        <p:txBody>
          <a:bodyPr/>
          <a:lstStyle/>
          <a:p>
            <a:r>
              <a:rPr lang="en-US" dirty="0" err="1"/>
              <a:t>打点计时器</a:t>
            </a:r>
            <a:endParaRPr lang="en-US" dirty="0"/>
          </a:p>
        </p:txBody>
      </p:sp>
      <p:sp>
        <p:nvSpPr>
          <p:cNvPr id="5" name="Text Placeholder 4">
            <a:extLst>
              <a:ext uri="{FF2B5EF4-FFF2-40B4-BE49-F238E27FC236}">
                <a16:creationId xmlns:a16="http://schemas.microsoft.com/office/drawing/2014/main" id="{784EC23D-C985-1D7E-22B1-4C0351834C32}"/>
              </a:ext>
            </a:extLst>
          </p:cNvPr>
          <p:cNvSpPr>
            <a:spLocks noGrp="1"/>
          </p:cNvSpPr>
          <p:nvPr>
            <p:ph type="body" idx="1"/>
          </p:nvPr>
        </p:nvSpPr>
        <p:spPr/>
        <p:txBody>
          <a:bodyPr/>
          <a:lstStyle/>
          <a:p>
            <a:r>
              <a:rPr lang="en-US" dirty="0" err="1"/>
              <a:t>电磁打点计时器</a:t>
            </a:r>
            <a:r>
              <a:rPr lang="zh-CN" altLang="en-US" dirty="0"/>
              <a:t>（低压交流电）</a:t>
            </a:r>
            <a:endParaRPr lang="en-US" dirty="0"/>
          </a:p>
        </p:txBody>
      </p:sp>
      <p:sp>
        <p:nvSpPr>
          <p:cNvPr id="7" name="Text Placeholder 6">
            <a:extLst>
              <a:ext uri="{FF2B5EF4-FFF2-40B4-BE49-F238E27FC236}">
                <a16:creationId xmlns:a16="http://schemas.microsoft.com/office/drawing/2014/main" id="{4BB1E9EF-56D8-E5F4-C110-BCAD801E98FD}"/>
              </a:ext>
            </a:extLst>
          </p:cNvPr>
          <p:cNvSpPr>
            <a:spLocks noGrp="1"/>
          </p:cNvSpPr>
          <p:nvPr>
            <p:ph type="body" sz="quarter" idx="3"/>
          </p:nvPr>
        </p:nvSpPr>
        <p:spPr/>
        <p:txBody>
          <a:bodyPr/>
          <a:lstStyle/>
          <a:p>
            <a:r>
              <a:rPr lang="en-US" dirty="0" err="1"/>
              <a:t>电火花打点计时器</a:t>
            </a:r>
            <a:r>
              <a:rPr lang="zh-CN" altLang="en-US" dirty="0"/>
              <a:t>（</a:t>
            </a:r>
            <a:r>
              <a:rPr lang="en-US" altLang="zh-CN" dirty="0"/>
              <a:t>220V</a:t>
            </a:r>
            <a:r>
              <a:rPr lang="zh-CN" altLang="en-US" dirty="0"/>
              <a:t>交流电）</a:t>
            </a:r>
            <a:endParaRPr lang="en-US" dirty="0"/>
          </a:p>
        </p:txBody>
      </p:sp>
      <p:pic>
        <p:nvPicPr>
          <p:cNvPr id="13" name="Content Placeholder 12" descr="高中必修一的物理实验，不就考这些嘛？ - 知乎">
            <a:extLst>
              <a:ext uri="{FF2B5EF4-FFF2-40B4-BE49-F238E27FC236}">
                <a16:creationId xmlns:a16="http://schemas.microsoft.com/office/drawing/2014/main" id="{C40985A5-DDD0-DA01-4E22-84A24E3AF334}"/>
              </a:ext>
            </a:extLst>
          </p:cNvPr>
          <p:cNvPicPr>
            <a:picLocks noGrp="1" noChangeAspect="1"/>
          </p:cNvPicPr>
          <p:nvPr>
            <p:ph sz="half" idx="2"/>
          </p:nvPr>
        </p:nvPicPr>
        <p:blipFill>
          <a:blip r:embed="rId2"/>
          <a:stretch>
            <a:fillRect/>
          </a:stretch>
        </p:blipFill>
        <p:spPr>
          <a:xfrm>
            <a:off x="1034722" y="2505075"/>
            <a:ext cx="4767919" cy="3684588"/>
          </a:xfrm>
          <a:prstGeom prst="rect">
            <a:avLst/>
          </a:prstGeom>
        </p:spPr>
      </p:pic>
      <p:pic>
        <p:nvPicPr>
          <p:cNvPr id="15" name="Content Placeholder 14" descr="电磁打点计时器电火花打点计时器单频多频全套纸带墨粉纸复写纸重_虎窝淘">
            <a:extLst>
              <a:ext uri="{FF2B5EF4-FFF2-40B4-BE49-F238E27FC236}">
                <a16:creationId xmlns:a16="http://schemas.microsoft.com/office/drawing/2014/main" id="{83AFDB07-6FB2-838E-2215-7C1AC72DDB3C}"/>
              </a:ext>
            </a:extLst>
          </p:cNvPr>
          <p:cNvPicPr>
            <a:picLocks noGrp="1" noChangeAspect="1"/>
          </p:cNvPicPr>
          <p:nvPr>
            <p:ph sz="quarter" idx="4"/>
          </p:nvPr>
        </p:nvPicPr>
        <p:blipFill>
          <a:blip r:embed="rId3"/>
          <a:stretch>
            <a:fillRect/>
          </a:stretch>
        </p:blipFill>
        <p:spPr>
          <a:xfrm rot="10800000">
            <a:off x="6921500" y="2505075"/>
            <a:ext cx="3684588" cy="3684588"/>
          </a:xfrm>
          <a:prstGeom prst="rect">
            <a:avLst/>
          </a:prstGeom>
        </p:spPr>
      </p:pic>
    </p:spTree>
    <p:extLst>
      <p:ext uri="{BB962C8B-B14F-4D97-AF65-F5344CB8AC3E}">
        <p14:creationId xmlns:p14="http://schemas.microsoft.com/office/powerpoint/2010/main" val="891783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F572C-58B4-0513-850D-AECE9EBF712D}"/>
              </a:ext>
            </a:extLst>
          </p:cNvPr>
          <p:cNvSpPr>
            <a:spLocks noGrp="1"/>
          </p:cNvSpPr>
          <p:nvPr>
            <p:ph type="title"/>
          </p:nvPr>
        </p:nvSpPr>
        <p:spPr>
          <a:xfrm>
            <a:off x="838200" y="365125"/>
            <a:ext cx="10515600" cy="1325563"/>
          </a:xfrm>
        </p:spPr>
        <p:txBody>
          <a:bodyPr anchor="ctr">
            <a:normAutofit/>
          </a:bodyPr>
          <a:lstStyle/>
          <a:p>
            <a:r>
              <a:rPr lang="en-US" dirty="0" err="1"/>
              <a:t>实验装置</a:t>
            </a:r>
            <a:endParaRPr lang="en-US" dirty="0"/>
          </a:p>
        </p:txBody>
      </p:sp>
      <p:pic>
        <p:nvPicPr>
          <p:cNvPr id="19" name="Content Placeholder 18">
            <a:extLst>
              <a:ext uri="{FF2B5EF4-FFF2-40B4-BE49-F238E27FC236}">
                <a16:creationId xmlns:a16="http://schemas.microsoft.com/office/drawing/2014/main" id="{9244E4C8-67B9-E6C0-3C3F-668C62DCBC09}"/>
              </a:ext>
            </a:extLst>
          </p:cNvPr>
          <p:cNvPicPr>
            <a:picLocks noGrp="1" noChangeAspect="1"/>
          </p:cNvPicPr>
          <p:nvPr>
            <p:ph idx="1"/>
          </p:nvPr>
        </p:nvPicPr>
        <p:blipFill>
          <a:blip r:embed="rId2"/>
          <a:stretch>
            <a:fillRect/>
          </a:stretch>
        </p:blipFill>
        <p:spPr>
          <a:xfrm>
            <a:off x="838200" y="2384520"/>
            <a:ext cx="10515600" cy="3233547"/>
          </a:xfrm>
          <a:prstGeom prst="rect">
            <a:avLst/>
          </a:prstGeom>
          <a:noFill/>
        </p:spPr>
      </p:pic>
    </p:spTree>
    <p:extLst>
      <p:ext uri="{BB962C8B-B14F-4D97-AF65-F5344CB8AC3E}">
        <p14:creationId xmlns:p14="http://schemas.microsoft.com/office/powerpoint/2010/main" val="3410237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1"/>
            </p:custDataLst>
          </p:nvPr>
        </p:nvSpPr>
        <p:spPr>
          <a:xfrm>
            <a:off x="623098" y="980802"/>
            <a:ext cx="11408401" cy="4645025"/>
          </a:xfrm>
          <a:prstGeom prst="rect">
            <a:avLst/>
          </a:prstGeom>
        </p:spPr>
        <p:txBody>
          <a:bodyPr wrap="square" lIns="121831" tIns="60914" rIns="121831" bIns="60914">
            <a:spAutoFit/>
          </a:bodyPr>
          <a:lstStyle/>
          <a:p>
            <a:pPr algn="just">
              <a:lnSpc>
                <a:spcPct val="150000"/>
              </a:lnSpc>
              <a:spcAft>
                <a:spcPct val="0"/>
              </a:spcAft>
              <a:tabLst>
                <a:tab pos="2250440" algn="l"/>
              </a:tabLst>
            </a:pPr>
            <a:r>
              <a:rPr lang="en-US" altLang="zh-CN" sz="2800" kern="10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zh-CN" sz="2800" kern="100">
                <a:latin typeface="微软雅黑" panose="020B0503020204020204" pitchFamily="34" charset="-122"/>
                <a:ea typeface="微软雅黑" panose="020B0503020204020204" pitchFamily="34" charset="-122"/>
                <a:cs typeface="微软雅黑" panose="020B0503020204020204" pitchFamily="34" charset="-122"/>
                <a:sym typeface="+mn-ea"/>
              </a:rPr>
              <a:t>实验过程</a:t>
            </a:r>
            <a:endParaRPr lang="zh-CN" altLang="zh-CN" sz="2800" kern="10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spcAft>
                <a:spcPct val="0"/>
              </a:spcAft>
              <a:tabLst>
                <a:tab pos="2250440" algn="l"/>
              </a:tabLst>
            </a:pPr>
            <a:r>
              <a:rPr lang="en-US" altLang="zh-CN" sz="2800" kern="10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zh-CN" sz="2800" kern="100">
                <a:latin typeface="微软雅黑" panose="020B0503020204020204" pitchFamily="34" charset="-122"/>
                <a:ea typeface="微软雅黑" panose="020B0503020204020204" pitchFamily="34" charset="-122"/>
                <a:cs typeface="微软雅黑" panose="020B0503020204020204" pitchFamily="34" charset="-122"/>
                <a:sym typeface="+mn-ea"/>
              </a:rPr>
              <a:t>按照实验装置，把打点计时器固定在长木板</a:t>
            </a:r>
            <a:r>
              <a:rPr lang="zh-CN" altLang="zh-CN" sz="2800" kern="1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无滑轮</a:t>
            </a:r>
            <a:r>
              <a:rPr lang="zh-CN" altLang="zh-CN" sz="2800" kern="100">
                <a:latin typeface="微软雅黑" panose="020B0503020204020204" pitchFamily="34" charset="-122"/>
                <a:ea typeface="微软雅黑" panose="020B0503020204020204" pitchFamily="34" charset="-122"/>
                <a:cs typeface="微软雅黑" panose="020B0503020204020204" pitchFamily="34" charset="-122"/>
                <a:sym typeface="+mn-ea"/>
              </a:rPr>
              <a:t>的一端，接好电源；</a:t>
            </a:r>
            <a:endParaRPr lang="zh-CN" altLang="zh-CN" sz="2800" kern="100">
              <a:effectLst/>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spcAft>
                <a:spcPct val="0"/>
              </a:spcAft>
              <a:tabLst>
                <a:tab pos="2250440" algn="l"/>
              </a:tabLst>
            </a:pPr>
            <a:r>
              <a:rPr lang="en-US" altLang="zh-CN" sz="2800" kern="100">
                <a:latin typeface="微软雅黑" panose="020B0503020204020204" pitchFamily="34" charset="-122"/>
                <a:ea typeface="微软雅黑" panose="020B0503020204020204" pitchFamily="34" charset="-122"/>
                <a:cs typeface="微软雅黑" panose="020B0503020204020204" pitchFamily="34" charset="-122"/>
              </a:rPr>
              <a:t>(2)</a:t>
            </a:r>
            <a:r>
              <a:rPr lang="zh-CN" altLang="zh-CN" sz="2800" kern="100">
                <a:latin typeface="微软雅黑" panose="020B0503020204020204" pitchFamily="34" charset="-122"/>
                <a:ea typeface="微软雅黑" panose="020B0503020204020204" pitchFamily="34" charset="-122"/>
                <a:cs typeface="微软雅黑" panose="020B0503020204020204" pitchFamily="34" charset="-122"/>
              </a:rPr>
              <a:t>把一细绳系在小车上，细绳绕过滑轮，下端挂合适的槽码，纸带穿过打点计时器，固定在小车后面；</a:t>
            </a:r>
            <a:endParaRPr lang="zh-CN" altLang="zh-CN" sz="1050" kern="10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spcAft>
                <a:spcPct val="0"/>
              </a:spcAft>
              <a:tabLst>
                <a:tab pos="2250440" algn="l"/>
              </a:tabLst>
            </a:pPr>
            <a:r>
              <a:rPr lang="en-US" altLang="zh-CN" sz="2800" kern="100">
                <a:latin typeface="微软雅黑" panose="020B0503020204020204" pitchFamily="34" charset="-122"/>
                <a:ea typeface="微软雅黑" panose="020B0503020204020204" pitchFamily="34" charset="-122"/>
                <a:cs typeface="微软雅黑" panose="020B0503020204020204" pitchFamily="34" charset="-122"/>
              </a:rPr>
              <a:t>(3)</a:t>
            </a:r>
            <a:r>
              <a:rPr lang="zh-CN" altLang="zh-CN" sz="2800" kern="100">
                <a:latin typeface="微软雅黑" panose="020B0503020204020204" pitchFamily="34" charset="-122"/>
                <a:ea typeface="微软雅黑" panose="020B0503020204020204" pitchFamily="34" charset="-122"/>
                <a:cs typeface="微软雅黑" panose="020B0503020204020204" pitchFamily="34" charset="-122"/>
              </a:rPr>
              <a:t>把小车停在靠近打点计时器处，先</a:t>
            </a:r>
            <a:r>
              <a:rPr lang="zh-CN" altLang="zh-CN" sz="2800" kern="1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接通电源</a:t>
            </a:r>
            <a:r>
              <a:rPr lang="zh-CN" altLang="zh-CN" sz="2800" kern="100">
                <a:latin typeface="微软雅黑" panose="020B0503020204020204" pitchFamily="34" charset="-122"/>
                <a:ea typeface="微软雅黑" panose="020B0503020204020204" pitchFamily="34" charset="-122"/>
                <a:cs typeface="微软雅黑" panose="020B0503020204020204" pitchFamily="34" charset="-122"/>
              </a:rPr>
              <a:t>，后</a:t>
            </a:r>
            <a:r>
              <a:rPr lang="zh-CN" altLang="zh-CN" sz="2800" kern="1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放开小车</a:t>
            </a:r>
            <a:r>
              <a:rPr lang="zh-CN" altLang="zh-CN" sz="2800" kern="100">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1050" kern="10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spcAft>
                <a:spcPct val="0"/>
              </a:spcAft>
              <a:tabLst>
                <a:tab pos="2250440" algn="l"/>
              </a:tabLst>
            </a:pPr>
            <a:r>
              <a:rPr lang="en-US" altLang="zh-CN" sz="2800" kern="100">
                <a:latin typeface="微软雅黑" panose="020B0503020204020204" pitchFamily="34" charset="-122"/>
                <a:ea typeface="微软雅黑" panose="020B0503020204020204" pitchFamily="34" charset="-122"/>
                <a:cs typeface="微软雅黑" panose="020B0503020204020204" pitchFamily="34" charset="-122"/>
              </a:rPr>
              <a:t>(4)</a:t>
            </a:r>
            <a:r>
              <a:rPr lang="zh-CN" altLang="zh-CN" sz="2800" kern="100">
                <a:latin typeface="微软雅黑" panose="020B0503020204020204" pitchFamily="34" charset="-122"/>
                <a:ea typeface="微软雅黑" panose="020B0503020204020204" pitchFamily="34" charset="-122"/>
                <a:cs typeface="微软雅黑" panose="020B0503020204020204" pitchFamily="34" charset="-122"/>
              </a:rPr>
              <a:t>小车运动一段时间后，断开电源，取下纸带；</a:t>
            </a:r>
            <a:endParaRPr lang="zh-CN" altLang="zh-CN" sz="1050" kern="10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spcAft>
                <a:spcPct val="0"/>
              </a:spcAft>
              <a:tabLst>
                <a:tab pos="2250440" algn="l"/>
              </a:tabLst>
            </a:pPr>
            <a:r>
              <a:rPr lang="en-US" altLang="zh-CN" sz="2800" kern="100">
                <a:latin typeface="微软雅黑" panose="020B0503020204020204" pitchFamily="34" charset="-122"/>
                <a:ea typeface="微软雅黑" panose="020B0503020204020204" pitchFamily="34" charset="-122"/>
                <a:cs typeface="微软雅黑" panose="020B0503020204020204" pitchFamily="34" charset="-122"/>
              </a:rPr>
              <a:t>(5)</a:t>
            </a:r>
            <a:r>
              <a:rPr lang="zh-CN" altLang="zh-CN" sz="2800" kern="100">
                <a:latin typeface="微软雅黑" panose="020B0503020204020204" pitchFamily="34" charset="-122"/>
                <a:ea typeface="微软雅黑" panose="020B0503020204020204" pitchFamily="34" charset="-122"/>
                <a:cs typeface="微软雅黑" panose="020B0503020204020204" pitchFamily="34" charset="-122"/>
              </a:rPr>
              <a:t>更换纸带重复实验三次，选择一条比较理想的纸带进行测量、分析。</a:t>
            </a:r>
            <a:endParaRPr lang="zh-CN" altLang="zh-CN" sz="1050" kern="100">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custDataLst>
              <p:tags r:id="rId2"/>
            </p:custDataLst>
          </p:nvPr>
        </p:nvSpPr>
        <p:spPr>
          <a:xfrm>
            <a:off x="767715" y="116840"/>
            <a:ext cx="7096760" cy="583565"/>
          </a:xfrm>
          <a:prstGeom prst="rect">
            <a:avLst/>
          </a:prstGeom>
          <a:noFill/>
        </p:spPr>
        <p:txBody>
          <a:bodyPr wrap="square" rtlCol="0">
            <a:spAutoFit/>
          </a:bodyPr>
          <a:lstStyle/>
          <a:p>
            <a:pPr algn="l">
              <a:buClrTx/>
              <a:buSzTx/>
              <a:buFontTx/>
            </a:pPr>
            <a:r>
              <a:rPr lang="zh-CN" altLang="en-US" sz="32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实验：探究小车速度随时间变化的规律 </a:t>
            </a:r>
          </a:p>
        </p:txBody>
      </p:sp>
      <p:cxnSp>
        <p:nvCxnSpPr>
          <p:cNvPr id="6" name="直接连接符 5"/>
          <p:cNvCxnSpPr/>
          <p:nvPr>
            <p:custDataLst>
              <p:tags r:id="rId3"/>
            </p:custDataLst>
          </p:nvPr>
        </p:nvCxnSpPr>
        <p:spPr>
          <a:xfrm>
            <a:off x="767408" y="687635"/>
            <a:ext cx="10657184" cy="0"/>
          </a:xfrm>
          <a:prstGeom prst="line">
            <a:avLst/>
          </a:prstGeom>
          <a:ln w="76200">
            <a:gradFill>
              <a:gsLst>
                <a:gs pos="0">
                  <a:srgbClr val="C00000"/>
                </a:gs>
                <a:gs pos="100000">
                  <a:schemeClr val="bg1"/>
                </a:gs>
                <a:gs pos="100000">
                  <a:schemeClr val="accent1">
                    <a:lumMod val="30000"/>
                    <a:lumOff val="70000"/>
                  </a:schemeClr>
                </a:gs>
              </a:gsLst>
              <a:lin ang="5400000" scaled="1"/>
            </a:gra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1"/>
            </p:custDataLst>
          </p:nvPr>
        </p:nvSpPr>
        <p:spPr>
          <a:xfrm>
            <a:off x="622935" y="908685"/>
            <a:ext cx="11204575" cy="3505835"/>
          </a:xfrm>
          <a:prstGeom prst="rect">
            <a:avLst/>
          </a:prstGeom>
          <a:noFill/>
          <a:ln w="9525">
            <a:noFill/>
          </a:ln>
        </p:spPr>
        <p:txBody>
          <a:bodyPr>
            <a:noAutofit/>
          </a:bodyPr>
          <a:lstStyle/>
          <a:p>
            <a:pPr>
              <a:lnSpc>
                <a:spcPct val="150000"/>
              </a:lnSpc>
              <a:buClrTx/>
            </a:pPr>
            <a:r>
              <a:rPr lang="zh-CN" altLang="zh-CN" sz="2800" kern="100">
                <a:latin typeface="微软雅黑" panose="020B0503020204020204" pitchFamily="34" charset="-122"/>
                <a:ea typeface="微软雅黑" panose="020B0503020204020204" pitchFamily="34" charset="-122"/>
                <a:cs typeface="微软雅黑" panose="020B0503020204020204" pitchFamily="34" charset="-122"/>
                <a:sym typeface="+mn-ea"/>
              </a:rPr>
              <a:t>3.实验</a:t>
            </a:r>
            <a:r>
              <a:rPr lang="zh-CN" altLang="zh-CN" sz="2800" kern="100">
                <a:latin typeface="微软雅黑" panose="020B0503020204020204" pitchFamily="34" charset="-122"/>
                <a:ea typeface="微软雅黑" panose="020B0503020204020204" pitchFamily="34" charset="-122"/>
                <a:cs typeface="微软雅黑" panose="020B0503020204020204" pitchFamily="34" charset="-122"/>
                <a:sym typeface="汉仪宋韵朗黑W" panose="00020600040101010101" charset="-122"/>
              </a:rPr>
              <a:t>数据记录与处理</a:t>
            </a:r>
          </a:p>
          <a:p>
            <a:pPr>
              <a:lnSpc>
                <a:spcPct val="150000"/>
              </a:lnSpc>
              <a:buClrTx/>
            </a:pPr>
            <a:r>
              <a:rPr lang="zh-CN" altLang="zh-CN" sz="2800" kern="100">
                <a:latin typeface="微软雅黑" panose="020B0503020204020204" pitchFamily="34" charset="-122"/>
                <a:ea typeface="微软雅黑" panose="020B0503020204020204" pitchFamily="34" charset="-122"/>
                <a:cs typeface="微软雅黑" panose="020B0503020204020204" pitchFamily="34" charset="-122"/>
              </a:rPr>
              <a:t>(1)为了便于测量，一般舍掉开头一些过于密集的点迹，找一个适当的点作计时起点。</a:t>
            </a:r>
          </a:p>
          <a:p>
            <a:pPr>
              <a:lnSpc>
                <a:spcPct val="150000"/>
              </a:lnSpc>
              <a:buClrTx/>
            </a:pPr>
            <a:r>
              <a:rPr sz="2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2800">
                <a:latin typeface="微软雅黑" panose="020B0503020204020204" pitchFamily="34" charset="-122"/>
                <a:ea typeface="微软雅黑" panose="020B0503020204020204" pitchFamily="34" charset="-122"/>
                <a:cs typeface="微软雅黑" panose="020B0503020204020204" pitchFamily="34" charset="-122"/>
                <a:sym typeface="+mn-ea"/>
              </a:rPr>
              <a:t>2</a:t>
            </a:r>
            <a:r>
              <a:rPr sz="2800">
                <a:latin typeface="微软雅黑" panose="020B0503020204020204" pitchFamily="34" charset="-122"/>
                <a:ea typeface="微软雅黑" panose="020B0503020204020204" pitchFamily="34" charset="-122"/>
                <a:cs typeface="微软雅黑" panose="020B0503020204020204" pitchFamily="34" charset="-122"/>
                <a:sym typeface="+mn-ea"/>
              </a:rPr>
              <a:t>)</a:t>
            </a:r>
            <a:r>
              <a:rPr sz="28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每5个点(相隔0.1 s)取1个计数点进行测量(如图所示，相邻两点中间还有4个点未画出)。</a:t>
            </a:r>
            <a:endParaRPr sz="280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ClrTx/>
            </a:pPr>
            <a:endParaRPr lang="zh-CN" altLang="zh-CN" sz="2800" kern="10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6" name="对象 5"/>
          <p:cNvGraphicFramePr>
            <a:graphicFrameLocks noChangeAspect="1"/>
          </p:cNvGraphicFramePr>
          <p:nvPr>
            <p:custDataLst>
              <p:tags r:id="rId2"/>
            </p:custDataLst>
          </p:nvPr>
        </p:nvGraphicFramePr>
        <p:xfrm>
          <a:off x="2135505" y="4414520"/>
          <a:ext cx="8239760" cy="1627505"/>
        </p:xfrm>
        <a:graphic>
          <a:graphicData uri="http://schemas.openxmlformats.org/presentationml/2006/ole">
            <mc:AlternateContent xmlns:mc="http://schemas.openxmlformats.org/markup-compatibility/2006">
              <mc:Choice xmlns:v="urn:schemas-microsoft-com:vml" Requires="v">
                <p:oleObj r:id="rId6" imgW="4099560" imgH="990600" progId="Paint.Picture">
                  <p:embed/>
                </p:oleObj>
              </mc:Choice>
              <mc:Fallback>
                <p:oleObj r:id="rId6" imgW="4099560" imgH="990600" progId="Paint.Picture">
                  <p:embed/>
                  <p:pic>
                    <p:nvPicPr>
                      <p:cNvPr id="6" name="对象 5"/>
                      <p:cNvPicPr/>
                      <p:nvPr/>
                    </p:nvPicPr>
                    <p:blipFill>
                      <a:blip r:embed="rId7">
                        <a:lum bright="-12000" contrast="36000"/>
                      </a:blip>
                      <a:stretch>
                        <a:fillRect/>
                      </a:stretch>
                    </p:blipFill>
                    <p:spPr>
                      <a:xfrm>
                        <a:off x="2135505" y="4414520"/>
                        <a:ext cx="8239760" cy="1627505"/>
                      </a:xfrm>
                      <a:prstGeom prst="rect">
                        <a:avLst/>
                      </a:prstGeom>
                    </p:spPr>
                  </p:pic>
                </p:oleObj>
              </mc:Fallback>
            </mc:AlternateContent>
          </a:graphicData>
        </a:graphic>
      </p:graphicFrame>
      <p:cxnSp>
        <p:nvCxnSpPr>
          <p:cNvPr id="4" name="直接连接符 3"/>
          <p:cNvCxnSpPr/>
          <p:nvPr>
            <p:custDataLst>
              <p:tags r:id="rId3"/>
            </p:custDataLst>
          </p:nvPr>
        </p:nvCxnSpPr>
        <p:spPr>
          <a:xfrm>
            <a:off x="767408" y="687635"/>
            <a:ext cx="10657184" cy="0"/>
          </a:xfrm>
          <a:prstGeom prst="line">
            <a:avLst/>
          </a:prstGeom>
          <a:ln w="76200">
            <a:gradFill>
              <a:gsLst>
                <a:gs pos="0">
                  <a:srgbClr val="C00000"/>
                </a:gs>
                <a:gs pos="100000">
                  <a:schemeClr val="bg1"/>
                </a:gs>
                <a:gs pos="100000">
                  <a:schemeClr val="accent1">
                    <a:lumMod val="30000"/>
                    <a:lumOff val="7000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5" name="文本框 4"/>
          <p:cNvSpPr txBox="1"/>
          <p:nvPr>
            <p:custDataLst>
              <p:tags r:id="rId4"/>
            </p:custDataLst>
          </p:nvPr>
        </p:nvSpPr>
        <p:spPr>
          <a:xfrm>
            <a:off x="767715" y="116840"/>
            <a:ext cx="7096760" cy="583565"/>
          </a:xfrm>
          <a:prstGeom prst="rect">
            <a:avLst/>
          </a:prstGeom>
          <a:noFill/>
        </p:spPr>
        <p:txBody>
          <a:bodyPr wrap="square" rtlCol="0">
            <a:spAutoFit/>
          </a:bodyPr>
          <a:lstStyle/>
          <a:p>
            <a:pPr algn="l">
              <a:buClrTx/>
              <a:buSzTx/>
              <a:buFontTx/>
            </a:pPr>
            <a:r>
              <a:rPr lang="zh-CN" altLang="en-US" sz="32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实验：探究小车速度随时间变化的规律 </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1"/>
            </p:custDataLst>
          </p:nvPr>
        </p:nvSpPr>
        <p:spPr>
          <a:xfrm>
            <a:off x="767080" y="836930"/>
            <a:ext cx="11312525" cy="1078865"/>
          </a:xfrm>
          <a:prstGeom prst="rect">
            <a:avLst/>
          </a:prstGeom>
          <a:noFill/>
          <a:ln w="9525">
            <a:noFill/>
          </a:ln>
        </p:spPr>
        <p:txBody>
          <a:bodyPr>
            <a:noAutofit/>
          </a:bodyPr>
          <a:lstStyle/>
          <a:p>
            <a:pPr>
              <a:lnSpc>
                <a:spcPct val="150000"/>
              </a:lnSpc>
              <a:buClrTx/>
            </a:pPr>
            <a:r>
              <a:rPr sz="28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sz="28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a:t>
            </a:r>
            <a:r>
              <a:rPr sz="28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用刻度尺测出计数点</a:t>
            </a:r>
            <a:r>
              <a:rPr lang="zh-CN" altLang="en-US" sz="2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间</a:t>
            </a:r>
            <a:r>
              <a:rPr lang="en-US" altLang="zh-CN" sz="2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的距离</a:t>
            </a:r>
          </a:p>
        </p:txBody>
      </p:sp>
      <p:pic>
        <p:nvPicPr>
          <p:cNvPr id="4" name="图片 3"/>
          <p:cNvPicPr/>
          <p:nvPr>
            <p:custDataLst>
              <p:tags r:id="rId2"/>
            </p:custDataLst>
          </p:nvPr>
        </p:nvPicPr>
        <p:blipFill>
          <a:blip r:embed="rId7"/>
          <a:srcRect l="2457" t="66425" r="2856" b="2812"/>
          <a:stretch>
            <a:fillRect/>
          </a:stretch>
        </p:blipFill>
        <p:spPr>
          <a:xfrm>
            <a:off x="1271270" y="5085080"/>
            <a:ext cx="8023860" cy="1339215"/>
          </a:xfrm>
          <a:prstGeom prst="rect">
            <a:avLst/>
          </a:prstGeom>
          <a:noFill/>
          <a:ln w="9525">
            <a:noFill/>
          </a:ln>
        </p:spPr>
      </p:pic>
      <p:sp>
        <p:nvSpPr>
          <p:cNvPr id="5" name="文本框 4"/>
          <p:cNvSpPr txBox="1"/>
          <p:nvPr>
            <p:custDataLst>
              <p:tags r:id="rId3"/>
            </p:custDataLst>
          </p:nvPr>
        </p:nvSpPr>
        <p:spPr>
          <a:xfrm>
            <a:off x="767715" y="116840"/>
            <a:ext cx="7096760" cy="583565"/>
          </a:xfrm>
          <a:prstGeom prst="rect">
            <a:avLst/>
          </a:prstGeom>
          <a:noFill/>
        </p:spPr>
        <p:txBody>
          <a:bodyPr wrap="square" rtlCol="0">
            <a:spAutoFit/>
          </a:bodyPr>
          <a:lstStyle/>
          <a:p>
            <a:pPr algn="l">
              <a:buClrTx/>
              <a:buSzTx/>
              <a:buFontTx/>
            </a:pPr>
            <a:r>
              <a:rPr lang="zh-CN" altLang="en-US" sz="32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实验：探究小车速度随时间变化的规律 </a:t>
            </a:r>
          </a:p>
        </p:txBody>
      </p:sp>
      <p:cxnSp>
        <p:nvCxnSpPr>
          <p:cNvPr id="3" name="直接连接符 2"/>
          <p:cNvCxnSpPr/>
          <p:nvPr>
            <p:custDataLst>
              <p:tags r:id="rId4"/>
            </p:custDataLst>
          </p:nvPr>
        </p:nvCxnSpPr>
        <p:spPr>
          <a:xfrm>
            <a:off x="767408" y="687635"/>
            <a:ext cx="10657184" cy="0"/>
          </a:xfrm>
          <a:prstGeom prst="line">
            <a:avLst/>
          </a:prstGeom>
          <a:ln w="76200">
            <a:gradFill>
              <a:gsLst>
                <a:gs pos="0">
                  <a:srgbClr val="C00000"/>
                </a:gs>
                <a:gs pos="100000">
                  <a:schemeClr val="bg1"/>
                </a:gs>
                <a:gs pos="100000">
                  <a:schemeClr val="accent1">
                    <a:lumMod val="30000"/>
                    <a:lumOff val="70000"/>
                  </a:schemeClr>
                </a:gs>
              </a:gsLst>
              <a:lin ang="5400000" scaled="1"/>
            </a:gradFill>
          </a:ln>
        </p:spPr>
        <p:style>
          <a:lnRef idx="1">
            <a:schemeClr val="accent1"/>
          </a:lnRef>
          <a:fillRef idx="0">
            <a:schemeClr val="accent1"/>
          </a:fillRef>
          <a:effectRef idx="0">
            <a:schemeClr val="accent1"/>
          </a:effectRef>
          <a:fontRef idx="minor">
            <a:schemeClr val="tx1"/>
          </a:fontRef>
        </p:style>
      </p:cxnSp>
      <p:graphicFrame>
        <p:nvGraphicFramePr>
          <p:cNvPr id="7" name="对象 6"/>
          <p:cNvGraphicFramePr>
            <a:graphicFrameLocks noChangeAspect="1"/>
          </p:cNvGraphicFramePr>
          <p:nvPr>
            <p:custDataLst>
              <p:tags r:id="rId5"/>
            </p:custDataLst>
          </p:nvPr>
        </p:nvGraphicFramePr>
        <p:xfrm>
          <a:off x="1271270" y="1772920"/>
          <a:ext cx="8121650" cy="3235325"/>
        </p:xfrm>
        <a:graphic>
          <a:graphicData uri="http://schemas.openxmlformats.org/presentationml/2006/ole">
            <mc:AlternateContent xmlns:mc="http://schemas.openxmlformats.org/markup-compatibility/2006">
              <mc:Choice xmlns:v="urn:schemas-microsoft-com:vml" Requires="v">
                <p:oleObj r:id="rId8" imgW="5394960" imgH="3238500" progId="Paint.Picture">
                  <p:embed/>
                </p:oleObj>
              </mc:Choice>
              <mc:Fallback>
                <p:oleObj r:id="rId8" imgW="5394960" imgH="3238500" progId="Paint.Picture">
                  <p:embed/>
                  <p:pic>
                    <p:nvPicPr>
                      <p:cNvPr id="7" name="对象 6"/>
                      <p:cNvPicPr/>
                      <p:nvPr/>
                    </p:nvPicPr>
                    <p:blipFill>
                      <a:blip r:embed="rId9">
                        <a:lum bright="-18000" contrast="42000"/>
                      </a:blip>
                      <a:stretch>
                        <a:fillRect/>
                      </a:stretch>
                    </p:blipFill>
                    <p:spPr>
                      <a:xfrm>
                        <a:off x="1271270" y="1772920"/>
                        <a:ext cx="8121650" cy="3235325"/>
                      </a:xfrm>
                      <a:prstGeom prst="rect">
                        <a:avLst/>
                      </a:prstGeom>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767715" y="116840"/>
            <a:ext cx="7096760" cy="583565"/>
          </a:xfrm>
          <a:prstGeom prst="rect">
            <a:avLst/>
          </a:prstGeom>
          <a:noFill/>
        </p:spPr>
        <p:txBody>
          <a:bodyPr wrap="square" rtlCol="0">
            <a:spAutoFit/>
          </a:bodyPr>
          <a:lstStyle/>
          <a:p>
            <a:pPr algn="l">
              <a:buClrTx/>
              <a:buSzTx/>
              <a:buFontTx/>
            </a:pPr>
            <a:r>
              <a:rPr lang="zh-CN" altLang="en-US" sz="32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实验：探究小车速度随时间变化的规律 </a:t>
            </a:r>
          </a:p>
        </p:txBody>
      </p:sp>
      <p:cxnSp>
        <p:nvCxnSpPr>
          <p:cNvPr id="6" name="直接连接符 5"/>
          <p:cNvCxnSpPr/>
          <p:nvPr>
            <p:custDataLst>
              <p:tags r:id="rId2"/>
            </p:custDataLst>
          </p:nvPr>
        </p:nvCxnSpPr>
        <p:spPr>
          <a:xfrm>
            <a:off x="767408" y="687635"/>
            <a:ext cx="10657184" cy="0"/>
          </a:xfrm>
          <a:prstGeom prst="line">
            <a:avLst/>
          </a:prstGeom>
          <a:ln w="76200">
            <a:gradFill>
              <a:gsLst>
                <a:gs pos="0">
                  <a:srgbClr val="C00000"/>
                </a:gs>
                <a:gs pos="100000">
                  <a:schemeClr val="bg1"/>
                </a:gs>
                <a:gs pos="100000">
                  <a:schemeClr val="accent1">
                    <a:lumMod val="30000"/>
                    <a:lumOff val="7000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7" name="文本框 6"/>
          <p:cNvSpPr txBox="1"/>
          <p:nvPr>
            <p:custDataLst>
              <p:tags r:id="rId3"/>
            </p:custDataLst>
          </p:nvPr>
        </p:nvSpPr>
        <p:spPr>
          <a:xfrm>
            <a:off x="695325" y="1125220"/>
            <a:ext cx="10687050" cy="1938020"/>
          </a:xfrm>
          <a:prstGeom prst="rect">
            <a:avLst/>
          </a:prstGeom>
        </p:spPr>
        <p:txBody>
          <a:bodyPr wrap="square">
            <a:spAutoFit/>
          </a:bodyPr>
          <a:lstStyle/>
          <a:p>
            <a:pPr indent="0" algn="just" defTabSz="266700" fontAlgn="auto">
              <a:lnSpc>
                <a:spcPct val="125000"/>
              </a:lnSpc>
              <a:spcAft>
                <a:spcPct val="0"/>
              </a:spcAft>
            </a:pPr>
            <a:r>
              <a:rPr lang="en-US" altLang="zh-CN" sz="3200" kern="100">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zh-CN" sz="3200" kern="100">
                <a:latin typeface="微软雅黑" panose="020B0503020204020204" pitchFamily="34" charset="-122"/>
                <a:ea typeface="微软雅黑" panose="020B0503020204020204" pitchFamily="34" charset="-122"/>
                <a:cs typeface="微软雅黑" panose="020B0503020204020204" pitchFamily="34" charset="-122"/>
                <a:sym typeface="+mn-ea"/>
              </a:rPr>
              <a:t>求小车的速度与加速度</a:t>
            </a:r>
            <a:endParaRPr lang="zh-CN" altLang="zh-CN" sz="3200" kern="100">
              <a:effectLst/>
              <a:latin typeface="微软雅黑" panose="020B0503020204020204" pitchFamily="34" charset="-122"/>
              <a:ea typeface="微软雅黑" panose="020B0503020204020204" pitchFamily="34" charset="-122"/>
              <a:cs typeface="微软雅黑" panose="020B0503020204020204" pitchFamily="34" charset="-122"/>
            </a:endParaRPr>
          </a:p>
          <a:p>
            <a:pPr indent="0" algn="just" defTabSz="266700" fontAlgn="auto">
              <a:lnSpc>
                <a:spcPct val="125000"/>
              </a:lnSpc>
              <a:spcAft>
                <a:spcPct val="0"/>
              </a:spcAft>
            </a:pPr>
            <a:r>
              <a:rPr lang="zh-CN" altLang="en-US" sz="3200">
                <a:latin typeface="微软雅黑" panose="020B0503020204020204" pitchFamily="34" charset="-122"/>
                <a:ea typeface="微软雅黑" panose="020B0503020204020204" pitchFamily="34" charset="-122"/>
                <a:cs typeface="微软雅黑" panose="020B0503020204020204" pitchFamily="34" charset="-122"/>
              </a:rPr>
              <a:t>①利用平均速度求瞬时速度：</a:t>
            </a:r>
          </a:p>
          <a:p>
            <a:pPr indent="0" algn="just" defTabSz="266700" fontAlgn="auto">
              <a:lnSpc>
                <a:spcPct val="125000"/>
              </a:lnSpc>
              <a:spcAft>
                <a:spcPct val="0"/>
              </a:spcAft>
            </a:pPr>
            <a:r>
              <a:rPr lang="zh-CN" altLang="en-US" sz="3200">
                <a:latin typeface="微软雅黑" panose="020B0503020204020204" pitchFamily="34" charset="-122"/>
                <a:ea typeface="微软雅黑" panose="020B0503020204020204" pitchFamily="34" charset="-122"/>
                <a:cs typeface="微软雅黑" panose="020B0503020204020204" pitchFamily="34" charset="-122"/>
              </a:rPr>
              <a:t>某段时间内的平均速度等于其中间时刻的瞬时速度。</a:t>
            </a:r>
          </a:p>
        </p:txBody>
      </p:sp>
      <p:pic>
        <p:nvPicPr>
          <p:cNvPr id="11" name="图片 10"/>
          <p:cNvPicPr/>
          <p:nvPr>
            <p:custDataLst>
              <p:tags r:id="rId4"/>
            </p:custDataLst>
          </p:nvPr>
        </p:nvPicPr>
        <p:blipFill>
          <a:blip r:embed="rId7"/>
          <a:srcRect l="2457" t="66425" r="2856" b="2812"/>
          <a:stretch>
            <a:fillRect/>
          </a:stretch>
        </p:blipFill>
        <p:spPr>
          <a:xfrm>
            <a:off x="839470" y="3645535"/>
            <a:ext cx="9611360" cy="1339215"/>
          </a:xfrm>
          <a:prstGeom prst="rect">
            <a:avLst/>
          </a:prstGeom>
          <a:noFill/>
          <a:ln w="9525">
            <a:noFill/>
          </a:ln>
        </p:spPr>
      </p:pic>
      <mc:AlternateContent xmlns:mc="http://schemas.openxmlformats.org/markup-compatibility/2006" xmlns:a14="http://schemas.microsoft.com/office/drawing/2010/main">
        <mc:Choice Requires="a14">
          <p:sp>
            <p:nvSpPr>
              <p:cNvPr id="13" name="文本框 12"/>
              <p:cNvSpPr txBox="1"/>
              <p:nvPr>
                <p:custDataLst>
                  <p:tags r:id="rId5"/>
                </p:custDataLst>
              </p:nvPr>
            </p:nvSpPr>
            <p:spPr>
              <a:xfrm>
                <a:off x="6023610" y="1125220"/>
                <a:ext cx="6096000" cy="1195705"/>
              </a:xfrm>
              <a:prstGeom prst="rect">
                <a:avLst/>
              </a:prstGeom>
              <a:noFill/>
            </p:spPr>
            <p:txBody>
              <a:bodyPr wrap="square" rtlCol="0" anchor="t">
                <a:spAutoFit/>
              </a:bodyPr>
              <a:lstStyle/>
              <a:p>
                <a:pPr/>
                <a14:m>
                  <m:oMathPara xmlns:m="http://schemas.openxmlformats.org/officeDocument/2006/math">
                    <m:oMathParaPr>
                      <m:jc m:val="centerGroup"/>
                    </m:oMathParaPr>
                    <m:oMath xmlns:m="http://schemas.openxmlformats.org/officeDocument/2006/math">
                      <m:sSub>
                        <m:sSubPr>
                          <m:ctrlPr>
                            <a:rPr lang="en-US" altLang="zh-CN" sz="4000" i="1" smtClean="0">
                              <a:solidFill>
                                <a:srgbClr val="FF0000"/>
                              </a:solidFill>
                              <a:latin typeface="Cambria Math" panose="02040503050406030204" pitchFamily="18" charset="0"/>
                            </a:rPr>
                          </m:ctrlPr>
                        </m:sSubPr>
                        <m:e>
                          <m:r>
                            <a:rPr lang="en-US" altLang="zh-CN" sz="4000" i="1">
                              <a:solidFill>
                                <a:srgbClr val="FF0000"/>
                              </a:solidFill>
                              <a:latin typeface="Cambria Math" panose="02040503050406030204" pitchFamily="18" charset="0"/>
                            </a:rPr>
                            <m:t>𝑣</m:t>
                          </m:r>
                        </m:e>
                        <m:sub>
                          <m:r>
                            <a:rPr lang="en-US" altLang="zh-CN" sz="4000" i="1">
                              <a:solidFill>
                                <a:srgbClr val="FF0000"/>
                              </a:solidFill>
                              <a:latin typeface="Cambria Math" panose="02040503050406030204" pitchFamily="18" charset="0"/>
                            </a:rPr>
                            <m:t>𝑛</m:t>
                          </m:r>
                        </m:sub>
                      </m:sSub>
                      <m:r>
                        <a:rPr lang="en-US" altLang="zh-CN" sz="4000" i="1">
                          <a:solidFill>
                            <a:srgbClr val="FF0000"/>
                          </a:solidFill>
                          <a:latin typeface="Cambria Math" panose="02040503050406030204" pitchFamily="18" charset="0"/>
                        </a:rPr>
                        <m:t>=</m:t>
                      </m:r>
                      <m:f>
                        <m:fPr>
                          <m:ctrlPr>
                            <a:rPr lang="en-US" altLang="zh-CN" sz="4000" i="1">
                              <a:solidFill>
                                <a:srgbClr val="FF0000"/>
                              </a:solidFill>
                              <a:latin typeface="Cambria Math" panose="02040503050406030204" pitchFamily="18" charset="0"/>
                            </a:rPr>
                          </m:ctrlPr>
                        </m:fPr>
                        <m:num>
                          <m:sSub>
                            <m:sSubPr>
                              <m:ctrlPr>
                                <a:rPr lang="en-US" altLang="zh-CN" sz="4000" i="1">
                                  <a:solidFill>
                                    <a:srgbClr val="FF0000"/>
                                  </a:solidFill>
                                  <a:latin typeface="Cambria Math" panose="02040503050406030204" pitchFamily="18" charset="0"/>
                                </a:rPr>
                              </m:ctrlPr>
                            </m:sSubPr>
                            <m:e>
                              <m:r>
                                <a:rPr lang="en-US" altLang="zh-CN" sz="4000" i="1">
                                  <a:solidFill>
                                    <a:srgbClr val="FF0000"/>
                                  </a:solidFill>
                                  <a:latin typeface="Cambria Math" panose="02040503050406030204" pitchFamily="18" charset="0"/>
                                </a:rPr>
                                <m:t>𝑥</m:t>
                              </m:r>
                            </m:e>
                            <m:sub>
                              <m:r>
                                <a:rPr lang="en-US" altLang="zh-CN" sz="4000" i="1">
                                  <a:solidFill>
                                    <a:srgbClr val="FF0000"/>
                                  </a:solidFill>
                                  <a:latin typeface="Cambria Math" panose="02040503050406030204" pitchFamily="18" charset="0"/>
                                </a:rPr>
                                <m:t>𝑛</m:t>
                              </m:r>
                            </m:sub>
                          </m:sSub>
                          <m:r>
                            <a:rPr lang="en-US" altLang="zh-CN" sz="4000" i="1">
                              <a:solidFill>
                                <a:srgbClr val="FF0000"/>
                              </a:solidFill>
                              <a:latin typeface="Cambria Math" panose="02040503050406030204" pitchFamily="18" charset="0"/>
                            </a:rPr>
                            <m:t>+</m:t>
                          </m:r>
                          <m:sSub>
                            <m:sSubPr>
                              <m:ctrlPr>
                                <a:rPr lang="en-US" altLang="zh-CN" sz="4000" i="1">
                                  <a:solidFill>
                                    <a:srgbClr val="FF0000"/>
                                  </a:solidFill>
                                  <a:latin typeface="Cambria Math" panose="02040503050406030204" pitchFamily="18" charset="0"/>
                                </a:rPr>
                              </m:ctrlPr>
                            </m:sSubPr>
                            <m:e>
                              <m:r>
                                <a:rPr lang="en-US" altLang="zh-CN" sz="4000" i="1">
                                  <a:solidFill>
                                    <a:srgbClr val="FF0000"/>
                                  </a:solidFill>
                                  <a:latin typeface="Cambria Math" panose="02040503050406030204" pitchFamily="18" charset="0"/>
                                </a:rPr>
                                <m:t>𝑥</m:t>
                              </m:r>
                            </m:e>
                            <m:sub>
                              <m:r>
                                <a:rPr lang="en-US" altLang="zh-CN" sz="4000" i="1">
                                  <a:solidFill>
                                    <a:srgbClr val="FF0000"/>
                                  </a:solidFill>
                                  <a:latin typeface="Cambria Math" panose="02040503050406030204" pitchFamily="18" charset="0"/>
                                </a:rPr>
                                <m:t>𝑛</m:t>
                              </m:r>
                              <m:r>
                                <a:rPr lang="en-US" altLang="zh-CN" sz="4000" i="1">
                                  <a:solidFill>
                                    <a:srgbClr val="FF0000"/>
                                  </a:solidFill>
                                  <a:latin typeface="Cambria Math" panose="02040503050406030204" pitchFamily="18" charset="0"/>
                                </a:rPr>
                                <m:t>+1</m:t>
                              </m:r>
                            </m:sub>
                          </m:sSub>
                        </m:num>
                        <m:den>
                          <m:r>
                            <a:rPr lang="en-US" altLang="zh-CN" sz="4000" i="1">
                              <a:solidFill>
                                <a:srgbClr val="FF0000"/>
                              </a:solidFill>
                              <a:latin typeface="Cambria Math" panose="02040503050406030204" pitchFamily="18" charset="0"/>
                            </a:rPr>
                            <m:t>2</m:t>
                          </m:r>
                          <m:r>
                            <a:rPr lang="en-US" altLang="zh-CN" sz="4000" i="1">
                              <a:solidFill>
                                <a:srgbClr val="FF0000"/>
                              </a:solidFill>
                              <a:latin typeface="Cambria Math" panose="02040503050406030204" pitchFamily="18" charset="0"/>
                            </a:rPr>
                            <m:t>𝑇</m:t>
                          </m:r>
                        </m:den>
                      </m:f>
                    </m:oMath>
                  </m:oMathPara>
                </a14:m>
                <a:endParaRPr lang="en-US" altLang="zh-CN" sz="4000" i="1">
                  <a:solidFill>
                    <a:srgbClr val="FF0000"/>
                  </a:solidFill>
                  <a:latin typeface="Cambria Math" panose="02040503050406030204" pitchFamily="18" charset="0"/>
                </a:endParaRPr>
              </a:p>
            </p:txBody>
          </p:sp>
        </mc:Choice>
        <mc:Fallback xmlns:p159="http://schemas.microsoft.com/office/powerpoint/2015/09/main" xmlns:p15="http://schemas.microsoft.com/office/powerpoint/2012/main" xmlns:p14="http://schemas.microsoft.com/office/powerpoint/2010/main" xmlns:wp="http://schemas.openxmlformats.org/drawingml/2006/wordprocessingDrawing" xmlns:w="http://schemas.openxmlformats.org/wordprocessingml/2006/main" xmlns:m="http://schemas.openxmlformats.org/officeDocument/2006/math" xmlns="">
          <p:sp>
            <p:nvSpPr>
              <p:cNvPr id="13" name="文本框 12"/>
              <p:cNvSpPr txBox="1">
                <a:spLocks noRot="1" noChangeAspect="1" noMove="1" noResize="1" noEditPoints="1" noAdjustHandles="1" noChangeArrowheads="1" noChangeShapeType="1" noTextEdit="1"/>
              </p:cNvSpPr>
              <p:nvPr>
                <p:custDataLst>
                  <p:tags r:id="rId9"/>
                </p:custDataLst>
              </p:nvPr>
            </p:nvSpPr>
            <p:spPr>
              <a:xfrm>
                <a:off x="6023610" y="1125220"/>
                <a:ext cx="6096000" cy="1195705"/>
              </a:xfrm>
              <a:prstGeom prst="rect">
                <a:avLst/>
              </a:prstGeom>
              <a:blipFill rotWithShape="1">
                <a:blip r:embed="rId10"/>
                <a:stretch>
                  <a:fillRect/>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767408" y="687635"/>
            <a:ext cx="10657184" cy="0"/>
          </a:xfrm>
          <a:prstGeom prst="line">
            <a:avLst/>
          </a:prstGeom>
          <a:ln w="76200">
            <a:gradFill>
              <a:gsLst>
                <a:gs pos="0">
                  <a:srgbClr val="C00000"/>
                </a:gs>
                <a:gs pos="100000">
                  <a:schemeClr val="bg1"/>
                </a:gs>
                <a:gs pos="100000">
                  <a:schemeClr val="accent1">
                    <a:lumMod val="30000"/>
                    <a:lumOff val="7000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custDataLst>
              <p:tags r:id="rId3"/>
            </p:custDataLst>
          </p:nvPr>
        </p:nvSpPr>
        <p:spPr>
          <a:xfrm>
            <a:off x="839470" y="908685"/>
            <a:ext cx="11040745" cy="780415"/>
          </a:xfrm>
          <a:prstGeom prst="rect">
            <a:avLst/>
          </a:prstGeom>
          <a:noFill/>
        </p:spPr>
        <p:txBody>
          <a:bodyPr wrap="square" rtlCol="0" anchor="t">
            <a:spAutoFit/>
          </a:bodyPr>
          <a:lstStyle/>
          <a:p>
            <a:pPr algn="just">
              <a:lnSpc>
                <a:spcPct val="140000"/>
              </a:lnSpc>
              <a:spcAft>
                <a:spcPct val="0"/>
              </a:spcAft>
              <a:tabLst>
                <a:tab pos="2250440" algn="l"/>
              </a:tabLst>
            </a:pPr>
            <a:r>
              <a:rPr lang="zh-CN" altLang="en-US" sz="3200">
                <a:latin typeface="微软雅黑" panose="020B0503020204020204" pitchFamily="34" charset="-122"/>
                <a:ea typeface="微软雅黑" panose="020B0503020204020204" pitchFamily="34" charset="-122"/>
                <a:cs typeface="微软雅黑" panose="020B0503020204020204" pitchFamily="34" charset="-122"/>
                <a:sym typeface="+mn-ea"/>
              </a:rPr>
              <a:t>②利用速度－时间图像，</a:t>
            </a:r>
            <a:r>
              <a:rPr lang="zh-CN" altLang="en-US" sz="32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通过图像的斜率求解小车的加速度</a:t>
            </a:r>
          </a:p>
        </p:txBody>
      </p:sp>
      <p:sp>
        <p:nvSpPr>
          <p:cNvPr id="6" name="文本框 5"/>
          <p:cNvSpPr txBox="1"/>
          <p:nvPr>
            <p:custDataLst>
              <p:tags r:id="rId4"/>
            </p:custDataLst>
          </p:nvPr>
        </p:nvSpPr>
        <p:spPr>
          <a:xfrm>
            <a:off x="5447665" y="2565400"/>
            <a:ext cx="6236335" cy="2173605"/>
          </a:xfrm>
          <a:prstGeom prst="rect">
            <a:avLst/>
          </a:prstGeom>
          <a:noFill/>
        </p:spPr>
        <p:txBody>
          <a:bodyPr wrap="square" rtlCol="0" anchor="t">
            <a:spAutoFit/>
          </a:bodyPr>
          <a:lstStyle/>
          <a:p>
            <a:pPr marL="0" marR="0" lvl="0" indent="0" algn="l" defTabSz="914400" rtl="0" eaLnBrk="1" latinLnBrk="0" hangingPunct="1">
              <a:lnSpc>
                <a:spcPts val="4060"/>
              </a:lnSpc>
              <a:spcBef>
                <a:spcPct val="0"/>
              </a:spcBef>
              <a:spcAft>
                <a:spcPct val="0"/>
              </a:spcAft>
              <a:buClrTx/>
              <a:buSzTx/>
              <a:buFontTx/>
              <a:buNone/>
              <a:defRPr/>
            </a:pPr>
            <a:r>
              <a:rPr lang="zh-CN" altLang="en-US" sz="3200">
                <a:latin typeface="微软雅黑" panose="020B0503020204020204" pitchFamily="34" charset="-122"/>
                <a:ea typeface="微软雅黑" panose="020B0503020204020204" pitchFamily="34" charset="-122"/>
                <a:cs typeface="微软雅黑" panose="020B0503020204020204" pitchFamily="34" charset="-122"/>
                <a:sym typeface="+mn-ea"/>
              </a:rPr>
              <a:t>（1）让尽可能多的点在直线上；</a:t>
            </a:r>
            <a:endParaRPr kumimoji="0" lang="zh-CN" altLang="en-US" sz="3200" i="0" u="none" strike="noStrike" kern="1200" cap="none" spc="0" normalizeH="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latinLnBrk="0" hangingPunct="1">
              <a:lnSpc>
                <a:spcPts val="4060"/>
              </a:lnSpc>
              <a:spcBef>
                <a:spcPct val="0"/>
              </a:spcBef>
              <a:spcAft>
                <a:spcPct val="0"/>
              </a:spcAft>
              <a:buClrTx/>
              <a:buSzTx/>
              <a:buFontTx/>
              <a:buNone/>
              <a:defRPr/>
            </a:pPr>
            <a:r>
              <a:rPr lang="zh-CN" altLang="en-US" sz="3200">
                <a:latin typeface="微软雅黑" panose="020B0503020204020204" pitchFamily="34" charset="-122"/>
                <a:ea typeface="微软雅黑" panose="020B0503020204020204" pitchFamily="34" charset="-122"/>
                <a:cs typeface="微软雅黑" panose="020B0503020204020204" pitchFamily="34" charset="-122"/>
                <a:sym typeface="+mn-ea"/>
              </a:rPr>
              <a:t>（2）不在直线上的点均匀分布在直线的两侧；     </a:t>
            </a:r>
            <a:endParaRPr kumimoji="0" lang="zh-CN" altLang="en-US" sz="3200" i="0" u="none" strike="noStrike" kern="1200" cap="none" spc="0" normalizeH="0" baseline="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latinLnBrk="0" hangingPunct="1">
              <a:lnSpc>
                <a:spcPts val="4060"/>
              </a:lnSpc>
              <a:spcBef>
                <a:spcPct val="0"/>
              </a:spcBef>
              <a:spcAft>
                <a:spcPct val="0"/>
              </a:spcAft>
              <a:buClrTx/>
              <a:buSzTx/>
              <a:buFontTx/>
              <a:buNone/>
              <a:defRPr/>
            </a:pPr>
            <a:r>
              <a:rPr lang="zh-CN" altLang="en-US" sz="3200">
                <a:latin typeface="微软雅黑" panose="020B0503020204020204" pitchFamily="34" charset="-122"/>
                <a:ea typeface="微软雅黑" panose="020B0503020204020204" pitchFamily="34" charset="-122"/>
                <a:cs typeface="微软雅黑" panose="020B0503020204020204" pitchFamily="34" charset="-122"/>
                <a:sym typeface="+mn-ea"/>
              </a:rPr>
              <a:t>（3）偏差比较大的点舍去。 </a:t>
            </a:r>
            <a:endParaRPr lang="en-US" altLang="zh-CN" sz="2800" noProof="0">
              <a:ln>
                <a:noFill/>
              </a:ln>
              <a:effectLst/>
              <a:uLnTx/>
              <a:uFillTx/>
              <a:latin typeface="宋体" panose="02010600030101010101" pitchFamily="2" charset="-122"/>
              <a:cs typeface="宋体" panose="02010600030101010101" pitchFamily="2" charset="-122"/>
              <a:sym typeface="+mn-ea"/>
            </a:endParaRPr>
          </a:p>
        </p:txBody>
      </p:sp>
      <p:pic>
        <p:nvPicPr>
          <p:cNvPr id="401411" name="Picture 3"/>
          <p:cNvPicPr>
            <a:picLocks noChangeAspect="1" noChangeArrowheads="1"/>
          </p:cNvPicPr>
          <p:nvPr>
            <p:custDataLst>
              <p:tags r:id="rId5"/>
            </p:custDataLst>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767715" y="1988820"/>
            <a:ext cx="4176395" cy="391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p:nvPr>
            <p:custDataLst>
              <p:tags r:id="rId6"/>
            </p:custDataLst>
          </p:nvPr>
        </p:nvSpPr>
        <p:spPr>
          <a:xfrm>
            <a:off x="767715" y="116840"/>
            <a:ext cx="7096760" cy="583565"/>
          </a:xfrm>
          <a:prstGeom prst="rect">
            <a:avLst/>
          </a:prstGeom>
          <a:noFill/>
        </p:spPr>
        <p:txBody>
          <a:bodyPr wrap="square" rtlCol="0">
            <a:spAutoFit/>
          </a:bodyPr>
          <a:lstStyle/>
          <a:p>
            <a:pPr algn="l">
              <a:buClrTx/>
              <a:buSzTx/>
              <a:buFontTx/>
            </a:pPr>
            <a:r>
              <a:rPr lang="zh-CN" altLang="en-US" sz="32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实验：探究小车速度随时间变化的规律 </a:t>
            </a:r>
          </a:p>
        </p:txBody>
      </p:sp>
    </p:spTree>
    <p:custDataLst>
      <p:tags r:id="rId1"/>
    </p:custDataLst>
  </p:cSld>
  <p:clrMapOvr>
    <a:masterClrMapping/>
  </p:clrMapOvr>
  <p:transition spd="slow" advTm="55074">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1411"/>
                                        </p:tgtEl>
                                        <p:attrNameLst>
                                          <p:attrName>style.visibility</p:attrName>
                                        </p:attrNameLst>
                                      </p:cBhvr>
                                      <p:to>
                                        <p:strVal val="visible"/>
                                      </p:to>
                                    </p:set>
                                    <p:animEffect transition="in" filter="blinds(horizontal)">
                                      <p:cBhvr>
                                        <p:cTn id="7" dur="500"/>
                                        <p:tgtEl>
                                          <p:spTgt spid="401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S_UNIQUEID" val="4301"/>
</p:tagLst>
</file>

<file path=ppt/tags/tag2.xml><?xml version="1.0" encoding="utf-8"?>
<p:tagLst xmlns:a="http://schemas.openxmlformats.org/drawingml/2006/main" xmlns:r="http://schemas.openxmlformats.org/officeDocument/2006/relationships" xmlns:p="http://schemas.openxmlformats.org/presentationml/2006/main">
  <p:tag name="AS_UNIQUEID" val="4302"/>
</p:tagLst>
</file>

<file path=ppt/tags/tag3.xml><?xml version="1.0" encoding="utf-8"?>
<p:tagLst xmlns:a="http://schemas.openxmlformats.org/drawingml/2006/main" xmlns:r="http://schemas.openxmlformats.org/officeDocument/2006/relationships" xmlns:p="http://schemas.openxmlformats.org/presentationml/2006/main">
  <p:tag name="AS_UNIQUEID" val="4303"/>
</p:tagLst>
</file>

<file path=ppt/tags/tag4.xml><?xml version="1.0" encoding="utf-8"?>
<p:tagLst xmlns:a="http://schemas.openxmlformats.org/drawingml/2006/main" xmlns:r="http://schemas.openxmlformats.org/officeDocument/2006/relationships" xmlns:p="http://schemas.openxmlformats.org/presentationml/2006/main">
  <p:tag name="AS_UNIQUEID" val="4399"/>
</p:tagLst>
</file>

<file path=ppt/tags/tag5.xml><?xml version="1.0" encoding="utf-8"?>
<p:tagLst xmlns:a="http://schemas.openxmlformats.org/drawingml/2006/main" xmlns:r="http://schemas.openxmlformats.org/officeDocument/2006/relationships" xmlns:p="http://schemas.openxmlformats.org/presentationml/2006/main">
  <p:tag name="AS_UNIQUEID" val="4400"/>
</p:tagLst>
</file>

<file path=ppt/tags/tag6.xml><?xml version="1.0" encoding="utf-8"?>
<p:tagLst xmlns:a="http://schemas.openxmlformats.org/drawingml/2006/main" xmlns:r="http://schemas.openxmlformats.org/officeDocument/2006/relationships" xmlns:p="http://schemas.openxmlformats.org/presentationml/2006/main">
  <p:tag name="AS_UNIQUEID" val="4401"/>
</p:tagLst>
</file>

<file path=ppt/tags/tag7.xml><?xml version="1.0" encoding="utf-8"?>
<p:tagLst xmlns:a="http://schemas.openxmlformats.org/drawingml/2006/main" xmlns:r="http://schemas.openxmlformats.org/officeDocument/2006/relationships" xmlns:p="http://schemas.openxmlformats.org/presentationml/2006/main">
  <p:tag name="AS_UNIQUEID" val="4253"/>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AS_UNIQUEID" val="4255"/>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AS_UNIQUEID" val="4403"/>
</p:tagLst>
</file>

<file path=ppt/tags/tag10.xml><?xml version="1.0" encoding="utf-8"?>
<p:tagLst xmlns:a="http://schemas.openxmlformats.org/drawingml/2006/main" xmlns:r="http://schemas.openxmlformats.org/officeDocument/2006/relationships" xmlns:p="http://schemas.openxmlformats.org/presentationml/2006/main">
  <p:tag name="AS_UNIQUEID" val="4404"/>
</p:tagLst>
</file>

<file path=ppt/tags/tag11.xml><?xml version="1.0" encoding="utf-8"?>
<p:tagLst xmlns:a="http://schemas.openxmlformats.org/drawingml/2006/main" xmlns:r="http://schemas.openxmlformats.org/officeDocument/2006/relationships" xmlns:p="http://schemas.openxmlformats.org/presentationml/2006/main">
  <p:tag name="AS_UNIQUEID" val="4259"/>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AS_UNIQUEID" val="4045"/>
</p:tagLst>
</file>

<file path=ppt/tags/tag13.xml><?xml version="1.0" encoding="utf-8"?>
<p:tagLst xmlns:a="http://schemas.openxmlformats.org/drawingml/2006/main" xmlns:r="http://schemas.openxmlformats.org/officeDocument/2006/relationships" xmlns:p="http://schemas.openxmlformats.org/presentationml/2006/main">
  <p:tag name="AS_UNIQUEID" val="4406"/>
</p:tagLst>
</file>

<file path=ppt/tags/tag14.xml><?xml version="1.0" encoding="utf-8"?>
<p:tagLst xmlns:a="http://schemas.openxmlformats.org/drawingml/2006/main" xmlns:r="http://schemas.openxmlformats.org/officeDocument/2006/relationships" xmlns:p="http://schemas.openxmlformats.org/presentationml/2006/main">
  <p:tag name="AS_UNIQUEID" val="4407"/>
</p:tagLst>
</file>

<file path=ppt/tags/tag15.xml><?xml version="1.0" encoding="utf-8"?>
<p:tagLst xmlns:a="http://schemas.openxmlformats.org/drawingml/2006/main" xmlns:r="http://schemas.openxmlformats.org/officeDocument/2006/relationships" xmlns:p="http://schemas.openxmlformats.org/presentationml/2006/main">
  <p:tag name="AS_UNIQUEID" val="4260"/>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AS_UNIQUEID" val="4409"/>
</p:tagLst>
</file>

<file path=ppt/tags/tag17.xml><?xml version="1.0" encoding="utf-8"?>
<p:tagLst xmlns:a="http://schemas.openxmlformats.org/drawingml/2006/main" xmlns:r="http://schemas.openxmlformats.org/officeDocument/2006/relationships" xmlns:p="http://schemas.openxmlformats.org/presentationml/2006/main">
  <p:tag name="AS_UNIQUEID" val="4410"/>
</p:tagLst>
</file>

<file path=ppt/tags/tag18.xml><?xml version="1.0" encoding="utf-8"?>
<p:tagLst xmlns:a="http://schemas.openxmlformats.org/drawingml/2006/main" xmlns:r="http://schemas.openxmlformats.org/officeDocument/2006/relationships" xmlns:p="http://schemas.openxmlformats.org/presentationml/2006/main">
  <p:tag name="AS_UNIQUEID" val="4411"/>
</p:tagLst>
</file>

<file path=ppt/tags/tag19.xml><?xml version="1.0" encoding="utf-8"?>
<p:tagLst xmlns:a="http://schemas.openxmlformats.org/drawingml/2006/main" xmlns:r="http://schemas.openxmlformats.org/officeDocument/2006/relationships" xmlns:p="http://schemas.openxmlformats.org/presentationml/2006/main">
  <p:tag name="AS_UNIQUEID" val="4045"/>
</p:tagLst>
</file>

<file path=ppt/tags/tag20.xml><?xml version="1.0" encoding="utf-8"?>
<p:tagLst xmlns:a="http://schemas.openxmlformats.org/drawingml/2006/main" xmlns:r="http://schemas.openxmlformats.org/officeDocument/2006/relationships" xmlns:p="http://schemas.openxmlformats.org/presentationml/2006/main">
  <p:tag name="AS_UNIQUEID" val="4412"/>
</p:tagLst>
</file>

<file path=ppt/tags/tag21.xml><?xml version="1.0" encoding="utf-8"?>
<p:tagLst xmlns:a="http://schemas.openxmlformats.org/drawingml/2006/main" xmlns:r="http://schemas.openxmlformats.org/officeDocument/2006/relationships" xmlns:p="http://schemas.openxmlformats.org/presentationml/2006/main">
  <p:tag name="TIMING" val="|2.3|9.4|4.4|10.8|6.5|7.6|6.2"/>
</p:tagLst>
</file>

<file path=ppt/tags/tag22.xml><?xml version="1.0" encoding="utf-8"?>
<p:tagLst xmlns:a="http://schemas.openxmlformats.org/drawingml/2006/main" xmlns:r="http://schemas.openxmlformats.org/officeDocument/2006/relationships" xmlns:p="http://schemas.openxmlformats.org/presentationml/2006/main">
  <p:tag name="AS_UNIQUEID" val="4419"/>
</p:tagLst>
</file>

<file path=ppt/tags/tag23.xml><?xml version="1.0" encoding="utf-8"?>
<p:tagLst xmlns:a="http://schemas.openxmlformats.org/drawingml/2006/main" xmlns:r="http://schemas.openxmlformats.org/officeDocument/2006/relationships" xmlns:p="http://schemas.openxmlformats.org/presentationml/2006/main">
  <p:tag name="AS_UNIQUEID" val="4420"/>
</p:tagLst>
</file>

<file path=ppt/tags/tag24.xml><?xml version="1.0" encoding="utf-8"?>
<p:tagLst xmlns:a="http://schemas.openxmlformats.org/drawingml/2006/main" xmlns:r="http://schemas.openxmlformats.org/officeDocument/2006/relationships" xmlns:p="http://schemas.openxmlformats.org/presentationml/2006/main">
  <p:tag name="AS_UNIQUEID" val="4421"/>
</p:tagLst>
</file>

<file path=ppt/tags/tag25.xml><?xml version="1.0" encoding="utf-8"?>
<p:tagLst xmlns:a="http://schemas.openxmlformats.org/drawingml/2006/main" xmlns:r="http://schemas.openxmlformats.org/officeDocument/2006/relationships" xmlns:p="http://schemas.openxmlformats.org/presentationml/2006/main">
  <p:tag name="AS_UNIQUEID" val="4422"/>
</p:tagLst>
</file>

<file path=ppt/tags/tag26.xml><?xml version="1.0" encoding="utf-8"?>
<p:tagLst xmlns:a="http://schemas.openxmlformats.org/drawingml/2006/main" xmlns:r="http://schemas.openxmlformats.org/officeDocument/2006/relationships" xmlns:p="http://schemas.openxmlformats.org/presentationml/2006/main">
  <p:tag name="AS_UNIQUEID" val="4423"/>
</p:tagLst>
</file>

<file path=ppt/tags/tag27.xml><?xml version="1.0" encoding="utf-8"?>
<p:tagLst xmlns:a="http://schemas.openxmlformats.org/drawingml/2006/main" xmlns:r="http://schemas.openxmlformats.org/officeDocument/2006/relationships" xmlns:p="http://schemas.openxmlformats.org/presentationml/2006/main">
  <p:tag name="AS_UNIQUEID" val="4415"/>
</p:tagLst>
</file>

<file path=ppt/tags/tag28.xml><?xml version="1.0" encoding="utf-8"?>
<p:tagLst xmlns:a="http://schemas.openxmlformats.org/drawingml/2006/main" xmlns:r="http://schemas.openxmlformats.org/officeDocument/2006/relationships" xmlns:p="http://schemas.openxmlformats.org/presentationml/2006/main">
  <p:tag name="AS_UNIQUEID" val="4416"/>
</p:tagLst>
</file>

<file path=ppt/tags/tag29.xml><?xml version="1.0" encoding="utf-8"?>
<p:tagLst xmlns:a="http://schemas.openxmlformats.org/drawingml/2006/main" xmlns:r="http://schemas.openxmlformats.org/officeDocument/2006/relationships" xmlns:p="http://schemas.openxmlformats.org/presentationml/2006/main">
  <p:tag name="AS_UNIQUEID" val="4417"/>
</p:tagLst>
</file>

<file path=ppt/tags/tag184.xml><?xml version="1.0" encoding="utf-8"?>
<p:tagLst xmlns:p="http://schemas.openxmlformats.org/presentationml/2006/main">
  <p:tag name="AS_UNIQUEID" val="441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tand Chines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功" id="{305D7A6B-F211-124E-A565-AFD60AE97881}" vid="{BCE79254-6837-AE48-BBE5-2699EE225D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主题​​</Template>
  <TotalTime>16</TotalTime>
  <Words>346</Words>
  <Application>Microsoft Macintosh PowerPoint</Application>
  <PresentationFormat>Widescreen</PresentationFormat>
  <Paragraphs>30</Paragraphs>
  <Slides>8</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6" baseType="lpstr">
      <vt:lpstr>微软雅黑</vt:lpstr>
      <vt:lpstr>宋体</vt:lpstr>
      <vt:lpstr>Aptos</vt:lpstr>
      <vt:lpstr>Arial</vt:lpstr>
      <vt:lpstr>Cambria Math</vt:lpstr>
      <vt:lpstr>Times New Roman</vt:lpstr>
      <vt:lpstr>Office 主题​​</vt:lpstr>
      <vt:lpstr>Paint.Picture</vt:lpstr>
      <vt:lpstr>探究小车速度随时间变化的规律</vt:lpstr>
      <vt:lpstr>打点计时器</vt:lpstr>
      <vt:lpstr>实验装置</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Xingyu Shu</dc:creator>
  <cp:lastModifiedBy>Xingyu Shu</cp:lastModifiedBy>
  <cp:revision>2</cp:revision>
  <dcterms:created xsi:type="dcterms:W3CDTF">2026-09-15T00:28:04Z</dcterms:created>
  <dcterms:modified xsi:type="dcterms:W3CDTF">2026-09-15T00:44:32Z</dcterms:modified>
</cp:coreProperties>
</file>