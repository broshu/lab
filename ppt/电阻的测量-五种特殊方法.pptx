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6576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2A3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00584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必修第三册 · 电路及其应用 · 专题强化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0120" y="196596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33101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伏安法之外的五种特殊方法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4434840"/>
            <a:ext cx="1883664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5F7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43484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等效替代法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90672" y="4434840"/>
            <a:ext cx="1883664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5F7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443484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安安法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75504" y="4434840"/>
            <a:ext cx="1883664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5F7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443484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伏伏法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0336" y="4434840"/>
            <a:ext cx="1883664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5F7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0336" y="443484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半偏法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45168" y="4434840"/>
            <a:ext cx="1883664" cy="51206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5F7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443484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电桥法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5806440"/>
            <a:ext cx="10177272" cy="0"/>
          </a:xfrm>
          <a:prstGeom prst="line">
            <a:avLst/>
          </a:prstGeom>
          <a:noFill/>
          <a:ln w="12700">
            <a:solidFill>
              <a:srgbClr val="394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授课大纲 · 方法原理与电路设计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为什么需要特殊方法？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1155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伏安法并不总是可行 —— 有时</a:t>
            </a:r>
            <a:pPr indent="0" marL="0">
              <a:buNone/>
            </a:pPr>
            <a:r>
              <a:rPr lang="en-US" sz="15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缺少量程合适的电表</a:t>
            </a:r>
            <a:pPr indent="0" marL="0">
              <a:buNone/>
            </a:pPr>
            <a:r>
              <a:rPr lang="en-US" sz="15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，有时</a:t>
            </a:r>
            <a:pPr indent="0" marL="0">
              <a:buNone/>
            </a:pPr>
            <a:r>
              <a:rPr lang="en-US" sz="15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待测电阻本身就是电表</a:t>
            </a:r>
            <a:pPr indent="0" marL="0">
              <a:buNone/>
            </a:pPr>
            <a:r>
              <a:rPr lang="en-US" sz="15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。五种方法各有分工：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02736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2020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456" y="203911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等效替代法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265176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用电阻箱“顶替”Rx，示数不变即等效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22783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无系统误差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02736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020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57216" y="203911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安安法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265176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两块电流表配合，内阻已知的 A₁ 兼当电压表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322783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只有电流表时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602736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0184" y="2020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51976" y="203911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伏伏法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48472" y="265176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两块电压表配合，内阻已知的 V₁ 兼当电流表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48472" y="322783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只有电压表时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00300" y="3922776"/>
            <a:ext cx="3602736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38044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638044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59836" y="41788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半偏法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656332" y="479145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满偏 → 半偏，直接读出电表自身内阻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56332" y="53675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测电表内阻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95060" y="3922776"/>
            <a:ext cx="3602736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32804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32804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54596" y="41788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电桥法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51092" y="479145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调节平衡使 G 示数为零，“零示法”测量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51092" y="53675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精度高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199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本节课依次讲解每种方法的电路、操作与误差。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等效替代法</a:t>
            </a:r>
            <a:pPr indent="0" marL="0">
              <a:buNone/>
            </a:pPr>
            <a:r>
              <a:rPr lang="en-US" sz="15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用电阻箱替换待测电阻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3327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用电阻箱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替换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，保持电路其他部分不变；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若电表示数相同（作用等效），则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两种常见形式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电流替代：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滑片不动，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由 a 切到 b，调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使毫安表示数仍为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电压替代：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滑片不动，切换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使电压表示数不变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电阻箱示数即为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486400"/>
            <a:ext cx="4892040" cy="713232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5486400"/>
            <a:ext cx="64008" cy="713232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54864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不涉及电表内阻 → 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无系统误差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06440" y="1234440"/>
            <a:ext cx="587959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4" name="Image 0" descr="img/tidai_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584" y="1389888"/>
            <a:ext cx="2881304" cy="17922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06440" y="3227832"/>
            <a:ext cx="5879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电流替代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806440" y="3767328"/>
            <a:ext cx="5879592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7" name="Image 1" descr="img/tidai_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77" y="3922776"/>
            <a:ext cx="3161117" cy="23042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06440" y="6272784"/>
            <a:ext cx="5879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电压替代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安安法</a:t>
            </a:r>
            <a:pPr indent="0" marL="0">
              <a:buNone/>
            </a:pPr>
            <a:r>
              <a:rPr lang="en-US" sz="15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电流表差值法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3327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适用场景与条件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没有合适的电压表，只有两块电流表；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量程需大于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，且搭配合适。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关键技巧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内阻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已知的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相当于电压表：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8221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原理（并联部分电压相等）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418795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电路甲：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= 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电路乙：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= 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4892040" cy="713232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486400"/>
            <a:ext cx="64008" cy="713232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54864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由甲解出 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)/(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06440" y="1234440"/>
            <a:ext cx="587959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6" name="Image 0" descr="img/aa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716" y="1389888"/>
            <a:ext cx="4307039" cy="20482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06440" y="3483864"/>
            <a:ext cx="5879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电路甲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06440" y="4041648"/>
            <a:ext cx="587959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9" name="Image 1" descr="img/aa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716" y="4197096"/>
            <a:ext cx="4307039" cy="20482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6291072"/>
            <a:ext cx="5879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伏伏法</a:t>
            </a:r>
            <a:pPr indent="0" marL="0">
              <a:buNone/>
            </a:pPr>
            <a:r>
              <a:rPr lang="en-US" sz="15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电压表差值法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3327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适用场景与条件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没有合适的电流表，只有两块电压表；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量程需大于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，且搭配合适。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关键技巧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内阻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已知的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相当于电流表：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8221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418795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电路甲：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流过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的电流为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，故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电路乙：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干路电流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，故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4892040" cy="713232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486400"/>
            <a:ext cx="64008" cy="713232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54864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电压表当电流表用 —— 设计电路的常用技巧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06440" y="1234440"/>
            <a:ext cx="587959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6" name="Image 0" descr="img/vv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586" y="1389888"/>
            <a:ext cx="3665300" cy="20482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06440" y="3483864"/>
            <a:ext cx="5879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电路甲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06440" y="4041648"/>
            <a:ext cx="587959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9" name="Image 1" descr="img/vv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735" y="4197096"/>
            <a:ext cx="3327001" cy="20482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6291072"/>
            <a:ext cx="5879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电路乙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半偏法（一）测电流表内阻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3327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实验步骤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断开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，闭合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使电流计满偏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保持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不动，闭合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，调电阻箱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 G 半偏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/2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G 并联且分得另一半电流 →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4564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实验条件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≫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，保证闭合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前后干路电流近似不变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45537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误差分析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491947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后总电阻变小，干路电流略增大，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流过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的电流大于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略小于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5486400" cy="640080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989320"/>
            <a:ext cx="64008" cy="640080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59893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测量值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g测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&lt;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（偏小）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1298448"/>
            <a:ext cx="5193792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6" name="Image 0" descr="img/hp_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1841684"/>
            <a:ext cx="4791456" cy="3650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5925312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半偏法测电流计内阻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半偏法（二）测电压表内阻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3327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实验步骤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电阻箱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调为零，闭合 S，调分压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使电压表满偏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保持滑片不动，调大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使电压表半偏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/2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与电压表串联且分得另一半电压 →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4564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实验条件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≪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，保证支路两端电压近似不变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45537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误差分析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491947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调大后支路总电阻增大，分得的总电压大于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分得电压大于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略大于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5486400" cy="640080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989320"/>
            <a:ext cx="64008" cy="640080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59893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测量值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V测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（偏大）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1298448"/>
            <a:ext cx="5193792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6" name="Image 0" descr="img/hp_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1714156"/>
            <a:ext cx="4791456" cy="39051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5925312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半偏法测电压表内阻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电桥法</a:t>
            </a:r>
            <a:pPr indent="0" marL="0">
              <a:buNone/>
            </a:pPr>
            <a:r>
              <a:rPr lang="en-US" sz="15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惠斯通电桥 · 零示法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33272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电阻的测量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平衡操作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闭合开关，调节电阻箱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，使灵敏电流计 G 示数为零；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此时 A、B 两点电势相等 —— 电桥平衡。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平衡条件推导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无电流 →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串联，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串联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)=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)=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)=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)=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由欧姆定律：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i="1" baseline="-4000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两式相除 →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i="1" baseline="-4000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（对角乘积相等）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48920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方法特点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5257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零示法：只判断“有无电流”，不依赖 G 的读数精度，测量精确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5486400" cy="640080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989320"/>
            <a:ext cx="64008" cy="640080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59893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待测电阻 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indent="0" marL="0">
              <a:buNone/>
            </a:pPr>
            <a:r>
              <a:rPr lang="en-US" sz="1350" b="1" i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buNone/>
            </a:pPr>
            <a:r>
              <a:rPr lang="en-US" sz="1350" b="1" i="1" baseline="-40000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1298448"/>
            <a:ext cx="5193792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8100000">
              <a:srgbClr val="9AA9C9">
                <a:alpha val="28000"/>
              </a:srgbClr>
            </a:outerShdw>
          </a:effectLst>
        </p:spPr>
      </p:sp>
      <p:pic>
        <p:nvPicPr>
          <p:cNvPr id="16" name="Image 0" descr="img/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1759492"/>
            <a:ext cx="4791456" cy="38145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5925312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惠斯通电桥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方法对比 · 一页总览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520440"/>
                <a:gridCol w="3867912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电路特征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系统误差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C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等效替代法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电阻箱 + 单刀双掷开关，示数不变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C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安安法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内阻已知的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兼当电压表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) = (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)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C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伏伏法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内阻已知的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兼当电流表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(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)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C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半偏法（电流表）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并联电阻箱分流，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≫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7E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C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半偏法（电压表）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串联电阻箱分压，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≪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7E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C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电桥法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调平衡，G 示数为零（零示法）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250" i="1" baseline="-40000" dirty="0">
                          <a:solidFill>
                            <a:srgbClr val="3E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989320"/>
            <a:ext cx="11183112" cy="640080"/>
          </a:xfrm>
          <a:prstGeom prst="rect">
            <a:avLst/>
          </a:prstGeom>
          <a:solidFill>
            <a:srgbClr val="FDF2DF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5989320"/>
            <a:ext cx="64008" cy="640080"/>
          </a:xfrm>
          <a:prstGeom prst="rect">
            <a:avLst/>
          </a:prstGeom>
          <a:solidFill>
            <a:srgbClr val="D97E06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" y="598932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E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选择思路：</a:t>
            </a:r>
            <a:pPr indent="0" marL="0">
              <a:buNone/>
            </a:pPr>
            <a:r>
              <a:rPr lang="en-US" sz="1350" dirty="0">
                <a:solidFill>
                  <a:srgbClr val="222C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看器材（有什么表）→ 看对象（定值电阻还是电表内阻）→ 看精度要求（电桥最精确）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电阻的测量——五种特殊方法</dc:title>
  <dc:subject>PptxGenJS Presentation</dc:subject>
  <dc:creator>PptxGenJS</dc:creator>
  <cp:lastModifiedBy>PptxGenJS</cp:lastModifiedBy>
  <cp:revision>1</cp:revision>
  <dcterms:created xsi:type="dcterms:W3CDTF">2026-07-02T03:14:32Z</dcterms:created>
  <dcterms:modified xsi:type="dcterms:W3CDTF">2026-07-02T03:14:32Z</dcterms:modified>
</cp:coreProperties>
</file>