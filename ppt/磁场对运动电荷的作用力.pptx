
<file path=[Content_Types].xml><?xml version="1.0" encoding="utf-8"?>
<Types xmlns="http://schemas.openxmlformats.org/package/2006/content-types">
  <Default Extension="bin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notesSlides/notesSlide1.xml" ContentType="application/vnd.openxmlformats-officedocument.presentationml.notesSlide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270.xml" ContentType="application/vnd.openxmlformats-officedocument.presentationml.tags+xml"/>
  <Override PartName="/ppt/tags/tag1310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780" r:id="rId4"/>
    <p:sldId id="781" r:id="rId5"/>
    <p:sldId id="782" r:id="rId6"/>
    <p:sldId id="783" r:id="rId7"/>
    <p:sldId id="784" r:id="rId8"/>
    <p:sldId id="785" r:id="rId9"/>
    <p:sldId id="786" r:id="rId10"/>
    <p:sldId id="827" r:id="rId11"/>
    <p:sldId id="806" r:id="rId12"/>
    <p:sldId id="807" r:id="rId13"/>
    <p:sldId id="826" r:id="rId14"/>
    <p:sldId id="381" r:id="rId15"/>
    <p:sldId id="337" r:id="rId16"/>
    <p:sldId id="341" r:id="rId17"/>
    <p:sldId id="38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C788E-489D-4B4A-94DB-37676E545BF9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62A2FB-0E59-D249-B481-7164E4A5C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16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38.xml"/><Relationship Id="rId2" Type="http://schemas.openxmlformats.org/officeDocument/2006/relationships/tags" Target="../tags/tag337.xml"/><Relationship Id="rId1" Type="http://schemas.openxmlformats.org/officeDocument/2006/relationships/tags" Target="../tags/tag336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  <p:custDataLst>
              <p:tags r:id="rId1"/>
            </p:custDataLst>
          </p:nvPr>
        </p:nvSpPr>
        <p:spPr/>
        <p:txBody>
          <a:bodyPr/>
          <a:lstStyle/>
          <a:p>
            <a:fld id="{04A8AAFC-28F9-4998-9E83-E2AACFCACCDC}" type="slidenum">
              <a:rPr lang="en-US" altLang="zh-CN"/>
              <a:t>3</a:t>
            </a:fld>
            <a:endParaRPr lang="en-US" altLang="zh-CN"/>
          </a:p>
        </p:txBody>
      </p:sp>
      <p:sp>
        <p:nvSpPr>
          <p:cNvPr id="297986" name="Rectangle 2"/>
          <p:cNvSpPr>
            <a:spLocks noGrp="1" noRot="1" noChangeAspect="1" noChangeArrowheads="1" noTextEdit="1"/>
          </p:cNvSpPr>
          <p:nvPr>
            <p:ph type="sldImg"/>
            <p:custDataLst>
              <p:tags r:id="rId2"/>
            </p:custDataLst>
          </p:nvPr>
        </p:nvSpPr>
        <p:spPr/>
      </p:sp>
      <p:sp>
        <p:nvSpPr>
          <p:cNvPr id="297987" name="Rectangle 3"/>
          <p:cNvSpPr txBox="1">
            <a:spLocks noGrp="1" noChangeArrowheads="1"/>
          </p:cNvSpPr>
          <p:nvPr>
            <p:ph type="body" idx="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slide" Target="../slides/slide3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BAE26-56B8-2430-61FE-210867C46B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7BB5E0-8FB4-28ED-7516-8F1B6E232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2B10A-941C-D939-27AC-6B15C7D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AD2BD-88C2-A651-59BE-1F23AE6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89C6D7-3953-E131-FC50-ABB0C76B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10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787BA6-2A8E-5FA0-58D6-C944834A0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 baseline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3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D54497-2070-1B06-6BF5-7537BD4B7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3081"/>
            <a:ext cx="10515600" cy="5811838"/>
          </a:xfrm>
        </p:spPr>
        <p:txBody>
          <a:bodyPr/>
          <a:lstStyle>
            <a:lvl1pPr marL="0" indent="0">
              <a:buNone/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>
              <a:defRPr baseline="0">
                <a:latin typeface="Times New Roman" panose="02020603050405020304" pitchFamily="18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8D4BD-E88E-12E0-8F46-4ED0DD7A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0FAC07-7BC7-4FEA-4C23-59EAF4C59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4D76C5-DC12-60D9-043D-68225995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945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6037C5-4353-B18D-E7F6-50395C053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095E053-2D55-7D42-832A-64D9FD71F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09B3BC-5091-C9EB-93DC-DAA2C048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9B95254-26E7-464E-C68E-165FA6809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500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35E84-15A1-7FC9-AFAF-8FADC46CD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AF478-0EFE-AC89-ED8A-29756B0B9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9BB167-44B9-706B-D666-89AE18CB9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E7B3BB-7A6E-45B9-71DF-CB6C64FBA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162526-EB46-7571-519E-1D9919B8F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DE84E-A2DC-6924-24F0-2B979681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9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554D5-D7A9-A1DD-900A-2FD838DA3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E7B749-E7A9-21B5-B42B-E0A39C25C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C0BC1-B0B5-7AAD-E11A-81B8F71F4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39032A-E84E-69B4-CBA0-AA0E80DEEB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5D864D-D9D2-FFDB-0B84-6A573F795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228042-54E5-4EAA-2940-C44C5744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0899DAD-BFB9-32DF-3CE6-59BAD615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AF6A48-CE64-6945-8AD6-C8258AA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9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7654-0AA7-0156-BD97-0A69925C5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91DE3-5C7E-B93B-8D4D-A70B23CCE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8B20989-061A-29A4-5E3B-92D2B02F2346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4958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6203F98-7A28-24BD-48BF-A5B50747E4EC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8153400" y="1825625"/>
            <a:ext cx="32004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32514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32266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26">
            <a:hlinkClick r:id="rId3" action="ppaction://hlinksldjump"/>
          </p:cNvPr>
          <p:cNvSpPr txBox="1"/>
          <p:nvPr userDrawn="1"/>
        </p:nvSpPr>
        <p:spPr>
          <a:xfrm>
            <a:off x="11519866" y="645360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  <p:sp>
        <p:nvSpPr>
          <p:cNvPr id="6" name="TextBox 26"/>
          <p:cNvSpPr txBox="1"/>
          <p:nvPr userDrawn="1"/>
        </p:nvSpPr>
        <p:spPr>
          <a:xfrm>
            <a:off x="706381" y="28047"/>
            <a:ext cx="3217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 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选择性必修第二册</a:t>
            </a:r>
          </a:p>
        </p:txBody>
      </p:sp>
      <p:cxnSp>
        <p:nvCxnSpPr>
          <p:cNvPr id="7" name="直接箭头连接符 6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/>
          <p:cNvSpPr/>
          <p:nvPr userDrawn="1"/>
        </p:nvSpPr>
        <p:spPr>
          <a:xfrm>
            <a:off x="0" y="-972"/>
            <a:ext cx="508986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580369" y="-4354"/>
            <a:ext cx="90025" cy="3574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indent="0" algn="ctr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b="0" i="0" u="none" strike="noStrike" cap="none" spc="0" normalizeH="0" baseline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/>
              <a:ea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9086718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:p14="http://schemas.microsoft.com/office/powerpoint/2010/main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C416FE3-9FFB-D473-650E-C0FF08387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6876DD-7317-1E24-5465-9C24EFCE5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481CF-CAF6-E439-D9F9-98DE38F887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A95057-F28B-4021-A46F-4C2D267CFC9D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123095-2A83-7320-9954-6441CBEAF2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D8FB62F-A58A-E29F-AA4A-4628B2479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AF9C8-72C8-4B1A-B60F-A2190CE5FB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0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4" r:id="rId4"/>
    <p:sldLayoutId id="2147483652" r:id="rId5"/>
    <p:sldLayoutId id="2147483653" r:id="rId6"/>
    <p:sldLayoutId id="2147483657" r:id="rId7"/>
    <p:sldLayoutId id="2147483658" r:id="rId8"/>
    <p:sldLayoutId id="214748365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99" Type="http://schemas.openxmlformats.org/officeDocument/2006/relationships/tags" Target="../tags/tag299.xml"/><Relationship Id="rId21" Type="http://schemas.openxmlformats.org/officeDocument/2006/relationships/tags" Target="../tags/tag21.xml"/><Relationship Id="rId63" Type="http://schemas.openxmlformats.org/officeDocument/2006/relationships/tags" Target="../tags/tag63.xml"/><Relationship Id="rId159" Type="http://schemas.openxmlformats.org/officeDocument/2006/relationships/tags" Target="../tags/tag159.xml"/><Relationship Id="rId324" Type="http://schemas.openxmlformats.org/officeDocument/2006/relationships/tags" Target="../tags/tag324.xml"/><Relationship Id="rId170" Type="http://schemas.openxmlformats.org/officeDocument/2006/relationships/tags" Target="../tags/tag170.xml"/><Relationship Id="rId226" Type="http://schemas.openxmlformats.org/officeDocument/2006/relationships/tags" Target="../tags/tag226.xml"/><Relationship Id="rId268" Type="http://schemas.openxmlformats.org/officeDocument/2006/relationships/tags" Target="../tags/tag268.xml"/><Relationship Id="rId32" Type="http://schemas.openxmlformats.org/officeDocument/2006/relationships/tags" Target="../tags/tag32.xml"/><Relationship Id="rId74" Type="http://schemas.openxmlformats.org/officeDocument/2006/relationships/tags" Target="../tags/tag74.xml"/><Relationship Id="rId128" Type="http://schemas.openxmlformats.org/officeDocument/2006/relationships/tags" Target="../tags/tag128.xml"/><Relationship Id="rId335" Type="http://schemas.openxmlformats.org/officeDocument/2006/relationships/tags" Target="../tags/tag335.xml"/><Relationship Id="rId5" Type="http://schemas.openxmlformats.org/officeDocument/2006/relationships/tags" Target="../tags/tag5.xml"/><Relationship Id="rId181" Type="http://schemas.openxmlformats.org/officeDocument/2006/relationships/tags" Target="../tags/tag181.xml"/><Relationship Id="rId237" Type="http://schemas.openxmlformats.org/officeDocument/2006/relationships/tags" Target="../tags/tag237.xml"/><Relationship Id="rId279" Type="http://schemas.openxmlformats.org/officeDocument/2006/relationships/tags" Target="../tags/tag279.xml"/><Relationship Id="rId43" Type="http://schemas.openxmlformats.org/officeDocument/2006/relationships/tags" Target="../tags/tag43.xml"/><Relationship Id="rId139" Type="http://schemas.openxmlformats.org/officeDocument/2006/relationships/tags" Target="../tags/tag139.xml"/><Relationship Id="rId290" Type="http://schemas.openxmlformats.org/officeDocument/2006/relationships/tags" Target="../tags/tag290.xml"/><Relationship Id="rId304" Type="http://schemas.openxmlformats.org/officeDocument/2006/relationships/tags" Target="../tags/tag304.xml"/><Relationship Id="rId85" Type="http://schemas.openxmlformats.org/officeDocument/2006/relationships/tags" Target="../tags/tag85.xml"/><Relationship Id="rId150" Type="http://schemas.openxmlformats.org/officeDocument/2006/relationships/tags" Target="../tags/tag150.xml"/><Relationship Id="rId192" Type="http://schemas.openxmlformats.org/officeDocument/2006/relationships/tags" Target="../tags/tag192.xml"/><Relationship Id="rId206" Type="http://schemas.openxmlformats.org/officeDocument/2006/relationships/tags" Target="../tags/tag206.xml"/><Relationship Id="rId248" Type="http://schemas.openxmlformats.org/officeDocument/2006/relationships/tags" Target="../tags/tag248.xml"/><Relationship Id="rId12" Type="http://schemas.openxmlformats.org/officeDocument/2006/relationships/tags" Target="../tags/tag12.xml"/><Relationship Id="rId108" Type="http://schemas.openxmlformats.org/officeDocument/2006/relationships/tags" Target="../tags/tag108.xml"/><Relationship Id="rId315" Type="http://schemas.openxmlformats.org/officeDocument/2006/relationships/tags" Target="../tags/tag315.xml"/><Relationship Id="rId54" Type="http://schemas.openxmlformats.org/officeDocument/2006/relationships/tags" Target="../tags/tag54.xml"/><Relationship Id="rId96" Type="http://schemas.openxmlformats.org/officeDocument/2006/relationships/tags" Target="../tags/tag96.xml"/><Relationship Id="rId161" Type="http://schemas.openxmlformats.org/officeDocument/2006/relationships/tags" Target="../tags/tag161.xml"/><Relationship Id="rId217" Type="http://schemas.openxmlformats.org/officeDocument/2006/relationships/tags" Target="../tags/tag217.xml"/><Relationship Id="rId259" Type="http://schemas.openxmlformats.org/officeDocument/2006/relationships/tags" Target="../tags/tag259.xml"/><Relationship Id="rId23" Type="http://schemas.openxmlformats.org/officeDocument/2006/relationships/tags" Target="../tags/tag23.xml"/><Relationship Id="rId119" Type="http://schemas.openxmlformats.org/officeDocument/2006/relationships/tags" Target="../tags/tag119.xml"/><Relationship Id="rId270" Type="http://schemas.openxmlformats.org/officeDocument/2006/relationships/tags" Target="../tags/tag270.xml"/><Relationship Id="rId326" Type="http://schemas.openxmlformats.org/officeDocument/2006/relationships/tags" Target="../tags/tag326.xml"/><Relationship Id="rId65" Type="http://schemas.openxmlformats.org/officeDocument/2006/relationships/tags" Target="../tags/tag65.xml"/><Relationship Id="rId130" Type="http://schemas.openxmlformats.org/officeDocument/2006/relationships/tags" Target="../tags/tag130.xml"/><Relationship Id="rId172" Type="http://schemas.openxmlformats.org/officeDocument/2006/relationships/tags" Target="../tags/tag172.xml"/><Relationship Id="rId228" Type="http://schemas.openxmlformats.org/officeDocument/2006/relationships/tags" Target="../tags/tag228.xml"/><Relationship Id="rId281" Type="http://schemas.openxmlformats.org/officeDocument/2006/relationships/tags" Target="../tags/tag281.xml"/><Relationship Id="rId337" Type="http://schemas.openxmlformats.org/officeDocument/2006/relationships/notesSlide" Target="../notesSlides/notesSlide1.xml"/><Relationship Id="rId34" Type="http://schemas.openxmlformats.org/officeDocument/2006/relationships/tags" Target="../tags/tag34.xml"/><Relationship Id="rId76" Type="http://schemas.openxmlformats.org/officeDocument/2006/relationships/tags" Target="../tags/tag76.xml"/><Relationship Id="rId141" Type="http://schemas.openxmlformats.org/officeDocument/2006/relationships/tags" Target="../tags/tag141.xml"/><Relationship Id="rId7" Type="http://schemas.openxmlformats.org/officeDocument/2006/relationships/tags" Target="../tags/tag7.xml"/><Relationship Id="rId183" Type="http://schemas.openxmlformats.org/officeDocument/2006/relationships/tags" Target="../tags/tag183.xml"/><Relationship Id="rId239" Type="http://schemas.openxmlformats.org/officeDocument/2006/relationships/tags" Target="../tags/tag239.xml"/><Relationship Id="rId250" Type="http://schemas.openxmlformats.org/officeDocument/2006/relationships/tags" Target="../tags/tag250.xml"/><Relationship Id="rId292" Type="http://schemas.openxmlformats.org/officeDocument/2006/relationships/tags" Target="../tags/tag292.xml"/><Relationship Id="rId306" Type="http://schemas.openxmlformats.org/officeDocument/2006/relationships/tags" Target="../tags/tag306.xml"/><Relationship Id="rId45" Type="http://schemas.openxmlformats.org/officeDocument/2006/relationships/tags" Target="../tags/tag45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52" Type="http://schemas.openxmlformats.org/officeDocument/2006/relationships/tags" Target="../tags/tag152.xml"/><Relationship Id="rId194" Type="http://schemas.openxmlformats.org/officeDocument/2006/relationships/tags" Target="../tags/tag194.xml"/><Relationship Id="rId208" Type="http://schemas.openxmlformats.org/officeDocument/2006/relationships/tags" Target="../tags/tag208.xml"/><Relationship Id="rId240" Type="http://schemas.openxmlformats.org/officeDocument/2006/relationships/tags" Target="../tags/tag240.xml"/><Relationship Id="rId261" Type="http://schemas.openxmlformats.org/officeDocument/2006/relationships/tags" Target="../tags/tag261.xml"/><Relationship Id="rId14" Type="http://schemas.openxmlformats.org/officeDocument/2006/relationships/tags" Target="../tags/tag14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282" Type="http://schemas.openxmlformats.org/officeDocument/2006/relationships/tags" Target="../tags/tag282.xml"/><Relationship Id="rId317" Type="http://schemas.openxmlformats.org/officeDocument/2006/relationships/tags" Target="../tags/tag317.xml"/><Relationship Id="rId8" Type="http://schemas.openxmlformats.org/officeDocument/2006/relationships/tags" Target="../tags/tag8.xml"/><Relationship Id="rId98" Type="http://schemas.openxmlformats.org/officeDocument/2006/relationships/tags" Target="../tags/tag98.xml"/><Relationship Id="rId121" Type="http://schemas.openxmlformats.org/officeDocument/2006/relationships/tags" Target="../tags/tag121.xml"/><Relationship Id="rId142" Type="http://schemas.openxmlformats.org/officeDocument/2006/relationships/tags" Target="../tags/tag142.xml"/><Relationship Id="rId163" Type="http://schemas.openxmlformats.org/officeDocument/2006/relationships/tags" Target="../tags/tag163.xml"/><Relationship Id="rId184" Type="http://schemas.openxmlformats.org/officeDocument/2006/relationships/tags" Target="../tags/tag184.xml"/><Relationship Id="rId219" Type="http://schemas.openxmlformats.org/officeDocument/2006/relationships/tags" Target="../tags/tag219.xml"/><Relationship Id="rId230" Type="http://schemas.openxmlformats.org/officeDocument/2006/relationships/tags" Target="../tags/tag230.xml"/><Relationship Id="rId251" Type="http://schemas.openxmlformats.org/officeDocument/2006/relationships/tags" Target="../tags/tag251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272" Type="http://schemas.openxmlformats.org/officeDocument/2006/relationships/tags" Target="../tags/tag272.xml"/><Relationship Id="rId293" Type="http://schemas.openxmlformats.org/officeDocument/2006/relationships/tags" Target="../tags/tag293.xml"/><Relationship Id="rId307" Type="http://schemas.openxmlformats.org/officeDocument/2006/relationships/tags" Target="../tags/tag307.xml"/><Relationship Id="rId328" Type="http://schemas.openxmlformats.org/officeDocument/2006/relationships/tags" Target="../tags/tag328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32" Type="http://schemas.openxmlformats.org/officeDocument/2006/relationships/tags" Target="../tags/tag132.xml"/><Relationship Id="rId153" Type="http://schemas.openxmlformats.org/officeDocument/2006/relationships/tags" Target="../tags/tag153.xml"/><Relationship Id="rId174" Type="http://schemas.openxmlformats.org/officeDocument/2006/relationships/tags" Target="../tags/tag174.xml"/><Relationship Id="rId195" Type="http://schemas.openxmlformats.org/officeDocument/2006/relationships/tags" Target="../tags/tag195.xml"/><Relationship Id="rId209" Type="http://schemas.openxmlformats.org/officeDocument/2006/relationships/tags" Target="../tags/tag209.xml"/><Relationship Id="rId220" Type="http://schemas.openxmlformats.org/officeDocument/2006/relationships/tags" Target="../tags/tag220.xml"/><Relationship Id="rId241" Type="http://schemas.openxmlformats.org/officeDocument/2006/relationships/tags" Target="../tags/tag24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262" Type="http://schemas.openxmlformats.org/officeDocument/2006/relationships/tags" Target="../tags/tag262.xml"/><Relationship Id="rId283" Type="http://schemas.openxmlformats.org/officeDocument/2006/relationships/tags" Target="../tags/tag283.xml"/><Relationship Id="rId318" Type="http://schemas.openxmlformats.org/officeDocument/2006/relationships/tags" Target="../tags/tag318.xml"/><Relationship Id="rId339" Type="http://schemas.openxmlformats.org/officeDocument/2006/relationships/tags" Target="../tags/tag1270.xml"/><Relationship Id="rId78" Type="http://schemas.openxmlformats.org/officeDocument/2006/relationships/tags" Target="../tags/tag78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tags" Target="../tags/tag122.xml"/><Relationship Id="rId143" Type="http://schemas.openxmlformats.org/officeDocument/2006/relationships/tags" Target="../tags/tag143.xml"/><Relationship Id="rId164" Type="http://schemas.openxmlformats.org/officeDocument/2006/relationships/tags" Target="../tags/tag164.xml"/><Relationship Id="rId185" Type="http://schemas.openxmlformats.org/officeDocument/2006/relationships/tags" Target="../tags/tag185.xml"/><Relationship Id="rId9" Type="http://schemas.openxmlformats.org/officeDocument/2006/relationships/tags" Target="../tags/tag9.xml"/><Relationship Id="rId210" Type="http://schemas.openxmlformats.org/officeDocument/2006/relationships/tags" Target="../tags/tag210.xml"/><Relationship Id="rId26" Type="http://schemas.openxmlformats.org/officeDocument/2006/relationships/tags" Target="../tags/tag26.xml"/><Relationship Id="rId231" Type="http://schemas.openxmlformats.org/officeDocument/2006/relationships/tags" Target="../tags/tag231.xml"/><Relationship Id="rId252" Type="http://schemas.openxmlformats.org/officeDocument/2006/relationships/tags" Target="../tags/tag252.xml"/><Relationship Id="rId273" Type="http://schemas.openxmlformats.org/officeDocument/2006/relationships/tags" Target="../tags/tag273.xml"/><Relationship Id="rId294" Type="http://schemas.openxmlformats.org/officeDocument/2006/relationships/tags" Target="../tags/tag294.xml"/><Relationship Id="rId308" Type="http://schemas.openxmlformats.org/officeDocument/2006/relationships/tags" Target="../tags/tag308.xml"/><Relationship Id="rId329" Type="http://schemas.openxmlformats.org/officeDocument/2006/relationships/tags" Target="../tags/tag329.xml"/><Relationship Id="rId47" Type="http://schemas.openxmlformats.org/officeDocument/2006/relationships/tags" Target="../tags/tag47.xml"/><Relationship Id="rId68" Type="http://schemas.openxmlformats.org/officeDocument/2006/relationships/tags" Target="../tags/tag68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33" Type="http://schemas.openxmlformats.org/officeDocument/2006/relationships/tags" Target="../tags/tag133.xml"/><Relationship Id="rId154" Type="http://schemas.openxmlformats.org/officeDocument/2006/relationships/tags" Target="../tags/tag154.xml"/><Relationship Id="rId175" Type="http://schemas.openxmlformats.org/officeDocument/2006/relationships/tags" Target="../tags/tag175.xml"/><Relationship Id="rId340" Type="http://schemas.openxmlformats.org/officeDocument/2006/relationships/image" Target="../media/image6.png"/><Relationship Id="rId196" Type="http://schemas.openxmlformats.org/officeDocument/2006/relationships/tags" Target="../tags/tag196.xml"/><Relationship Id="rId200" Type="http://schemas.openxmlformats.org/officeDocument/2006/relationships/tags" Target="../tags/tag200.xml"/><Relationship Id="rId16" Type="http://schemas.openxmlformats.org/officeDocument/2006/relationships/tags" Target="../tags/tag16.xml"/><Relationship Id="rId221" Type="http://schemas.openxmlformats.org/officeDocument/2006/relationships/tags" Target="../tags/tag221.xml"/><Relationship Id="rId242" Type="http://schemas.openxmlformats.org/officeDocument/2006/relationships/tags" Target="../tags/tag242.xml"/><Relationship Id="rId263" Type="http://schemas.openxmlformats.org/officeDocument/2006/relationships/tags" Target="../tags/tag263.xml"/><Relationship Id="rId284" Type="http://schemas.openxmlformats.org/officeDocument/2006/relationships/tags" Target="../tags/tag284.xml"/><Relationship Id="rId319" Type="http://schemas.openxmlformats.org/officeDocument/2006/relationships/tags" Target="../tags/tag319.xml"/><Relationship Id="rId37" Type="http://schemas.openxmlformats.org/officeDocument/2006/relationships/tags" Target="../tags/tag37.xml"/><Relationship Id="rId58" Type="http://schemas.openxmlformats.org/officeDocument/2006/relationships/tags" Target="../tags/tag58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tags" Target="../tags/tag123.xml"/><Relationship Id="rId144" Type="http://schemas.openxmlformats.org/officeDocument/2006/relationships/tags" Target="../tags/tag144.xml"/><Relationship Id="rId330" Type="http://schemas.openxmlformats.org/officeDocument/2006/relationships/tags" Target="../tags/tag330.xml"/><Relationship Id="rId90" Type="http://schemas.openxmlformats.org/officeDocument/2006/relationships/tags" Target="../tags/tag90.xml"/><Relationship Id="rId165" Type="http://schemas.openxmlformats.org/officeDocument/2006/relationships/tags" Target="../tags/tag165.xml"/><Relationship Id="rId186" Type="http://schemas.openxmlformats.org/officeDocument/2006/relationships/tags" Target="../tags/tag186.xml"/><Relationship Id="rId211" Type="http://schemas.openxmlformats.org/officeDocument/2006/relationships/tags" Target="../tags/tag211.xml"/><Relationship Id="rId232" Type="http://schemas.openxmlformats.org/officeDocument/2006/relationships/tags" Target="../tags/tag232.xml"/><Relationship Id="rId253" Type="http://schemas.openxmlformats.org/officeDocument/2006/relationships/tags" Target="../tags/tag253.xml"/><Relationship Id="rId274" Type="http://schemas.openxmlformats.org/officeDocument/2006/relationships/tags" Target="../tags/tag274.xml"/><Relationship Id="rId295" Type="http://schemas.openxmlformats.org/officeDocument/2006/relationships/tags" Target="../tags/tag295.xml"/><Relationship Id="rId309" Type="http://schemas.openxmlformats.org/officeDocument/2006/relationships/tags" Target="../tags/tag309.xml"/><Relationship Id="rId27" Type="http://schemas.openxmlformats.org/officeDocument/2006/relationships/tags" Target="../tags/tag27.xml"/><Relationship Id="rId48" Type="http://schemas.openxmlformats.org/officeDocument/2006/relationships/tags" Target="../tags/tag48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34" Type="http://schemas.openxmlformats.org/officeDocument/2006/relationships/tags" Target="../tags/tag134.xml"/><Relationship Id="rId320" Type="http://schemas.openxmlformats.org/officeDocument/2006/relationships/tags" Target="../tags/tag320.xml"/><Relationship Id="rId80" Type="http://schemas.openxmlformats.org/officeDocument/2006/relationships/tags" Target="../tags/tag80.xml"/><Relationship Id="rId155" Type="http://schemas.openxmlformats.org/officeDocument/2006/relationships/tags" Target="../tags/tag155.xml"/><Relationship Id="rId176" Type="http://schemas.openxmlformats.org/officeDocument/2006/relationships/tags" Target="../tags/tag176.xml"/><Relationship Id="rId197" Type="http://schemas.openxmlformats.org/officeDocument/2006/relationships/tags" Target="../tags/tag197.xml"/><Relationship Id="rId341" Type="http://schemas.openxmlformats.org/officeDocument/2006/relationships/tags" Target="../tags/tag1310.xml"/><Relationship Id="rId201" Type="http://schemas.openxmlformats.org/officeDocument/2006/relationships/tags" Target="../tags/tag201.xml"/><Relationship Id="rId222" Type="http://schemas.openxmlformats.org/officeDocument/2006/relationships/tags" Target="../tags/tag222.xml"/><Relationship Id="rId243" Type="http://schemas.openxmlformats.org/officeDocument/2006/relationships/tags" Target="../tags/tag243.xml"/><Relationship Id="rId264" Type="http://schemas.openxmlformats.org/officeDocument/2006/relationships/tags" Target="../tags/tag264.xml"/><Relationship Id="rId285" Type="http://schemas.openxmlformats.org/officeDocument/2006/relationships/tags" Target="../tags/tag285.xml"/><Relationship Id="rId17" Type="http://schemas.openxmlformats.org/officeDocument/2006/relationships/tags" Target="../tags/tag17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24" Type="http://schemas.openxmlformats.org/officeDocument/2006/relationships/tags" Target="../tags/tag124.xml"/><Relationship Id="rId310" Type="http://schemas.openxmlformats.org/officeDocument/2006/relationships/tags" Target="../tags/tag310.xml"/><Relationship Id="rId70" Type="http://schemas.openxmlformats.org/officeDocument/2006/relationships/tags" Target="../tags/tag70.xml"/><Relationship Id="rId91" Type="http://schemas.openxmlformats.org/officeDocument/2006/relationships/tags" Target="../tags/tag91.xml"/><Relationship Id="rId145" Type="http://schemas.openxmlformats.org/officeDocument/2006/relationships/tags" Target="../tags/tag145.xml"/><Relationship Id="rId166" Type="http://schemas.openxmlformats.org/officeDocument/2006/relationships/tags" Target="../tags/tag166.xml"/><Relationship Id="rId187" Type="http://schemas.openxmlformats.org/officeDocument/2006/relationships/tags" Target="../tags/tag187.xml"/><Relationship Id="rId331" Type="http://schemas.openxmlformats.org/officeDocument/2006/relationships/tags" Target="../tags/tag331.xml"/><Relationship Id="rId1" Type="http://schemas.openxmlformats.org/officeDocument/2006/relationships/tags" Target="../tags/tag1.xml"/><Relationship Id="rId212" Type="http://schemas.openxmlformats.org/officeDocument/2006/relationships/tags" Target="../tags/tag212.xml"/><Relationship Id="rId233" Type="http://schemas.openxmlformats.org/officeDocument/2006/relationships/tags" Target="../tags/tag233.xml"/><Relationship Id="rId254" Type="http://schemas.openxmlformats.org/officeDocument/2006/relationships/tags" Target="../tags/tag254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275" Type="http://schemas.openxmlformats.org/officeDocument/2006/relationships/tags" Target="../tags/tag275.xml"/><Relationship Id="rId296" Type="http://schemas.openxmlformats.org/officeDocument/2006/relationships/tags" Target="../tags/tag296.xml"/><Relationship Id="rId300" Type="http://schemas.openxmlformats.org/officeDocument/2006/relationships/tags" Target="../tags/tag300.xml"/><Relationship Id="rId60" Type="http://schemas.openxmlformats.org/officeDocument/2006/relationships/tags" Target="../tags/tag60.xml"/><Relationship Id="rId81" Type="http://schemas.openxmlformats.org/officeDocument/2006/relationships/tags" Target="../tags/tag81.xml"/><Relationship Id="rId135" Type="http://schemas.openxmlformats.org/officeDocument/2006/relationships/tags" Target="../tags/tag135.xml"/><Relationship Id="rId156" Type="http://schemas.openxmlformats.org/officeDocument/2006/relationships/tags" Target="../tags/tag156.xml"/><Relationship Id="rId177" Type="http://schemas.openxmlformats.org/officeDocument/2006/relationships/tags" Target="../tags/tag177.xml"/><Relationship Id="rId198" Type="http://schemas.openxmlformats.org/officeDocument/2006/relationships/tags" Target="../tags/tag198.xml"/><Relationship Id="rId321" Type="http://schemas.openxmlformats.org/officeDocument/2006/relationships/tags" Target="../tags/tag321.xml"/><Relationship Id="rId342" Type="http://schemas.openxmlformats.org/officeDocument/2006/relationships/image" Target="../media/image7.png"/><Relationship Id="rId202" Type="http://schemas.openxmlformats.org/officeDocument/2006/relationships/tags" Target="../tags/tag202.xml"/><Relationship Id="rId223" Type="http://schemas.openxmlformats.org/officeDocument/2006/relationships/tags" Target="../tags/tag223.xml"/><Relationship Id="rId244" Type="http://schemas.openxmlformats.org/officeDocument/2006/relationships/tags" Target="../tags/tag244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265" Type="http://schemas.openxmlformats.org/officeDocument/2006/relationships/tags" Target="../tags/tag265.xml"/><Relationship Id="rId286" Type="http://schemas.openxmlformats.org/officeDocument/2006/relationships/tags" Target="../tags/tag286.xml"/><Relationship Id="rId50" Type="http://schemas.openxmlformats.org/officeDocument/2006/relationships/tags" Target="../tags/tag50.xml"/><Relationship Id="rId104" Type="http://schemas.openxmlformats.org/officeDocument/2006/relationships/tags" Target="../tags/tag104.xml"/><Relationship Id="rId125" Type="http://schemas.openxmlformats.org/officeDocument/2006/relationships/tags" Target="../tags/tag125.xml"/><Relationship Id="rId146" Type="http://schemas.openxmlformats.org/officeDocument/2006/relationships/tags" Target="../tags/tag146.xml"/><Relationship Id="rId167" Type="http://schemas.openxmlformats.org/officeDocument/2006/relationships/tags" Target="../tags/tag167.xml"/><Relationship Id="rId188" Type="http://schemas.openxmlformats.org/officeDocument/2006/relationships/tags" Target="../tags/tag188.xml"/><Relationship Id="rId311" Type="http://schemas.openxmlformats.org/officeDocument/2006/relationships/tags" Target="../tags/tag311.xml"/><Relationship Id="rId332" Type="http://schemas.openxmlformats.org/officeDocument/2006/relationships/tags" Target="../tags/tag332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13" Type="http://schemas.openxmlformats.org/officeDocument/2006/relationships/tags" Target="../tags/tag213.xml"/><Relationship Id="rId234" Type="http://schemas.openxmlformats.org/officeDocument/2006/relationships/tags" Target="../tags/tag234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55" Type="http://schemas.openxmlformats.org/officeDocument/2006/relationships/tags" Target="../tags/tag255.xml"/><Relationship Id="rId276" Type="http://schemas.openxmlformats.org/officeDocument/2006/relationships/tags" Target="../tags/tag276.xml"/><Relationship Id="rId297" Type="http://schemas.openxmlformats.org/officeDocument/2006/relationships/tags" Target="../tags/tag297.xml"/><Relationship Id="rId40" Type="http://schemas.openxmlformats.org/officeDocument/2006/relationships/tags" Target="../tags/tag40.xml"/><Relationship Id="rId115" Type="http://schemas.openxmlformats.org/officeDocument/2006/relationships/tags" Target="../tags/tag115.xml"/><Relationship Id="rId136" Type="http://schemas.openxmlformats.org/officeDocument/2006/relationships/tags" Target="../tags/tag136.xml"/><Relationship Id="rId157" Type="http://schemas.openxmlformats.org/officeDocument/2006/relationships/tags" Target="../tags/tag157.xml"/><Relationship Id="rId178" Type="http://schemas.openxmlformats.org/officeDocument/2006/relationships/tags" Target="../tags/tag178.xml"/><Relationship Id="rId301" Type="http://schemas.openxmlformats.org/officeDocument/2006/relationships/tags" Target="../tags/tag301.xml"/><Relationship Id="rId322" Type="http://schemas.openxmlformats.org/officeDocument/2006/relationships/tags" Target="../tags/tag322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9" Type="http://schemas.openxmlformats.org/officeDocument/2006/relationships/tags" Target="../tags/tag199.xml"/><Relationship Id="rId203" Type="http://schemas.openxmlformats.org/officeDocument/2006/relationships/tags" Target="../tags/tag203.xml"/><Relationship Id="rId19" Type="http://schemas.openxmlformats.org/officeDocument/2006/relationships/tags" Target="../tags/tag19.xml"/><Relationship Id="rId224" Type="http://schemas.openxmlformats.org/officeDocument/2006/relationships/tags" Target="../tags/tag224.xml"/><Relationship Id="rId245" Type="http://schemas.openxmlformats.org/officeDocument/2006/relationships/tags" Target="../tags/tag245.xml"/><Relationship Id="rId266" Type="http://schemas.openxmlformats.org/officeDocument/2006/relationships/tags" Target="../tags/tag266.xml"/><Relationship Id="rId287" Type="http://schemas.openxmlformats.org/officeDocument/2006/relationships/tags" Target="../tags/tag287.xml"/><Relationship Id="rId30" Type="http://schemas.openxmlformats.org/officeDocument/2006/relationships/tags" Target="../tags/tag30.xml"/><Relationship Id="rId105" Type="http://schemas.openxmlformats.org/officeDocument/2006/relationships/tags" Target="../tags/tag105.xml"/><Relationship Id="rId126" Type="http://schemas.openxmlformats.org/officeDocument/2006/relationships/tags" Target="../tags/tag126.xml"/><Relationship Id="rId147" Type="http://schemas.openxmlformats.org/officeDocument/2006/relationships/tags" Target="../tags/tag147.xml"/><Relationship Id="rId168" Type="http://schemas.openxmlformats.org/officeDocument/2006/relationships/tags" Target="../tags/tag168.xml"/><Relationship Id="rId312" Type="http://schemas.openxmlformats.org/officeDocument/2006/relationships/tags" Target="../tags/tag312.xml"/><Relationship Id="rId333" Type="http://schemas.openxmlformats.org/officeDocument/2006/relationships/tags" Target="../tags/tag333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189" Type="http://schemas.openxmlformats.org/officeDocument/2006/relationships/tags" Target="../tags/tag189.xml"/><Relationship Id="rId3" Type="http://schemas.openxmlformats.org/officeDocument/2006/relationships/tags" Target="../tags/tag3.xml"/><Relationship Id="rId214" Type="http://schemas.openxmlformats.org/officeDocument/2006/relationships/tags" Target="../tags/tag214.xml"/><Relationship Id="rId235" Type="http://schemas.openxmlformats.org/officeDocument/2006/relationships/tags" Target="../tags/tag235.xml"/><Relationship Id="rId256" Type="http://schemas.openxmlformats.org/officeDocument/2006/relationships/tags" Target="../tags/tag256.xml"/><Relationship Id="rId277" Type="http://schemas.openxmlformats.org/officeDocument/2006/relationships/tags" Target="../tags/tag277.xml"/><Relationship Id="rId298" Type="http://schemas.openxmlformats.org/officeDocument/2006/relationships/tags" Target="../tags/tag298.xml"/><Relationship Id="rId116" Type="http://schemas.openxmlformats.org/officeDocument/2006/relationships/tags" Target="../tags/tag116.xml"/><Relationship Id="rId137" Type="http://schemas.openxmlformats.org/officeDocument/2006/relationships/tags" Target="../tags/tag137.xml"/><Relationship Id="rId158" Type="http://schemas.openxmlformats.org/officeDocument/2006/relationships/tags" Target="../tags/tag158.xml"/><Relationship Id="rId302" Type="http://schemas.openxmlformats.org/officeDocument/2006/relationships/tags" Target="../tags/tag302.xml"/><Relationship Id="rId323" Type="http://schemas.openxmlformats.org/officeDocument/2006/relationships/tags" Target="../tags/tag323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179" Type="http://schemas.openxmlformats.org/officeDocument/2006/relationships/tags" Target="../tags/tag179.xml"/><Relationship Id="rId190" Type="http://schemas.openxmlformats.org/officeDocument/2006/relationships/tags" Target="../tags/tag190.xml"/><Relationship Id="rId204" Type="http://schemas.openxmlformats.org/officeDocument/2006/relationships/tags" Target="../tags/tag204.xml"/><Relationship Id="rId225" Type="http://schemas.openxmlformats.org/officeDocument/2006/relationships/tags" Target="../tags/tag225.xml"/><Relationship Id="rId246" Type="http://schemas.openxmlformats.org/officeDocument/2006/relationships/tags" Target="../tags/tag246.xml"/><Relationship Id="rId267" Type="http://schemas.openxmlformats.org/officeDocument/2006/relationships/tags" Target="../tags/tag267.xml"/><Relationship Id="rId288" Type="http://schemas.openxmlformats.org/officeDocument/2006/relationships/tags" Target="../tags/tag288.xml"/><Relationship Id="rId106" Type="http://schemas.openxmlformats.org/officeDocument/2006/relationships/tags" Target="../tags/tag106.xml"/><Relationship Id="rId127" Type="http://schemas.openxmlformats.org/officeDocument/2006/relationships/tags" Target="../tags/tag127.xml"/><Relationship Id="rId313" Type="http://schemas.openxmlformats.org/officeDocument/2006/relationships/tags" Target="../tags/tag313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94" Type="http://schemas.openxmlformats.org/officeDocument/2006/relationships/tags" Target="../tags/tag94.xml"/><Relationship Id="rId148" Type="http://schemas.openxmlformats.org/officeDocument/2006/relationships/tags" Target="../tags/tag148.xml"/><Relationship Id="rId169" Type="http://schemas.openxmlformats.org/officeDocument/2006/relationships/tags" Target="../tags/tag169.xml"/><Relationship Id="rId334" Type="http://schemas.openxmlformats.org/officeDocument/2006/relationships/tags" Target="../tags/tag334.xml"/><Relationship Id="rId4" Type="http://schemas.openxmlformats.org/officeDocument/2006/relationships/tags" Target="../tags/tag4.xml"/><Relationship Id="rId180" Type="http://schemas.openxmlformats.org/officeDocument/2006/relationships/tags" Target="../tags/tag180.xml"/><Relationship Id="rId215" Type="http://schemas.openxmlformats.org/officeDocument/2006/relationships/tags" Target="../tags/tag215.xml"/><Relationship Id="rId236" Type="http://schemas.openxmlformats.org/officeDocument/2006/relationships/tags" Target="../tags/tag236.xml"/><Relationship Id="rId257" Type="http://schemas.openxmlformats.org/officeDocument/2006/relationships/tags" Target="../tags/tag257.xml"/><Relationship Id="rId278" Type="http://schemas.openxmlformats.org/officeDocument/2006/relationships/tags" Target="../tags/tag278.xml"/><Relationship Id="rId303" Type="http://schemas.openxmlformats.org/officeDocument/2006/relationships/tags" Target="../tags/tag303.xml"/><Relationship Id="rId42" Type="http://schemas.openxmlformats.org/officeDocument/2006/relationships/tags" Target="../tags/tag42.xml"/><Relationship Id="rId84" Type="http://schemas.openxmlformats.org/officeDocument/2006/relationships/tags" Target="../tags/tag84.xml"/><Relationship Id="rId138" Type="http://schemas.openxmlformats.org/officeDocument/2006/relationships/tags" Target="../tags/tag138.xml"/><Relationship Id="rId191" Type="http://schemas.openxmlformats.org/officeDocument/2006/relationships/tags" Target="../tags/tag191.xml"/><Relationship Id="rId205" Type="http://schemas.openxmlformats.org/officeDocument/2006/relationships/tags" Target="../tags/tag205.xml"/><Relationship Id="rId247" Type="http://schemas.openxmlformats.org/officeDocument/2006/relationships/tags" Target="../tags/tag247.xml"/><Relationship Id="rId107" Type="http://schemas.openxmlformats.org/officeDocument/2006/relationships/tags" Target="../tags/tag107.xml"/><Relationship Id="rId289" Type="http://schemas.openxmlformats.org/officeDocument/2006/relationships/tags" Target="../tags/tag289.xml"/><Relationship Id="rId11" Type="http://schemas.openxmlformats.org/officeDocument/2006/relationships/tags" Target="../tags/tag11.xml"/><Relationship Id="rId53" Type="http://schemas.openxmlformats.org/officeDocument/2006/relationships/tags" Target="../tags/tag53.xml"/><Relationship Id="rId149" Type="http://schemas.openxmlformats.org/officeDocument/2006/relationships/tags" Target="../tags/tag149.xml"/><Relationship Id="rId314" Type="http://schemas.openxmlformats.org/officeDocument/2006/relationships/tags" Target="../tags/tag314.xml"/><Relationship Id="rId95" Type="http://schemas.openxmlformats.org/officeDocument/2006/relationships/tags" Target="../tags/tag95.xml"/><Relationship Id="rId160" Type="http://schemas.openxmlformats.org/officeDocument/2006/relationships/tags" Target="../tags/tag160.xml"/><Relationship Id="rId216" Type="http://schemas.openxmlformats.org/officeDocument/2006/relationships/tags" Target="../tags/tag216.xml"/><Relationship Id="rId258" Type="http://schemas.openxmlformats.org/officeDocument/2006/relationships/tags" Target="../tags/tag258.xml"/><Relationship Id="rId22" Type="http://schemas.openxmlformats.org/officeDocument/2006/relationships/tags" Target="../tags/tag22.xml"/><Relationship Id="rId64" Type="http://schemas.openxmlformats.org/officeDocument/2006/relationships/tags" Target="../tags/tag64.xml"/><Relationship Id="rId118" Type="http://schemas.openxmlformats.org/officeDocument/2006/relationships/tags" Target="../tags/tag118.xml"/><Relationship Id="rId325" Type="http://schemas.openxmlformats.org/officeDocument/2006/relationships/tags" Target="../tags/tag325.xml"/><Relationship Id="rId171" Type="http://schemas.openxmlformats.org/officeDocument/2006/relationships/tags" Target="../tags/tag171.xml"/><Relationship Id="rId227" Type="http://schemas.openxmlformats.org/officeDocument/2006/relationships/tags" Target="../tags/tag227.xml"/><Relationship Id="rId269" Type="http://schemas.openxmlformats.org/officeDocument/2006/relationships/tags" Target="../tags/tag269.xml"/><Relationship Id="rId33" Type="http://schemas.openxmlformats.org/officeDocument/2006/relationships/tags" Target="../tags/tag33.xml"/><Relationship Id="rId129" Type="http://schemas.openxmlformats.org/officeDocument/2006/relationships/tags" Target="../tags/tag129.xml"/><Relationship Id="rId280" Type="http://schemas.openxmlformats.org/officeDocument/2006/relationships/tags" Target="../tags/tag280.xml"/><Relationship Id="rId336" Type="http://schemas.openxmlformats.org/officeDocument/2006/relationships/slideLayout" Target="../slideLayouts/slideLayout2.xml"/><Relationship Id="rId75" Type="http://schemas.openxmlformats.org/officeDocument/2006/relationships/tags" Target="../tags/tag75.xml"/><Relationship Id="rId140" Type="http://schemas.openxmlformats.org/officeDocument/2006/relationships/tags" Target="../tags/tag140.xml"/><Relationship Id="rId182" Type="http://schemas.openxmlformats.org/officeDocument/2006/relationships/tags" Target="../tags/tag182.xml"/><Relationship Id="rId6" Type="http://schemas.openxmlformats.org/officeDocument/2006/relationships/tags" Target="../tags/tag6.xml"/><Relationship Id="rId238" Type="http://schemas.openxmlformats.org/officeDocument/2006/relationships/tags" Target="../tags/tag238.xml"/><Relationship Id="rId291" Type="http://schemas.openxmlformats.org/officeDocument/2006/relationships/tags" Target="../tags/tag291.xml"/><Relationship Id="rId305" Type="http://schemas.openxmlformats.org/officeDocument/2006/relationships/tags" Target="../tags/tag305.xml"/><Relationship Id="rId44" Type="http://schemas.openxmlformats.org/officeDocument/2006/relationships/tags" Target="../tags/tag44.xml"/><Relationship Id="rId86" Type="http://schemas.openxmlformats.org/officeDocument/2006/relationships/tags" Target="../tags/tag86.xml"/><Relationship Id="rId151" Type="http://schemas.openxmlformats.org/officeDocument/2006/relationships/tags" Target="../tags/tag151.xml"/><Relationship Id="rId193" Type="http://schemas.openxmlformats.org/officeDocument/2006/relationships/tags" Target="../tags/tag193.xml"/><Relationship Id="rId207" Type="http://schemas.openxmlformats.org/officeDocument/2006/relationships/tags" Target="../tags/tag207.xml"/><Relationship Id="rId249" Type="http://schemas.openxmlformats.org/officeDocument/2006/relationships/tags" Target="../tags/tag249.xml"/><Relationship Id="rId13" Type="http://schemas.openxmlformats.org/officeDocument/2006/relationships/tags" Target="../tags/tag13.xml"/><Relationship Id="rId109" Type="http://schemas.openxmlformats.org/officeDocument/2006/relationships/tags" Target="../tags/tag109.xml"/><Relationship Id="rId260" Type="http://schemas.openxmlformats.org/officeDocument/2006/relationships/tags" Target="../tags/tag260.xml"/><Relationship Id="rId316" Type="http://schemas.openxmlformats.org/officeDocument/2006/relationships/tags" Target="../tags/tag316.xml"/><Relationship Id="rId55" Type="http://schemas.openxmlformats.org/officeDocument/2006/relationships/tags" Target="../tags/tag55.xml"/><Relationship Id="rId97" Type="http://schemas.openxmlformats.org/officeDocument/2006/relationships/tags" Target="../tags/tag97.xml"/><Relationship Id="rId120" Type="http://schemas.openxmlformats.org/officeDocument/2006/relationships/tags" Target="../tags/tag120.xml"/><Relationship Id="rId162" Type="http://schemas.openxmlformats.org/officeDocument/2006/relationships/tags" Target="../tags/tag162.xml"/><Relationship Id="rId218" Type="http://schemas.openxmlformats.org/officeDocument/2006/relationships/tags" Target="../tags/tag218.xml"/><Relationship Id="rId271" Type="http://schemas.openxmlformats.org/officeDocument/2006/relationships/tags" Target="../tags/tag271.xml"/><Relationship Id="rId24" Type="http://schemas.openxmlformats.org/officeDocument/2006/relationships/tags" Target="../tags/tag24.xml"/><Relationship Id="rId66" Type="http://schemas.openxmlformats.org/officeDocument/2006/relationships/tags" Target="../tags/tag66.xml"/><Relationship Id="rId131" Type="http://schemas.openxmlformats.org/officeDocument/2006/relationships/tags" Target="../tags/tag131.xml"/><Relationship Id="rId327" Type="http://schemas.openxmlformats.org/officeDocument/2006/relationships/tags" Target="../tags/tag327.xml"/><Relationship Id="rId173" Type="http://schemas.openxmlformats.org/officeDocument/2006/relationships/tags" Target="../tags/tag173.xml"/><Relationship Id="rId229" Type="http://schemas.openxmlformats.org/officeDocument/2006/relationships/tags" Target="../tags/tag2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0.xml"/><Relationship Id="rId1" Type="http://schemas.openxmlformats.org/officeDocument/2006/relationships/tags" Target="../tags/tag339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2.xml"/><Relationship Id="rId1" Type="http://schemas.openxmlformats.org/officeDocument/2006/relationships/tags" Target="../tags/tag34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345.xml"/><Relationship Id="rId7" Type="http://schemas.openxmlformats.org/officeDocument/2006/relationships/image" Target="../media/image10.png"/><Relationship Id="rId2" Type="http://schemas.openxmlformats.org/officeDocument/2006/relationships/tags" Target="../tags/tag344.xml"/><Relationship Id="rId1" Type="http://schemas.openxmlformats.org/officeDocument/2006/relationships/tags" Target="../tags/tag34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48.xml"/><Relationship Id="rId1" Type="http://schemas.openxmlformats.org/officeDocument/2006/relationships/tags" Target="../tags/tag34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tags" Target="../tags/tag351.xml"/><Relationship Id="rId7" Type="http://schemas.openxmlformats.org/officeDocument/2006/relationships/image" Target="../media/image15.jpeg"/><Relationship Id="rId2" Type="http://schemas.openxmlformats.org/officeDocument/2006/relationships/tags" Target="../tags/tag350.xml"/><Relationship Id="rId1" Type="http://schemas.openxmlformats.org/officeDocument/2006/relationships/tags" Target="../tags/tag349.xml"/><Relationship Id="rId6" Type="http://schemas.openxmlformats.org/officeDocument/2006/relationships/slideLayout" Target="../slideLayouts/slideLayout8.xml"/><Relationship Id="rId5" Type="http://schemas.openxmlformats.org/officeDocument/2006/relationships/tags" Target="../tags/tag353.xml"/><Relationship Id="rId4" Type="http://schemas.openxmlformats.org/officeDocument/2006/relationships/tags" Target="../tags/tag35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tags" Target="../tags/tag356.xml"/><Relationship Id="rId7" Type="http://schemas.openxmlformats.org/officeDocument/2006/relationships/slideLayout" Target="../slideLayouts/slideLayout8.xml"/><Relationship Id="rId2" Type="http://schemas.openxmlformats.org/officeDocument/2006/relationships/tags" Target="../tags/tag355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5" Type="http://schemas.openxmlformats.org/officeDocument/2006/relationships/tags" Target="../tags/tag358.xml"/><Relationship Id="rId4" Type="http://schemas.openxmlformats.org/officeDocument/2006/relationships/tags" Target="../tags/tag35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tags" Target="../tags/tag362.xml"/><Relationship Id="rId7" Type="http://schemas.openxmlformats.org/officeDocument/2006/relationships/image" Target="../media/image17.png"/><Relationship Id="rId2" Type="http://schemas.openxmlformats.org/officeDocument/2006/relationships/tags" Target="../tags/tag361.xml"/><Relationship Id="rId1" Type="http://schemas.openxmlformats.org/officeDocument/2006/relationships/tags" Target="../tags/tag360.xml"/><Relationship Id="rId6" Type="http://schemas.openxmlformats.org/officeDocument/2006/relationships/slideLayout" Target="../slideLayouts/slideLayout8.xml"/><Relationship Id="rId5" Type="http://schemas.openxmlformats.org/officeDocument/2006/relationships/tags" Target="../tags/tag364.xml"/><Relationship Id="rId4" Type="http://schemas.openxmlformats.org/officeDocument/2006/relationships/tags" Target="../tags/tag36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bin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BEDDC-943A-13F1-5C95-51F9979E06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磁场对运动电荷的作用力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1B691E-EDFF-FABF-D27A-AA921C3394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160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CDB57-F026-C2C8-C120-C8712BF69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CN" dirty="0"/>
              <a:t>安培力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6698B-C642-0977-8131-2C039EC2E3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zh-CN" altLang="en-US" dirty="0"/>
              <a:t>磁场对通电导线的作用力的大小和方向是怎样的？</a:t>
            </a:r>
            <a:endParaRPr lang="en-US" altLang="zh-CN" dirty="0"/>
          </a:p>
          <a:p>
            <a:r>
              <a:rPr lang="zh-CN" altLang="en-US" dirty="0"/>
              <a:t>电流是如何形成的？</a:t>
            </a:r>
            <a:endParaRPr lang="en-US" altLang="zh-CN" dirty="0"/>
          </a:p>
          <a:p>
            <a:endParaRPr lang="en-US" dirty="0"/>
          </a:p>
          <a:p>
            <a:r>
              <a:rPr lang="en-US" dirty="0" err="1"/>
              <a:t>那么</a:t>
            </a:r>
            <a:r>
              <a:rPr lang="zh-CN" altLang="en-US" dirty="0"/>
              <a:t>，力是谁作用与谁？</a:t>
            </a:r>
            <a:endParaRPr lang="en-CN" dirty="0"/>
          </a:p>
        </p:txBody>
      </p:sp>
      <p:pic>
        <p:nvPicPr>
          <p:cNvPr id="1026" name="Picture 2" descr="Diagram of a hand with a magnet attached to a hand&#10;&#10;Description automatically generated">
            <a:extLst>
              <a:ext uri="{FF2B5EF4-FFF2-40B4-BE49-F238E27FC236}">
                <a16:creationId xmlns:a16="http://schemas.microsoft.com/office/drawing/2014/main" id="{98A7FA16-6810-FC56-18DB-3BCA7CD9A58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95" b="14234"/>
          <a:stretch/>
        </p:blipFill>
        <p:spPr bwMode="auto">
          <a:xfrm>
            <a:off x="6172200" y="1825625"/>
            <a:ext cx="5181600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089300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柱形 381"/>
          <p:cNvSpPr/>
          <p:nvPr>
            <p:custDataLst>
              <p:tags r:id="rId1"/>
            </p:custDataLst>
          </p:nvPr>
        </p:nvSpPr>
        <p:spPr>
          <a:xfrm rot="5400000">
            <a:off x="5653313" y="557104"/>
            <a:ext cx="864000" cy="5508000"/>
          </a:xfrm>
          <a:prstGeom prst="can">
            <a:avLst>
              <a:gd name="adj" fmla="val 47892"/>
            </a:avLst>
          </a:prstGeom>
          <a:gradFill flip="none" rotWithShape="1">
            <a:gsLst>
              <a:gs pos="0">
                <a:schemeClr val="accent2">
                  <a:lumMod val="80000"/>
                  <a:lumOff val="20000"/>
                </a:schemeClr>
              </a:gs>
              <a:gs pos="40000">
                <a:schemeClr val="accent2">
                  <a:lumMod val="36000"/>
                  <a:lumOff val="64000"/>
                </a:schemeClr>
              </a:gs>
              <a:gs pos="6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0" scaled="1"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圆柱形 4"/>
          <p:cNvSpPr/>
          <p:nvPr>
            <p:custDataLst>
              <p:tags r:id="rId2"/>
            </p:custDataLst>
          </p:nvPr>
        </p:nvSpPr>
        <p:spPr>
          <a:xfrm rot="5400000">
            <a:off x="5653313" y="552454"/>
            <a:ext cx="864000" cy="5508000"/>
          </a:xfrm>
          <a:prstGeom prst="can">
            <a:avLst>
              <a:gd name="adj" fmla="val 47892"/>
            </a:avLst>
          </a:prstGeom>
          <a:gradFill flip="none" rotWithShape="1">
            <a:gsLst>
              <a:gs pos="0">
                <a:schemeClr val="accent2">
                  <a:lumMod val="80000"/>
                  <a:lumOff val="20000"/>
                </a:schemeClr>
              </a:gs>
              <a:gs pos="40000">
                <a:schemeClr val="accent2">
                  <a:lumMod val="36000"/>
                  <a:lumOff val="64000"/>
                </a:schemeClr>
              </a:gs>
              <a:gs pos="6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0" scaled="1"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" name="组合 7"/>
          <p:cNvGrpSpPr/>
          <p:nvPr>
            <p:custDataLst>
              <p:tags r:id="rId3"/>
            </p:custDataLst>
          </p:nvPr>
        </p:nvGrpSpPr>
        <p:grpSpPr>
          <a:xfrm>
            <a:off x="2877412" y="2380878"/>
            <a:ext cx="6458948" cy="1872208"/>
            <a:chOff x="1353412" y="1563638"/>
            <a:chExt cx="6458948" cy="1872208"/>
          </a:xfrm>
        </p:grpSpPr>
        <p:grpSp>
          <p:nvGrpSpPr>
            <p:cNvPr id="9" name="组合 8"/>
            <p:cNvGrpSpPr/>
            <p:nvPr>
              <p:custDataLst>
                <p:tags r:id="rId300"/>
              </p:custDataLst>
            </p:nvPr>
          </p:nvGrpSpPr>
          <p:grpSpPr>
            <a:xfrm>
              <a:off x="1353412" y="1563638"/>
              <a:ext cx="216024" cy="216024"/>
              <a:chOff x="899592" y="1131590"/>
              <a:chExt cx="216024" cy="216024"/>
            </a:xfrm>
          </p:grpSpPr>
          <p:cxnSp>
            <p:nvCxnSpPr>
              <p:cNvPr id="43" name="直接连接符 42"/>
              <p:cNvCxnSpPr/>
              <p:nvPr>
                <p:custDataLst>
                  <p:tags r:id="rId33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4" name="直接连接符 43"/>
              <p:cNvCxnSpPr/>
              <p:nvPr>
                <p:custDataLst>
                  <p:tags r:id="rId33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0" name="组合 9"/>
            <p:cNvGrpSpPr/>
            <p:nvPr>
              <p:custDataLst>
                <p:tags r:id="rId301"/>
              </p:custDataLst>
            </p:nvPr>
          </p:nvGrpSpPr>
          <p:grpSpPr>
            <a:xfrm>
              <a:off x="2555776" y="1563638"/>
              <a:ext cx="216024" cy="216024"/>
              <a:chOff x="899592" y="1131590"/>
              <a:chExt cx="216024" cy="216024"/>
            </a:xfrm>
          </p:grpSpPr>
          <p:cxnSp>
            <p:nvCxnSpPr>
              <p:cNvPr id="41" name="直接连接符 40"/>
              <p:cNvCxnSpPr/>
              <p:nvPr>
                <p:custDataLst>
                  <p:tags r:id="rId33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2" name="直接连接符 41"/>
              <p:cNvCxnSpPr/>
              <p:nvPr>
                <p:custDataLst>
                  <p:tags r:id="rId33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1" name="组合 10"/>
            <p:cNvGrpSpPr/>
            <p:nvPr>
              <p:custDataLst>
                <p:tags r:id="rId302"/>
              </p:custDataLst>
            </p:nvPr>
          </p:nvGrpSpPr>
          <p:grpSpPr>
            <a:xfrm>
              <a:off x="1353412" y="3219501"/>
              <a:ext cx="216024" cy="216024"/>
              <a:chOff x="899592" y="1131590"/>
              <a:chExt cx="216024" cy="216024"/>
            </a:xfrm>
          </p:grpSpPr>
          <p:cxnSp>
            <p:nvCxnSpPr>
              <p:cNvPr id="39" name="直接连接符 38"/>
              <p:cNvCxnSpPr/>
              <p:nvPr>
                <p:custDataLst>
                  <p:tags r:id="rId330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40" name="直接连接符 39"/>
              <p:cNvCxnSpPr/>
              <p:nvPr>
                <p:custDataLst>
                  <p:tags r:id="rId331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2" name="组合 11"/>
            <p:cNvGrpSpPr/>
            <p:nvPr>
              <p:custDataLst>
                <p:tags r:id="rId303"/>
              </p:custDataLst>
            </p:nvPr>
          </p:nvGrpSpPr>
          <p:grpSpPr>
            <a:xfrm>
              <a:off x="2555776" y="3219501"/>
              <a:ext cx="216024" cy="216024"/>
              <a:chOff x="899592" y="1131590"/>
              <a:chExt cx="216024" cy="216024"/>
            </a:xfrm>
          </p:grpSpPr>
          <p:cxnSp>
            <p:nvCxnSpPr>
              <p:cNvPr id="37" name="直接连接符 36"/>
              <p:cNvCxnSpPr/>
              <p:nvPr>
                <p:custDataLst>
                  <p:tags r:id="rId328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8" name="直接连接符 37"/>
              <p:cNvCxnSpPr/>
              <p:nvPr>
                <p:custDataLst>
                  <p:tags r:id="rId329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3" name="组合 12"/>
            <p:cNvGrpSpPr/>
            <p:nvPr>
              <p:custDataLst>
                <p:tags r:id="rId304"/>
              </p:custDataLst>
            </p:nvPr>
          </p:nvGrpSpPr>
          <p:grpSpPr>
            <a:xfrm>
              <a:off x="3873692" y="1563638"/>
              <a:ext cx="216024" cy="216024"/>
              <a:chOff x="899592" y="1131590"/>
              <a:chExt cx="216024" cy="216024"/>
            </a:xfrm>
          </p:grpSpPr>
          <p:cxnSp>
            <p:nvCxnSpPr>
              <p:cNvPr id="35" name="直接连接符 34"/>
              <p:cNvCxnSpPr/>
              <p:nvPr>
                <p:custDataLst>
                  <p:tags r:id="rId326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6" name="直接连接符 35"/>
              <p:cNvCxnSpPr/>
              <p:nvPr>
                <p:custDataLst>
                  <p:tags r:id="rId327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4" name="组合 13"/>
            <p:cNvGrpSpPr/>
            <p:nvPr>
              <p:custDataLst>
                <p:tags r:id="rId305"/>
              </p:custDataLst>
            </p:nvPr>
          </p:nvGrpSpPr>
          <p:grpSpPr>
            <a:xfrm>
              <a:off x="5076056" y="1563638"/>
              <a:ext cx="216024" cy="216024"/>
              <a:chOff x="899592" y="1131590"/>
              <a:chExt cx="216024" cy="216024"/>
            </a:xfrm>
          </p:grpSpPr>
          <p:cxnSp>
            <p:nvCxnSpPr>
              <p:cNvPr id="33" name="直接连接符 32"/>
              <p:cNvCxnSpPr/>
              <p:nvPr>
                <p:custDataLst>
                  <p:tags r:id="rId32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4" name="直接连接符 33"/>
              <p:cNvCxnSpPr/>
              <p:nvPr>
                <p:custDataLst>
                  <p:tags r:id="rId32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5" name="组合 14"/>
            <p:cNvGrpSpPr/>
            <p:nvPr>
              <p:custDataLst>
                <p:tags r:id="rId306"/>
              </p:custDataLst>
            </p:nvPr>
          </p:nvGrpSpPr>
          <p:grpSpPr>
            <a:xfrm>
              <a:off x="3873692" y="3219501"/>
              <a:ext cx="216024" cy="216024"/>
              <a:chOff x="899592" y="1131590"/>
              <a:chExt cx="216024" cy="216024"/>
            </a:xfrm>
          </p:grpSpPr>
          <p:cxnSp>
            <p:nvCxnSpPr>
              <p:cNvPr id="31" name="直接连接符 30"/>
              <p:cNvCxnSpPr/>
              <p:nvPr>
                <p:custDataLst>
                  <p:tags r:id="rId32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2" name="直接连接符 31"/>
              <p:cNvCxnSpPr/>
              <p:nvPr>
                <p:custDataLst>
                  <p:tags r:id="rId32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6" name="组合 15"/>
            <p:cNvGrpSpPr/>
            <p:nvPr>
              <p:custDataLst>
                <p:tags r:id="rId307"/>
              </p:custDataLst>
            </p:nvPr>
          </p:nvGrpSpPr>
          <p:grpSpPr>
            <a:xfrm>
              <a:off x="5076056" y="3219501"/>
              <a:ext cx="216024" cy="216024"/>
              <a:chOff x="899592" y="1131590"/>
              <a:chExt cx="216024" cy="216024"/>
            </a:xfrm>
          </p:grpSpPr>
          <p:cxnSp>
            <p:nvCxnSpPr>
              <p:cNvPr id="29" name="直接连接符 28"/>
              <p:cNvCxnSpPr/>
              <p:nvPr>
                <p:custDataLst>
                  <p:tags r:id="rId320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30" name="直接连接符 29"/>
              <p:cNvCxnSpPr/>
              <p:nvPr>
                <p:custDataLst>
                  <p:tags r:id="rId321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7" name="组合 16"/>
            <p:cNvGrpSpPr/>
            <p:nvPr>
              <p:custDataLst>
                <p:tags r:id="rId308"/>
              </p:custDataLst>
            </p:nvPr>
          </p:nvGrpSpPr>
          <p:grpSpPr>
            <a:xfrm>
              <a:off x="6393972" y="1563959"/>
              <a:ext cx="216024" cy="216024"/>
              <a:chOff x="899592" y="1131590"/>
              <a:chExt cx="216024" cy="216024"/>
            </a:xfrm>
          </p:grpSpPr>
          <p:cxnSp>
            <p:nvCxnSpPr>
              <p:cNvPr id="27" name="直接连接符 26"/>
              <p:cNvCxnSpPr/>
              <p:nvPr>
                <p:custDataLst>
                  <p:tags r:id="rId318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8" name="直接连接符 27"/>
              <p:cNvCxnSpPr/>
              <p:nvPr>
                <p:custDataLst>
                  <p:tags r:id="rId319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8" name="组合 17"/>
            <p:cNvGrpSpPr/>
            <p:nvPr>
              <p:custDataLst>
                <p:tags r:id="rId309"/>
              </p:custDataLst>
            </p:nvPr>
          </p:nvGrpSpPr>
          <p:grpSpPr>
            <a:xfrm>
              <a:off x="7596336" y="1563959"/>
              <a:ext cx="216024" cy="216024"/>
              <a:chOff x="899592" y="1131590"/>
              <a:chExt cx="216024" cy="216024"/>
            </a:xfrm>
          </p:grpSpPr>
          <p:cxnSp>
            <p:nvCxnSpPr>
              <p:cNvPr id="25" name="直接连接符 24"/>
              <p:cNvCxnSpPr/>
              <p:nvPr>
                <p:custDataLst>
                  <p:tags r:id="rId316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6" name="直接连接符 25"/>
              <p:cNvCxnSpPr/>
              <p:nvPr>
                <p:custDataLst>
                  <p:tags r:id="rId317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19" name="组合 18"/>
            <p:cNvGrpSpPr/>
            <p:nvPr>
              <p:custDataLst>
                <p:tags r:id="rId310"/>
              </p:custDataLst>
            </p:nvPr>
          </p:nvGrpSpPr>
          <p:grpSpPr>
            <a:xfrm>
              <a:off x="6393972" y="3219822"/>
              <a:ext cx="216024" cy="216024"/>
              <a:chOff x="899592" y="1131590"/>
              <a:chExt cx="216024" cy="216024"/>
            </a:xfrm>
          </p:grpSpPr>
          <p:cxnSp>
            <p:nvCxnSpPr>
              <p:cNvPr id="23" name="直接连接符 22"/>
              <p:cNvCxnSpPr/>
              <p:nvPr>
                <p:custDataLst>
                  <p:tags r:id="rId314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4" name="直接连接符 23"/>
              <p:cNvCxnSpPr/>
              <p:nvPr>
                <p:custDataLst>
                  <p:tags r:id="rId315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  <p:grpSp>
          <p:nvGrpSpPr>
            <p:cNvPr id="20" name="组合 19"/>
            <p:cNvGrpSpPr/>
            <p:nvPr>
              <p:custDataLst>
                <p:tags r:id="rId311"/>
              </p:custDataLst>
            </p:nvPr>
          </p:nvGrpSpPr>
          <p:grpSpPr>
            <a:xfrm>
              <a:off x="7596336" y="3219822"/>
              <a:ext cx="216024" cy="216024"/>
              <a:chOff x="899592" y="1131590"/>
              <a:chExt cx="216024" cy="216024"/>
            </a:xfrm>
          </p:grpSpPr>
          <p:cxnSp>
            <p:nvCxnSpPr>
              <p:cNvPr id="21" name="直接连接符 20"/>
              <p:cNvCxnSpPr/>
              <p:nvPr>
                <p:custDataLst>
                  <p:tags r:id="rId312"/>
                </p:custDataLst>
              </p:nvPr>
            </p:nvCxnSpPr>
            <p:spPr>
              <a:xfrm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  <p:cxnSp>
            <p:nvCxnSpPr>
              <p:cNvPr id="22" name="直接连接符 21"/>
              <p:cNvCxnSpPr/>
              <p:nvPr>
                <p:custDataLst>
                  <p:tags r:id="rId313"/>
                </p:custDataLst>
              </p:nvPr>
            </p:nvCxnSpPr>
            <p:spPr>
              <a:xfrm rot="5400000">
                <a:off x="899592" y="1131590"/>
                <a:ext cx="216024" cy="216024"/>
              </a:xfrm>
              <a:prstGeom prst="line">
                <a:avLst/>
              </a:prstGeom>
              <a:noFill/>
              <a:ln w="28575" cap="flat" cmpd="sng" algn="ctr">
                <a:solidFill>
                  <a:srgbClr val="0070C0"/>
                </a:solidFill>
                <a:prstDash val="solid"/>
              </a:ln>
              <a:effectLst/>
            </p:spPr>
          </p:cxnSp>
        </p:grpSp>
      </p:grpSp>
      <p:grpSp>
        <p:nvGrpSpPr>
          <p:cNvPr id="45" name="组合 44"/>
          <p:cNvGrpSpPr/>
          <p:nvPr>
            <p:custDataLst>
              <p:tags r:id="rId4"/>
            </p:custDataLst>
          </p:nvPr>
        </p:nvGrpSpPr>
        <p:grpSpPr>
          <a:xfrm>
            <a:off x="6023992" y="1929666"/>
            <a:ext cx="500072" cy="1117136"/>
            <a:chOff x="4499992" y="1112426"/>
            <a:chExt cx="500072" cy="1117136"/>
          </a:xfrm>
        </p:grpSpPr>
        <p:cxnSp>
          <p:nvCxnSpPr>
            <p:cNvPr id="46" name="直接箭头连接符 45"/>
            <p:cNvCxnSpPr/>
            <p:nvPr>
              <p:custDataLst>
                <p:tags r:id="rId298"/>
              </p:custDataLst>
            </p:nvPr>
          </p:nvCxnSpPr>
          <p:spPr>
            <a:xfrm flipH="1" flipV="1">
              <a:off x="4499992" y="1330403"/>
              <a:ext cx="0" cy="899159"/>
            </a:xfrm>
            <a:prstGeom prst="straightConnector1">
              <a:avLst/>
            </a:prstGeom>
            <a:noFill/>
            <a:ln w="38100" cap="flat" cmpd="sng" algn="ctr">
              <a:solidFill>
                <a:srgbClr val="FF0000"/>
              </a:solidFill>
              <a:prstDash val="solid"/>
              <a:tailEnd type="arrow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63"/>
                <p:cNvSpPr txBox="1"/>
                <p:nvPr>
                  <p:custDataLst>
                    <p:tags r:id="rId299"/>
                  </p:custDataLst>
                </p:nvPr>
              </p:nvSpPr>
              <p:spPr>
                <a:xfrm>
                  <a:off x="4499992" y="1112426"/>
                  <a:ext cx="500072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lang="en-US" altLang="zh-CN" sz="2800" b="1" i="1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oMath>
                    </m:oMathPara>
                  </a14:m>
                  <a:endParaRPr lang="zh-CN" altLang="en-US" sz="2800" b="1" kern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 xmlns:m="http://schemas.openxmlformats.org/officeDocument/2006/math" xmlns:w="http://schemas.openxmlformats.org/wordprocessingml/2006/main" xmlns:wp="http://schemas.openxmlformats.org/drawingml/2006/wordprocessingDrawing" xmlns:p14="http://schemas.microsoft.com/office/powerpoint/2010/main" xmlns:p15="http://schemas.microsoft.com/office/powerpoint/2012/main" xmlns:p159="http://schemas.microsoft.com/office/powerpoint/2015/09/main">
            <p:sp>
              <p:nvSpPr>
                <p:cNvPr id="47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339"/>
                  </p:custDataLst>
                </p:nvPr>
              </p:nvSpPr>
              <p:spPr>
                <a:xfrm>
                  <a:off x="4499992" y="1112426"/>
                  <a:ext cx="500072" cy="523220"/>
                </a:xfrm>
                <a:prstGeom prst="rect">
                  <a:avLst/>
                </a:prstGeom>
                <a:blipFill rotWithShape="1">
                  <a:blip r:embed="rId34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组合 47"/>
          <p:cNvGrpSpPr/>
          <p:nvPr>
            <p:custDataLst>
              <p:tags r:id="rId5"/>
            </p:custDataLst>
          </p:nvPr>
        </p:nvGrpSpPr>
        <p:grpSpPr>
          <a:xfrm>
            <a:off x="4583833" y="3018427"/>
            <a:ext cx="2930407" cy="523220"/>
            <a:chOff x="3059832" y="2201187"/>
            <a:chExt cx="2930407" cy="523220"/>
          </a:xfrm>
        </p:grpSpPr>
        <p:cxnSp>
          <p:nvCxnSpPr>
            <p:cNvPr id="49" name="直接箭头连接符 48"/>
            <p:cNvCxnSpPr/>
            <p:nvPr>
              <p:custDataLst>
                <p:tags r:id="rId296"/>
              </p:custDataLst>
            </p:nvPr>
          </p:nvCxnSpPr>
          <p:spPr>
            <a:xfrm>
              <a:off x="3059832" y="2462797"/>
              <a:ext cx="2448272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tailEnd type="arrow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78"/>
                <p:cNvSpPr txBox="1"/>
                <p:nvPr>
                  <p:custDataLst>
                    <p:tags r:id="rId297"/>
                  </p:custDataLst>
                </p:nvPr>
              </p:nvSpPr>
              <p:spPr>
                <a:xfrm>
                  <a:off x="5566725" y="2201187"/>
                  <a:ext cx="42351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lang="en-US" altLang="zh-CN" sz="2800" b="1" i="1" ker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zh-CN" altLang="en-US" sz="2800" b="1" kern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 xmlns:m="http://schemas.openxmlformats.org/officeDocument/2006/math" xmlns:w="http://schemas.openxmlformats.org/wordprocessingml/2006/main" xmlns:wp="http://schemas.openxmlformats.org/drawingml/2006/wordprocessingDrawing" xmlns:p14="http://schemas.microsoft.com/office/powerpoint/2010/main" xmlns:p15="http://schemas.microsoft.com/office/powerpoint/2012/main" xmlns:p159="http://schemas.microsoft.com/office/powerpoint/2015/09/main">
            <p:sp>
              <p:nvSpPr>
                <p:cNvPr id="50" name="Text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>
                  <p:custDataLst>
                    <p:tags r:id="rId341"/>
                  </p:custDataLst>
                </p:nvPr>
              </p:nvSpPr>
              <p:spPr>
                <a:xfrm>
                  <a:off x="5566725" y="2201187"/>
                  <a:ext cx="423514" cy="523220"/>
                </a:xfrm>
                <a:prstGeom prst="rect">
                  <a:avLst/>
                </a:prstGeom>
                <a:blipFill rotWithShape="1">
                  <a:blip r:embed="rId3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组合 50"/>
          <p:cNvGrpSpPr/>
          <p:nvPr>
            <p:custDataLst>
              <p:tags r:id="rId6"/>
            </p:custDataLst>
          </p:nvPr>
        </p:nvGrpSpPr>
        <p:grpSpPr>
          <a:xfrm>
            <a:off x="1991544" y="2719146"/>
            <a:ext cx="8097554" cy="1307030"/>
            <a:chOff x="467544" y="2261946"/>
            <a:chExt cx="8097554" cy="1307030"/>
          </a:xfrm>
        </p:grpSpPr>
        <p:grpSp>
          <p:nvGrpSpPr>
            <p:cNvPr id="52" name="组合 51"/>
            <p:cNvGrpSpPr/>
            <p:nvPr>
              <p:custDataLst>
                <p:tags r:id="rId236"/>
              </p:custDataLst>
            </p:nvPr>
          </p:nvGrpSpPr>
          <p:grpSpPr>
            <a:xfrm>
              <a:off x="1342526" y="2272832"/>
              <a:ext cx="288032" cy="288032"/>
              <a:chOff x="611560" y="1059582"/>
              <a:chExt cx="288032" cy="288032"/>
            </a:xfrm>
          </p:grpSpPr>
          <p:sp>
            <p:nvSpPr>
              <p:cNvPr id="110" name="椭圆 109"/>
              <p:cNvSpPr/>
              <p:nvPr>
                <p:custDataLst>
                  <p:tags r:id="rId29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11" name="直接连接符 110"/>
              <p:cNvCxnSpPr/>
              <p:nvPr>
                <p:custDataLst>
                  <p:tags r:id="rId29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3" name="组合 52"/>
            <p:cNvGrpSpPr/>
            <p:nvPr>
              <p:custDataLst>
                <p:tags r:id="rId237"/>
              </p:custDataLst>
            </p:nvPr>
          </p:nvGrpSpPr>
          <p:grpSpPr>
            <a:xfrm>
              <a:off x="1331640" y="3278446"/>
              <a:ext cx="288032" cy="288032"/>
              <a:chOff x="611560" y="1059582"/>
              <a:chExt cx="288032" cy="288032"/>
            </a:xfrm>
          </p:grpSpPr>
          <p:sp>
            <p:nvSpPr>
              <p:cNvPr id="108" name="椭圆 107"/>
              <p:cNvSpPr/>
              <p:nvPr>
                <p:custDataLst>
                  <p:tags r:id="rId29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9" name="直接连接符 108"/>
              <p:cNvCxnSpPr/>
              <p:nvPr>
                <p:custDataLst>
                  <p:tags r:id="rId29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4" name="组合 53"/>
            <p:cNvGrpSpPr/>
            <p:nvPr>
              <p:custDataLst>
                <p:tags r:id="rId238"/>
              </p:custDataLst>
            </p:nvPr>
          </p:nvGrpSpPr>
          <p:grpSpPr>
            <a:xfrm>
              <a:off x="467544" y="2261946"/>
              <a:ext cx="288032" cy="288032"/>
              <a:chOff x="611560" y="1059582"/>
              <a:chExt cx="288032" cy="288032"/>
            </a:xfrm>
          </p:grpSpPr>
          <p:sp>
            <p:nvSpPr>
              <p:cNvPr id="106" name="椭圆 105"/>
              <p:cNvSpPr/>
              <p:nvPr>
                <p:custDataLst>
                  <p:tags r:id="rId29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7" name="直接连接符 106"/>
              <p:cNvCxnSpPr/>
              <p:nvPr>
                <p:custDataLst>
                  <p:tags r:id="rId29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5" name="组合 54"/>
            <p:cNvGrpSpPr/>
            <p:nvPr>
              <p:custDataLst>
                <p:tags r:id="rId239"/>
              </p:custDataLst>
            </p:nvPr>
          </p:nvGrpSpPr>
          <p:grpSpPr>
            <a:xfrm>
              <a:off x="475322" y="3280944"/>
              <a:ext cx="288032" cy="288032"/>
              <a:chOff x="611560" y="1059582"/>
              <a:chExt cx="288032" cy="288032"/>
            </a:xfrm>
          </p:grpSpPr>
          <p:sp>
            <p:nvSpPr>
              <p:cNvPr id="104" name="椭圆 103"/>
              <p:cNvSpPr/>
              <p:nvPr>
                <p:custDataLst>
                  <p:tags r:id="rId28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5" name="直接连接符 104"/>
              <p:cNvCxnSpPr/>
              <p:nvPr>
                <p:custDataLst>
                  <p:tags r:id="rId28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6" name="组合 55"/>
            <p:cNvGrpSpPr/>
            <p:nvPr>
              <p:custDataLst>
                <p:tags r:id="rId240"/>
              </p:custDataLst>
            </p:nvPr>
          </p:nvGrpSpPr>
          <p:grpSpPr>
            <a:xfrm>
              <a:off x="3092490" y="2272832"/>
              <a:ext cx="288032" cy="288032"/>
              <a:chOff x="611560" y="1059582"/>
              <a:chExt cx="288032" cy="288032"/>
            </a:xfrm>
          </p:grpSpPr>
          <p:sp>
            <p:nvSpPr>
              <p:cNvPr id="102" name="椭圆 101"/>
              <p:cNvSpPr/>
              <p:nvPr>
                <p:custDataLst>
                  <p:tags r:id="rId28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3" name="直接连接符 102"/>
              <p:cNvCxnSpPr/>
              <p:nvPr>
                <p:custDataLst>
                  <p:tags r:id="rId28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7" name="组合 56"/>
            <p:cNvGrpSpPr/>
            <p:nvPr>
              <p:custDataLst>
                <p:tags r:id="rId241"/>
              </p:custDataLst>
            </p:nvPr>
          </p:nvGrpSpPr>
          <p:grpSpPr>
            <a:xfrm>
              <a:off x="3081604" y="3278446"/>
              <a:ext cx="288032" cy="288032"/>
              <a:chOff x="611560" y="1059582"/>
              <a:chExt cx="288032" cy="288032"/>
            </a:xfrm>
          </p:grpSpPr>
          <p:sp>
            <p:nvSpPr>
              <p:cNvPr id="100" name="椭圆 99"/>
              <p:cNvSpPr/>
              <p:nvPr>
                <p:custDataLst>
                  <p:tags r:id="rId28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101" name="直接连接符 100"/>
              <p:cNvCxnSpPr/>
              <p:nvPr>
                <p:custDataLst>
                  <p:tags r:id="rId28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8" name="组合 57"/>
            <p:cNvGrpSpPr/>
            <p:nvPr>
              <p:custDataLst>
                <p:tags r:id="rId242"/>
              </p:custDataLst>
            </p:nvPr>
          </p:nvGrpSpPr>
          <p:grpSpPr>
            <a:xfrm>
              <a:off x="2217508" y="2261946"/>
              <a:ext cx="288032" cy="288032"/>
              <a:chOff x="611560" y="1059582"/>
              <a:chExt cx="288032" cy="288032"/>
            </a:xfrm>
          </p:grpSpPr>
          <p:sp>
            <p:nvSpPr>
              <p:cNvPr id="98" name="椭圆 97"/>
              <p:cNvSpPr/>
              <p:nvPr>
                <p:custDataLst>
                  <p:tags r:id="rId28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9" name="直接连接符 98"/>
              <p:cNvCxnSpPr/>
              <p:nvPr>
                <p:custDataLst>
                  <p:tags r:id="rId28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59" name="组合 58"/>
            <p:cNvGrpSpPr/>
            <p:nvPr>
              <p:custDataLst>
                <p:tags r:id="rId243"/>
              </p:custDataLst>
            </p:nvPr>
          </p:nvGrpSpPr>
          <p:grpSpPr>
            <a:xfrm>
              <a:off x="2225286" y="3280944"/>
              <a:ext cx="288032" cy="288032"/>
              <a:chOff x="611560" y="1059582"/>
              <a:chExt cx="288032" cy="288032"/>
            </a:xfrm>
          </p:grpSpPr>
          <p:sp>
            <p:nvSpPr>
              <p:cNvPr id="96" name="椭圆 95"/>
              <p:cNvSpPr/>
              <p:nvPr>
                <p:custDataLst>
                  <p:tags r:id="rId28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7" name="直接连接符 96"/>
              <p:cNvCxnSpPr/>
              <p:nvPr>
                <p:custDataLst>
                  <p:tags r:id="rId28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0" name="组合 59"/>
            <p:cNvGrpSpPr/>
            <p:nvPr>
              <p:custDataLst>
                <p:tags r:id="rId244"/>
              </p:custDataLst>
            </p:nvPr>
          </p:nvGrpSpPr>
          <p:grpSpPr>
            <a:xfrm>
              <a:off x="4788024" y="2272832"/>
              <a:ext cx="288032" cy="288032"/>
              <a:chOff x="611560" y="1059582"/>
              <a:chExt cx="288032" cy="288032"/>
            </a:xfrm>
          </p:grpSpPr>
          <p:sp>
            <p:nvSpPr>
              <p:cNvPr id="94" name="椭圆 93"/>
              <p:cNvSpPr/>
              <p:nvPr>
                <p:custDataLst>
                  <p:tags r:id="rId27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5" name="直接连接符 94"/>
              <p:cNvCxnSpPr/>
              <p:nvPr>
                <p:custDataLst>
                  <p:tags r:id="rId27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1" name="组合 60"/>
            <p:cNvGrpSpPr/>
            <p:nvPr>
              <p:custDataLst>
                <p:tags r:id="rId245"/>
              </p:custDataLst>
            </p:nvPr>
          </p:nvGrpSpPr>
          <p:grpSpPr>
            <a:xfrm>
              <a:off x="4777138" y="3278446"/>
              <a:ext cx="288032" cy="288032"/>
              <a:chOff x="611560" y="1059582"/>
              <a:chExt cx="288032" cy="288032"/>
            </a:xfrm>
          </p:grpSpPr>
          <p:sp>
            <p:nvSpPr>
              <p:cNvPr id="92" name="椭圆 91"/>
              <p:cNvSpPr/>
              <p:nvPr>
                <p:custDataLst>
                  <p:tags r:id="rId27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3" name="直接连接符 92"/>
              <p:cNvCxnSpPr/>
              <p:nvPr>
                <p:custDataLst>
                  <p:tags r:id="rId27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2" name="组合 61"/>
            <p:cNvGrpSpPr/>
            <p:nvPr>
              <p:custDataLst>
                <p:tags r:id="rId246"/>
              </p:custDataLst>
            </p:nvPr>
          </p:nvGrpSpPr>
          <p:grpSpPr>
            <a:xfrm>
              <a:off x="3913042" y="2261946"/>
              <a:ext cx="288032" cy="288032"/>
              <a:chOff x="611560" y="1059582"/>
              <a:chExt cx="288032" cy="288032"/>
            </a:xfrm>
          </p:grpSpPr>
          <p:sp>
            <p:nvSpPr>
              <p:cNvPr id="90" name="椭圆 89"/>
              <p:cNvSpPr/>
              <p:nvPr>
                <p:custDataLst>
                  <p:tags r:id="rId27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91" name="直接连接符 90"/>
              <p:cNvCxnSpPr/>
              <p:nvPr>
                <p:custDataLst>
                  <p:tags r:id="rId27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3" name="组合 62"/>
            <p:cNvGrpSpPr/>
            <p:nvPr>
              <p:custDataLst>
                <p:tags r:id="rId247"/>
              </p:custDataLst>
            </p:nvPr>
          </p:nvGrpSpPr>
          <p:grpSpPr>
            <a:xfrm>
              <a:off x="3920820" y="3280944"/>
              <a:ext cx="288032" cy="288032"/>
              <a:chOff x="611560" y="1059582"/>
              <a:chExt cx="288032" cy="288032"/>
            </a:xfrm>
          </p:grpSpPr>
          <p:sp>
            <p:nvSpPr>
              <p:cNvPr id="88" name="椭圆 87"/>
              <p:cNvSpPr/>
              <p:nvPr>
                <p:custDataLst>
                  <p:tags r:id="rId27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9" name="直接连接符 88"/>
              <p:cNvCxnSpPr/>
              <p:nvPr>
                <p:custDataLst>
                  <p:tags r:id="rId27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4" name="组合 63"/>
            <p:cNvGrpSpPr/>
            <p:nvPr>
              <p:custDataLst>
                <p:tags r:id="rId248"/>
              </p:custDataLst>
            </p:nvPr>
          </p:nvGrpSpPr>
          <p:grpSpPr>
            <a:xfrm>
              <a:off x="6537988" y="2272832"/>
              <a:ext cx="288032" cy="288032"/>
              <a:chOff x="611560" y="1059582"/>
              <a:chExt cx="288032" cy="288032"/>
            </a:xfrm>
          </p:grpSpPr>
          <p:sp>
            <p:nvSpPr>
              <p:cNvPr id="86" name="椭圆 85"/>
              <p:cNvSpPr/>
              <p:nvPr>
                <p:custDataLst>
                  <p:tags r:id="rId27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7" name="直接连接符 86"/>
              <p:cNvCxnSpPr/>
              <p:nvPr>
                <p:custDataLst>
                  <p:tags r:id="rId27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5" name="组合 64"/>
            <p:cNvGrpSpPr/>
            <p:nvPr>
              <p:custDataLst>
                <p:tags r:id="rId249"/>
              </p:custDataLst>
            </p:nvPr>
          </p:nvGrpSpPr>
          <p:grpSpPr>
            <a:xfrm>
              <a:off x="6527102" y="3278446"/>
              <a:ext cx="288032" cy="288032"/>
              <a:chOff x="611560" y="1059582"/>
              <a:chExt cx="288032" cy="288032"/>
            </a:xfrm>
          </p:grpSpPr>
          <p:sp>
            <p:nvSpPr>
              <p:cNvPr id="84" name="椭圆 83"/>
              <p:cNvSpPr/>
              <p:nvPr>
                <p:custDataLst>
                  <p:tags r:id="rId26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5" name="直接连接符 84"/>
              <p:cNvCxnSpPr/>
              <p:nvPr>
                <p:custDataLst>
                  <p:tags r:id="rId26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6" name="组合 65"/>
            <p:cNvGrpSpPr/>
            <p:nvPr>
              <p:custDataLst>
                <p:tags r:id="rId250"/>
              </p:custDataLst>
            </p:nvPr>
          </p:nvGrpSpPr>
          <p:grpSpPr>
            <a:xfrm>
              <a:off x="5663006" y="2261946"/>
              <a:ext cx="288032" cy="288032"/>
              <a:chOff x="611560" y="1059582"/>
              <a:chExt cx="288032" cy="288032"/>
            </a:xfrm>
          </p:grpSpPr>
          <p:sp>
            <p:nvSpPr>
              <p:cNvPr id="82" name="椭圆 81"/>
              <p:cNvSpPr/>
              <p:nvPr>
                <p:custDataLst>
                  <p:tags r:id="rId26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3" name="直接连接符 82"/>
              <p:cNvCxnSpPr/>
              <p:nvPr>
                <p:custDataLst>
                  <p:tags r:id="rId26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7" name="组合 66"/>
            <p:cNvGrpSpPr/>
            <p:nvPr>
              <p:custDataLst>
                <p:tags r:id="rId251"/>
              </p:custDataLst>
            </p:nvPr>
          </p:nvGrpSpPr>
          <p:grpSpPr>
            <a:xfrm>
              <a:off x="5670784" y="3280944"/>
              <a:ext cx="288032" cy="288032"/>
              <a:chOff x="611560" y="1059582"/>
              <a:chExt cx="288032" cy="288032"/>
            </a:xfrm>
          </p:grpSpPr>
          <p:sp>
            <p:nvSpPr>
              <p:cNvPr id="80" name="椭圆 79"/>
              <p:cNvSpPr/>
              <p:nvPr>
                <p:custDataLst>
                  <p:tags r:id="rId26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81" name="直接连接符 80"/>
              <p:cNvCxnSpPr/>
              <p:nvPr>
                <p:custDataLst>
                  <p:tags r:id="rId26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8" name="组合 67"/>
            <p:cNvGrpSpPr/>
            <p:nvPr>
              <p:custDataLst>
                <p:tags r:id="rId252"/>
              </p:custDataLst>
            </p:nvPr>
          </p:nvGrpSpPr>
          <p:grpSpPr>
            <a:xfrm>
              <a:off x="8277066" y="2272832"/>
              <a:ext cx="288032" cy="288032"/>
              <a:chOff x="611560" y="1059582"/>
              <a:chExt cx="288032" cy="288032"/>
            </a:xfrm>
          </p:grpSpPr>
          <p:sp>
            <p:nvSpPr>
              <p:cNvPr id="78" name="椭圆 77"/>
              <p:cNvSpPr/>
              <p:nvPr>
                <p:custDataLst>
                  <p:tags r:id="rId26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9" name="直接连接符 78"/>
              <p:cNvCxnSpPr/>
              <p:nvPr>
                <p:custDataLst>
                  <p:tags r:id="rId26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69" name="组合 68"/>
            <p:cNvGrpSpPr/>
            <p:nvPr>
              <p:custDataLst>
                <p:tags r:id="rId253"/>
              </p:custDataLst>
            </p:nvPr>
          </p:nvGrpSpPr>
          <p:grpSpPr>
            <a:xfrm>
              <a:off x="8266180" y="3278446"/>
              <a:ext cx="288032" cy="288032"/>
              <a:chOff x="611560" y="1059582"/>
              <a:chExt cx="288032" cy="288032"/>
            </a:xfrm>
          </p:grpSpPr>
          <p:sp>
            <p:nvSpPr>
              <p:cNvPr id="76" name="椭圆 75"/>
              <p:cNvSpPr/>
              <p:nvPr>
                <p:custDataLst>
                  <p:tags r:id="rId26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7" name="直接连接符 76"/>
              <p:cNvCxnSpPr/>
              <p:nvPr>
                <p:custDataLst>
                  <p:tags r:id="rId26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70" name="组合 69"/>
            <p:cNvGrpSpPr/>
            <p:nvPr>
              <p:custDataLst>
                <p:tags r:id="rId254"/>
              </p:custDataLst>
            </p:nvPr>
          </p:nvGrpSpPr>
          <p:grpSpPr>
            <a:xfrm>
              <a:off x="7402084" y="2261946"/>
              <a:ext cx="288032" cy="288032"/>
              <a:chOff x="611560" y="1059582"/>
              <a:chExt cx="288032" cy="288032"/>
            </a:xfrm>
          </p:grpSpPr>
          <p:sp>
            <p:nvSpPr>
              <p:cNvPr id="74" name="椭圆 73"/>
              <p:cNvSpPr/>
              <p:nvPr>
                <p:custDataLst>
                  <p:tags r:id="rId25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5" name="直接连接符 74"/>
              <p:cNvCxnSpPr/>
              <p:nvPr>
                <p:custDataLst>
                  <p:tags r:id="rId25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71" name="组合 70"/>
            <p:cNvGrpSpPr/>
            <p:nvPr>
              <p:custDataLst>
                <p:tags r:id="rId255"/>
              </p:custDataLst>
            </p:nvPr>
          </p:nvGrpSpPr>
          <p:grpSpPr>
            <a:xfrm>
              <a:off x="7409862" y="3280944"/>
              <a:ext cx="288032" cy="288032"/>
              <a:chOff x="611560" y="1059582"/>
              <a:chExt cx="288032" cy="288032"/>
            </a:xfrm>
          </p:grpSpPr>
          <p:sp>
            <p:nvSpPr>
              <p:cNvPr id="72" name="椭圆 71"/>
              <p:cNvSpPr/>
              <p:nvPr>
                <p:custDataLst>
                  <p:tags r:id="rId25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73" name="直接连接符 72"/>
              <p:cNvCxnSpPr/>
              <p:nvPr>
                <p:custDataLst>
                  <p:tags r:id="rId25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</p:grpSp>
      <p:grpSp>
        <p:nvGrpSpPr>
          <p:cNvPr id="112" name="组合 111"/>
          <p:cNvGrpSpPr/>
          <p:nvPr>
            <p:custDataLst>
              <p:tags r:id="rId7"/>
            </p:custDataLst>
          </p:nvPr>
        </p:nvGrpSpPr>
        <p:grpSpPr>
          <a:xfrm>
            <a:off x="1991699" y="2191276"/>
            <a:ext cx="8097554" cy="1844010"/>
            <a:chOff x="617442" y="1877366"/>
            <a:chExt cx="8097554" cy="1844010"/>
          </a:xfrm>
        </p:grpSpPr>
        <p:grpSp>
          <p:nvGrpSpPr>
            <p:cNvPr id="113" name="组合 112"/>
            <p:cNvGrpSpPr/>
            <p:nvPr>
              <p:custDataLst>
                <p:tags r:id="rId154"/>
              </p:custDataLst>
            </p:nvPr>
          </p:nvGrpSpPr>
          <p:grpSpPr>
            <a:xfrm>
              <a:off x="617442" y="2414346"/>
              <a:ext cx="8097554" cy="1307030"/>
              <a:chOff x="467544" y="2261946"/>
              <a:chExt cx="8097554" cy="1307030"/>
            </a:xfrm>
          </p:grpSpPr>
          <p:grpSp>
            <p:nvGrpSpPr>
              <p:cNvPr id="135" name="组合 134"/>
              <p:cNvGrpSpPr/>
              <p:nvPr>
                <p:custDataLst>
                  <p:tags r:id="rId176"/>
                </p:custDataLst>
              </p:nvPr>
            </p:nvGrpSpPr>
            <p:grpSpPr>
              <a:xfrm>
                <a:off x="134252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93" name="椭圆 192"/>
                <p:cNvSpPr/>
                <p:nvPr>
                  <p:custDataLst>
                    <p:tags r:id="rId23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4" name="直接连接符 193"/>
                <p:cNvCxnSpPr/>
                <p:nvPr>
                  <p:custDataLst>
                    <p:tags r:id="rId23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6" name="组合 135"/>
              <p:cNvGrpSpPr/>
              <p:nvPr>
                <p:custDataLst>
                  <p:tags r:id="rId177"/>
                </p:custDataLst>
              </p:nvPr>
            </p:nvGrpSpPr>
            <p:grpSpPr>
              <a:xfrm>
                <a:off x="133164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91" name="椭圆 190"/>
                <p:cNvSpPr/>
                <p:nvPr>
                  <p:custDataLst>
                    <p:tags r:id="rId23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2" name="直接连接符 191"/>
                <p:cNvCxnSpPr/>
                <p:nvPr>
                  <p:custDataLst>
                    <p:tags r:id="rId23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7" name="组合 136"/>
              <p:cNvGrpSpPr/>
              <p:nvPr>
                <p:custDataLst>
                  <p:tags r:id="rId178"/>
                </p:custDataLst>
              </p:nvPr>
            </p:nvGrpSpPr>
            <p:grpSpPr>
              <a:xfrm>
                <a:off x="46754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9" name="椭圆 188"/>
                <p:cNvSpPr/>
                <p:nvPr>
                  <p:custDataLst>
                    <p:tags r:id="rId23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90" name="直接连接符 189"/>
                <p:cNvCxnSpPr/>
                <p:nvPr>
                  <p:custDataLst>
                    <p:tags r:id="rId23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8" name="组合 137"/>
              <p:cNvGrpSpPr/>
              <p:nvPr>
                <p:custDataLst>
                  <p:tags r:id="rId179"/>
                </p:custDataLst>
              </p:nvPr>
            </p:nvGrpSpPr>
            <p:grpSpPr>
              <a:xfrm>
                <a:off x="47532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87" name="椭圆 186"/>
                <p:cNvSpPr/>
                <p:nvPr>
                  <p:custDataLst>
                    <p:tags r:id="rId22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8" name="直接连接符 187"/>
                <p:cNvCxnSpPr/>
                <p:nvPr>
                  <p:custDataLst>
                    <p:tags r:id="rId22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39" name="组合 138"/>
              <p:cNvGrpSpPr/>
              <p:nvPr>
                <p:custDataLst>
                  <p:tags r:id="rId180"/>
                </p:custDataLst>
              </p:nvPr>
            </p:nvGrpSpPr>
            <p:grpSpPr>
              <a:xfrm>
                <a:off x="3092490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85" name="椭圆 184"/>
                <p:cNvSpPr/>
                <p:nvPr>
                  <p:custDataLst>
                    <p:tags r:id="rId22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6" name="直接连接符 185"/>
                <p:cNvCxnSpPr/>
                <p:nvPr>
                  <p:custDataLst>
                    <p:tags r:id="rId22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0" name="组合 139"/>
              <p:cNvGrpSpPr/>
              <p:nvPr>
                <p:custDataLst>
                  <p:tags r:id="rId181"/>
                </p:custDataLst>
              </p:nvPr>
            </p:nvGrpSpPr>
            <p:grpSpPr>
              <a:xfrm>
                <a:off x="3081604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3" name="椭圆 182"/>
                <p:cNvSpPr/>
                <p:nvPr>
                  <p:custDataLst>
                    <p:tags r:id="rId22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4" name="直接连接符 183"/>
                <p:cNvCxnSpPr/>
                <p:nvPr>
                  <p:custDataLst>
                    <p:tags r:id="rId22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1" name="组合 140"/>
              <p:cNvGrpSpPr/>
              <p:nvPr>
                <p:custDataLst>
                  <p:tags r:id="rId182"/>
                </p:custDataLst>
              </p:nvPr>
            </p:nvGrpSpPr>
            <p:grpSpPr>
              <a:xfrm>
                <a:off x="2217508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81" name="椭圆 180"/>
                <p:cNvSpPr/>
                <p:nvPr>
                  <p:custDataLst>
                    <p:tags r:id="rId22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2" name="直接连接符 181"/>
                <p:cNvCxnSpPr/>
                <p:nvPr>
                  <p:custDataLst>
                    <p:tags r:id="rId22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2" name="组合 141"/>
              <p:cNvGrpSpPr/>
              <p:nvPr>
                <p:custDataLst>
                  <p:tags r:id="rId183"/>
                </p:custDataLst>
              </p:nvPr>
            </p:nvGrpSpPr>
            <p:grpSpPr>
              <a:xfrm>
                <a:off x="2225286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79" name="椭圆 178"/>
                <p:cNvSpPr/>
                <p:nvPr>
                  <p:custDataLst>
                    <p:tags r:id="rId22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80" name="直接连接符 179"/>
                <p:cNvCxnSpPr/>
                <p:nvPr>
                  <p:custDataLst>
                    <p:tags r:id="rId22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3" name="组合 142"/>
              <p:cNvGrpSpPr/>
              <p:nvPr>
                <p:custDataLst>
                  <p:tags r:id="rId184"/>
                </p:custDataLst>
              </p:nvPr>
            </p:nvGrpSpPr>
            <p:grpSpPr>
              <a:xfrm>
                <a:off x="4788024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77" name="椭圆 176"/>
                <p:cNvSpPr/>
                <p:nvPr>
                  <p:custDataLst>
                    <p:tags r:id="rId21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8" name="直接连接符 177"/>
                <p:cNvCxnSpPr/>
                <p:nvPr>
                  <p:custDataLst>
                    <p:tags r:id="rId21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4" name="组合 143"/>
              <p:cNvGrpSpPr/>
              <p:nvPr>
                <p:custDataLst>
                  <p:tags r:id="rId185"/>
                </p:custDataLst>
              </p:nvPr>
            </p:nvGrpSpPr>
            <p:grpSpPr>
              <a:xfrm>
                <a:off x="4777138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75" name="椭圆 174"/>
                <p:cNvSpPr/>
                <p:nvPr>
                  <p:custDataLst>
                    <p:tags r:id="rId21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6" name="直接连接符 175"/>
                <p:cNvCxnSpPr/>
                <p:nvPr>
                  <p:custDataLst>
                    <p:tags r:id="rId21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5" name="组合 144"/>
              <p:cNvGrpSpPr/>
              <p:nvPr>
                <p:custDataLst>
                  <p:tags r:id="rId186"/>
                </p:custDataLst>
              </p:nvPr>
            </p:nvGrpSpPr>
            <p:grpSpPr>
              <a:xfrm>
                <a:off x="3913042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73" name="椭圆 172"/>
                <p:cNvSpPr/>
                <p:nvPr>
                  <p:custDataLst>
                    <p:tags r:id="rId21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4" name="直接连接符 173"/>
                <p:cNvCxnSpPr/>
                <p:nvPr>
                  <p:custDataLst>
                    <p:tags r:id="rId21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6" name="组合 145"/>
              <p:cNvGrpSpPr/>
              <p:nvPr>
                <p:custDataLst>
                  <p:tags r:id="rId187"/>
                </p:custDataLst>
              </p:nvPr>
            </p:nvGrpSpPr>
            <p:grpSpPr>
              <a:xfrm>
                <a:off x="3920820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71" name="椭圆 170"/>
                <p:cNvSpPr/>
                <p:nvPr>
                  <p:custDataLst>
                    <p:tags r:id="rId21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2" name="直接连接符 171"/>
                <p:cNvCxnSpPr/>
                <p:nvPr>
                  <p:custDataLst>
                    <p:tags r:id="rId21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7" name="组合 146"/>
              <p:cNvGrpSpPr/>
              <p:nvPr>
                <p:custDataLst>
                  <p:tags r:id="rId188"/>
                </p:custDataLst>
              </p:nvPr>
            </p:nvGrpSpPr>
            <p:grpSpPr>
              <a:xfrm>
                <a:off x="6537988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69" name="椭圆 168"/>
                <p:cNvSpPr/>
                <p:nvPr>
                  <p:custDataLst>
                    <p:tags r:id="rId21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70" name="直接连接符 169"/>
                <p:cNvCxnSpPr/>
                <p:nvPr>
                  <p:custDataLst>
                    <p:tags r:id="rId21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8" name="组合 147"/>
              <p:cNvGrpSpPr/>
              <p:nvPr>
                <p:custDataLst>
                  <p:tags r:id="rId189"/>
                </p:custDataLst>
              </p:nvPr>
            </p:nvGrpSpPr>
            <p:grpSpPr>
              <a:xfrm>
                <a:off x="6527102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67" name="椭圆 166"/>
                <p:cNvSpPr/>
                <p:nvPr>
                  <p:custDataLst>
                    <p:tags r:id="rId20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8" name="直接连接符 167"/>
                <p:cNvCxnSpPr/>
                <p:nvPr>
                  <p:custDataLst>
                    <p:tags r:id="rId20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49" name="组合 148"/>
              <p:cNvGrpSpPr/>
              <p:nvPr>
                <p:custDataLst>
                  <p:tags r:id="rId190"/>
                </p:custDataLst>
              </p:nvPr>
            </p:nvGrpSpPr>
            <p:grpSpPr>
              <a:xfrm>
                <a:off x="5663006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65" name="椭圆 164"/>
                <p:cNvSpPr/>
                <p:nvPr>
                  <p:custDataLst>
                    <p:tags r:id="rId20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6" name="直接连接符 165"/>
                <p:cNvCxnSpPr/>
                <p:nvPr>
                  <p:custDataLst>
                    <p:tags r:id="rId20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0" name="组合 149"/>
              <p:cNvGrpSpPr/>
              <p:nvPr>
                <p:custDataLst>
                  <p:tags r:id="rId191"/>
                </p:custDataLst>
              </p:nvPr>
            </p:nvGrpSpPr>
            <p:grpSpPr>
              <a:xfrm>
                <a:off x="5670784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63" name="椭圆 162"/>
                <p:cNvSpPr/>
                <p:nvPr>
                  <p:custDataLst>
                    <p:tags r:id="rId20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4" name="直接连接符 163"/>
                <p:cNvCxnSpPr/>
                <p:nvPr>
                  <p:custDataLst>
                    <p:tags r:id="rId20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1" name="组合 150"/>
              <p:cNvGrpSpPr/>
              <p:nvPr>
                <p:custDataLst>
                  <p:tags r:id="rId192"/>
                </p:custDataLst>
              </p:nvPr>
            </p:nvGrpSpPr>
            <p:grpSpPr>
              <a:xfrm>
                <a:off x="827706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161" name="椭圆 160"/>
                <p:cNvSpPr/>
                <p:nvPr>
                  <p:custDataLst>
                    <p:tags r:id="rId20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2" name="直接连接符 161"/>
                <p:cNvCxnSpPr/>
                <p:nvPr>
                  <p:custDataLst>
                    <p:tags r:id="rId20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组合 151"/>
              <p:cNvGrpSpPr/>
              <p:nvPr>
                <p:custDataLst>
                  <p:tags r:id="rId193"/>
                </p:custDataLst>
              </p:nvPr>
            </p:nvGrpSpPr>
            <p:grpSpPr>
              <a:xfrm>
                <a:off x="826618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159" name="椭圆 158"/>
                <p:cNvSpPr/>
                <p:nvPr>
                  <p:custDataLst>
                    <p:tags r:id="rId20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60" name="直接连接符 159"/>
                <p:cNvCxnSpPr/>
                <p:nvPr>
                  <p:custDataLst>
                    <p:tags r:id="rId20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3" name="组合 152"/>
              <p:cNvGrpSpPr/>
              <p:nvPr>
                <p:custDataLst>
                  <p:tags r:id="rId194"/>
                </p:custDataLst>
              </p:nvPr>
            </p:nvGrpSpPr>
            <p:grpSpPr>
              <a:xfrm>
                <a:off x="740208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157" name="椭圆 156"/>
                <p:cNvSpPr/>
                <p:nvPr>
                  <p:custDataLst>
                    <p:tags r:id="rId19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58" name="直接连接符 157"/>
                <p:cNvCxnSpPr/>
                <p:nvPr>
                  <p:custDataLst>
                    <p:tags r:id="rId19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154" name="组合 153"/>
              <p:cNvGrpSpPr/>
              <p:nvPr>
                <p:custDataLst>
                  <p:tags r:id="rId195"/>
                </p:custDataLst>
              </p:nvPr>
            </p:nvGrpSpPr>
            <p:grpSpPr>
              <a:xfrm>
                <a:off x="740986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155" name="椭圆 154"/>
                <p:cNvSpPr/>
                <p:nvPr>
                  <p:custDataLst>
                    <p:tags r:id="rId19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156" name="直接连接符 155"/>
                <p:cNvCxnSpPr/>
                <p:nvPr>
                  <p:custDataLst>
                    <p:tags r:id="rId19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114" name="组合 113"/>
            <p:cNvGrpSpPr/>
            <p:nvPr>
              <p:custDataLst>
                <p:tags r:id="rId155"/>
              </p:custDataLst>
            </p:nvPr>
          </p:nvGrpSpPr>
          <p:grpSpPr>
            <a:xfrm>
              <a:off x="763757" y="1877366"/>
              <a:ext cx="7818109" cy="1562714"/>
              <a:chOff x="609058" y="1729116"/>
              <a:chExt cx="7818109" cy="1562714"/>
            </a:xfrm>
          </p:grpSpPr>
          <p:cxnSp>
            <p:nvCxnSpPr>
              <p:cNvPr id="115" name="直接箭头连接符 114"/>
              <p:cNvCxnSpPr/>
              <p:nvPr>
                <p:custDataLst>
                  <p:tags r:id="rId156"/>
                </p:custDataLst>
              </p:nvPr>
            </p:nvCxnSpPr>
            <p:spPr>
              <a:xfrm flipH="1" flipV="1">
                <a:off x="1486542" y="175584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6" name="直接箭头连接符 115"/>
              <p:cNvCxnSpPr/>
              <p:nvPr>
                <p:custDataLst>
                  <p:tags r:id="rId157"/>
                </p:custDataLst>
              </p:nvPr>
            </p:nvCxnSpPr>
            <p:spPr>
              <a:xfrm flipH="1" flipV="1">
                <a:off x="2359022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7" name="直接箭头连接符 116"/>
              <p:cNvCxnSpPr/>
              <p:nvPr>
                <p:custDataLst>
                  <p:tags r:id="rId158"/>
                </p:custDataLst>
              </p:nvPr>
            </p:nvCxnSpPr>
            <p:spPr>
              <a:xfrm flipH="1" flipV="1">
                <a:off x="3243198" y="174031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8" name="直接箭头连接符 117"/>
              <p:cNvCxnSpPr/>
              <p:nvPr>
                <p:custDataLst>
                  <p:tags r:id="rId159"/>
                </p:custDataLst>
              </p:nvPr>
            </p:nvCxnSpPr>
            <p:spPr>
              <a:xfrm flipH="1" flipV="1">
                <a:off x="4065442" y="172942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19" name="直接箭头连接符 118"/>
              <p:cNvCxnSpPr/>
              <p:nvPr>
                <p:custDataLst>
                  <p:tags r:id="rId160"/>
                </p:custDataLst>
              </p:nvPr>
            </p:nvCxnSpPr>
            <p:spPr>
              <a:xfrm flipH="1" flipV="1">
                <a:off x="4929812" y="17508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0" name="直接箭头连接符 119"/>
              <p:cNvCxnSpPr/>
              <p:nvPr>
                <p:custDataLst>
                  <p:tags r:id="rId161"/>
                </p:custDataLst>
              </p:nvPr>
            </p:nvCxnSpPr>
            <p:spPr>
              <a:xfrm flipH="1" flipV="1">
                <a:off x="5802292" y="172911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1" name="直接箭头连接符 120"/>
              <p:cNvCxnSpPr/>
              <p:nvPr>
                <p:custDataLst>
                  <p:tags r:id="rId162"/>
                </p:custDataLst>
              </p:nvPr>
            </p:nvCxnSpPr>
            <p:spPr>
              <a:xfrm flipH="1" flipV="1">
                <a:off x="6686468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2" name="直接箭头连接符 121"/>
              <p:cNvCxnSpPr/>
              <p:nvPr>
                <p:custDataLst>
                  <p:tags r:id="rId163"/>
                </p:custDataLst>
              </p:nvPr>
            </p:nvCxnSpPr>
            <p:spPr>
              <a:xfrm flipH="1" flipV="1">
                <a:off x="7551376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3" name="直接箭头连接符 122"/>
              <p:cNvCxnSpPr/>
              <p:nvPr>
                <p:custDataLst>
                  <p:tags r:id="rId164"/>
                </p:custDataLst>
              </p:nvPr>
            </p:nvCxnSpPr>
            <p:spPr>
              <a:xfrm flipH="1" flipV="1">
                <a:off x="609058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4" name="直接箭头连接符 123"/>
              <p:cNvCxnSpPr/>
              <p:nvPr>
                <p:custDataLst>
                  <p:tags r:id="rId165"/>
                </p:custDataLst>
              </p:nvPr>
            </p:nvCxnSpPr>
            <p:spPr>
              <a:xfrm flipH="1" flipV="1">
                <a:off x="8427167" y="174496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5" name="直接箭头连接符 124"/>
              <p:cNvCxnSpPr/>
              <p:nvPr>
                <p:custDataLst>
                  <p:tags r:id="rId166"/>
                </p:custDataLst>
              </p:nvPr>
            </p:nvCxnSpPr>
            <p:spPr>
              <a:xfrm flipH="1" flipV="1">
                <a:off x="1477955" y="276396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6" name="直接箭头连接符 125"/>
              <p:cNvCxnSpPr/>
              <p:nvPr>
                <p:custDataLst>
                  <p:tags r:id="rId167"/>
                </p:custDataLst>
              </p:nvPr>
            </p:nvCxnSpPr>
            <p:spPr>
              <a:xfrm flipH="1" flipV="1">
                <a:off x="2372207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7" name="直接箭头连接符 126"/>
              <p:cNvCxnSpPr/>
              <p:nvPr>
                <p:custDataLst>
                  <p:tags r:id="rId168"/>
                </p:custDataLst>
              </p:nvPr>
            </p:nvCxnSpPr>
            <p:spPr>
              <a:xfrm flipH="1" flipV="1">
                <a:off x="323461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8" name="直接箭头连接符 127"/>
              <p:cNvCxnSpPr/>
              <p:nvPr>
                <p:custDataLst>
                  <p:tags r:id="rId169"/>
                </p:custDataLst>
              </p:nvPr>
            </p:nvCxnSpPr>
            <p:spPr>
              <a:xfrm flipH="1" flipV="1">
                <a:off x="406774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29" name="直接箭头连接符 128"/>
              <p:cNvCxnSpPr/>
              <p:nvPr>
                <p:custDataLst>
                  <p:tags r:id="rId170"/>
                </p:custDataLst>
              </p:nvPr>
            </p:nvCxnSpPr>
            <p:spPr>
              <a:xfrm flipH="1" flipV="1">
                <a:off x="4921225" y="275900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0" name="直接箭头连接符 129"/>
              <p:cNvCxnSpPr/>
              <p:nvPr>
                <p:custDataLst>
                  <p:tags r:id="rId171"/>
                </p:custDataLst>
              </p:nvPr>
            </p:nvCxnSpPr>
            <p:spPr>
              <a:xfrm flipH="1" flipV="1">
                <a:off x="5804591" y="273722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1" name="直接箭头连接符 130"/>
              <p:cNvCxnSpPr/>
              <p:nvPr>
                <p:custDataLst>
                  <p:tags r:id="rId172"/>
                </p:custDataLst>
              </p:nvPr>
            </p:nvCxnSpPr>
            <p:spPr>
              <a:xfrm flipH="1" flipV="1">
                <a:off x="6677881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2" name="直接箭头连接符 131"/>
              <p:cNvCxnSpPr/>
              <p:nvPr>
                <p:custDataLst>
                  <p:tags r:id="rId173"/>
                </p:custDataLst>
              </p:nvPr>
            </p:nvCxnSpPr>
            <p:spPr>
              <a:xfrm flipH="1" flipV="1">
                <a:off x="7552866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3" name="直接箭头连接符 132"/>
              <p:cNvCxnSpPr/>
              <p:nvPr>
                <p:custDataLst>
                  <p:tags r:id="rId174"/>
                </p:custDataLst>
              </p:nvPr>
            </p:nvCxnSpPr>
            <p:spPr>
              <a:xfrm flipH="1" flipV="1">
                <a:off x="622243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34" name="直接箭头连接符 133"/>
              <p:cNvCxnSpPr/>
              <p:nvPr>
                <p:custDataLst>
                  <p:tags r:id="rId175"/>
                </p:custDataLst>
              </p:nvPr>
            </p:nvCxnSpPr>
            <p:spPr>
              <a:xfrm flipH="1" flipV="1">
                <a:off x="8418580" y="275307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</p:grpSp>
      </p:grpSp>
      <p:grpSp>
        <p:nvGrpSpPr>
          <p:cNvPr id="195" name="组合 194"/>
          <p:cNvGrpSpPr/>
          <p:nvPr>
            <p:custDataLst>
              <p:tags r:id="rId8"/>
            </p:custDataLst>
          </p:nvPr>
        </p:nvGrpSpPr>
        <p:grpSpPr>
          <a:xfrm>
            <a:off x="1999322" y="2190316"/>
            <a:ext cx="8097554" cy="1844010"/>
            <a:chOff x="617442" y="1877366"/>
            <a:chExt cx="8097554" cy="1844010"/>
          </a:xfrm>
        </p:grpSpPr>
        <p:grpSp>
          <p:nvGrpSpPr>
            <p:cNvPr id="196" name="组合 195"/>
            <p:cNvGrpSpPr/>
            <p:nvPr>
              <p:custDataLst>
                <p:tags r:id="rId72"/>
              </p:custDataLst>
            </p:nvPr>
          </p:nvGrpSpPr>
          <p:grpSpPr>
            <a:xfrm>
              <a:off x="617442" y="2414346"/>
              <a:ext cx="8097554" cy="1307030"/>
              <a:chOff x="467544" y="2261946"/>
              <a:chExt cx="8097554" cy="1307030"/>
            </a:xfrm>
          </p:grpSpPr>
          <p:grpSp>
            <p:nvGrpSpPr>
              <p:cNvPr id="218" name="组合 217"/>
              <p:cNvGrpSpPr/>
              <p:nvPr>
                <p:custDataLst>
                  <p:tags r:id="rId94"/>
                </p:custDataLst>
              </p:nvPr>
            </p:nvGrpSpPr>
            <p:grpSpPr>
              <a:xfrm>
                <a:off x="134252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76" name="椭圆 275"/>
                <p:cNvSpPr/>
                <p:nvPr>
                  <p:custDataLst>
                    <p:tags r:id="rId15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7" name="直接连接符 276"/>
                <p:cNvCxnSpPr/>
                <p:nvPr>
                  <p:custDataLst>
                    <p:tags r:id="rId15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19" name="组合 218"/>
              <p:cNvGrpSpPr/>
              <p:nvPr>
                <p:custDataLst>
                  <p:tags r:id="rId95"/>
                </p:custDataLst>
              </p:nvPr>
            </p:nvGrpSpPr>
            <p:grpSpPr>
              <a:xfrm>
                <a:off x="133164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74" name="椭圆 273"/>
                <p:cNvSpPr/>
                <p:nvPr>
                  <p:custDataLst>
                    <p:tags r:id="rId15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5" name="直接连接符 274"/>
                <p:cNvCxnSpPr/>
                <p:nvPr>
                  <p:custDataLst>
                    <p:tags r:id="rId15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0" name="组合 219"/>
              <p:cNvGrpSpPr/>
              <p:nvPr>
                <p:custDataLst>
                  <p:tags r:id="rId96"/>
                </p:custDataLst>
              </p:nvPr>
            </p:nvGrpSpPr>
            <p:grpSpPr>
              <a:xfrm>
                <a:off x="46754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72" name="椭圆 271"/>
                <p:cNvSpPr/>
                <p:nvPr>
                  <p:custDataLst>
                    <p:tags r:id="rId14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3" name="直接连接符 272"/>
                <p:cNvCxnSpPr/>
                <p:nvPr>
                  <p:custDataLst>
                    <p:tags r:id="rId14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1" name="组合 220"/>
              <p:cNvGrpSpPr/>
              <p:nvPr>
                <p:custDataLst>
                  <p:tags r:id="rId97"/>
                </p:custDataLst>
              </p:nvPr>
            </p:nvGrpSpPr>
            <p:grpSpPr>
              <a:xfrm>
                <a:off x="47532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70" name="椭圆 269"/>
                <p:cNvSpPr/>
                <p:nvPr>
                  <p:custDataLst>
                    <p:tags r:id="rId14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71" name="直接连接符 270"/>
                <p:cNvCxnSpPr/>
                <p:nvPr>
                  <p:custDataLst>
                    <p:tags r:id="rId14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2" name="组合 221"/>
              <p:cNvGrpSpPr/>
              <p:nvPr>
                <p:custDataLst>
                  <p:tags r:id="rId98"/>
                </p:custDataLst>
              </p:nvPr>
            </p:nvGrpSpPr>
            <p:grpSpPr>
              <a:xfrm>
                <a:off x="3092490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68" name="椭圆 267"/>
                <p:cNvSpPr/>
                <p:nvPr>
                  <p:custDataLst>
                    <p:tags r:id="rId14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9" name="直接连接符 268"/>
                <p:cNvCxnSpPr/>
                <p:nvPr>
                  <p:custDataLst>
                    <p:tags r:id="rId14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3" name="组合 222"/>
              <p:cNvGrpSpPr/>
              <p:nvPr>
                <p:custDataLst>
                  <p:tags r:id="rId99"/>
                </p:custDataLst>
              </p:nvPr>
            </p:nvGrpSpPr>
            <p:grpSpPr>
              <a:xfrm>
                <a:off x="3081604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66" name="椭圆 265"/>
                <p:cNvSpPr/>
                <p:nvPr>
                  <p:custDataLst>
                    <p:tags r:id="rId14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7" name="直接连接符 266"/>
                <p:cNvCxnSpPr/>
                <p:nvPr>
                  <p:custDataLst>
                    <p:tags r:id="rId14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4" name="组合 223"/>
              <p:cNvGrpSpPr/>
              <p:nvPr>
                <p:custDataLst>
                  <p:tags r:id="rId100"/>
                </p:custDataLst>
              </p:nvPr>
            </p:nvGrpSpPr>
            <p:grpSpPr>
              <a:xfrm>
                <a:off x="2217508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64" name="椭圆 263"/>
                <p:cNvSpPr/>
                <p:nvPr>
                  <p:custDataLst>
                    <p:tags r:id="rId14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5" name="直接连接符 264"/>
                <p:cNvCxnSpPr/>
                <p:nvPr>
                  <p:custDataLst>
                    <p:tags r:id="rId14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5" name="组合 224"/>
              <p:cNvGrpSpPr/>
              <p:nvPr>
                <p:custDataLst>
                  <p:tags r:id="rId101"/>
                </p:custDataLst>
              </p:nvPr>
            </p:nvGrpSpPr>
            <p:grpSpPr>
              <a:xfrm>
                <a:off x="2225286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62" name="椭圆 261"/>
                <p:cNvSpPr/>
                <p:nvPr>
                  <p:custDataLst>
                    <p:tags r:id="rId13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3" name="直接连接符 262"/>
                <p:cNvCxnSpPr/>
                <p:nvPr>
                  <p:custDataLst>
                    <p:tags r:id="rId13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6" name="组合 225"/>
              <p:cNvGrpSpPr/>
              <p:nvPr>
                <p:custDataLst>
                  <p:tags r:id="rId102"/>
                </p:custDataLst>
              </p:nvPr>
            </p:nvGrpSpPr>
            <p:grpSpPr>
              <a:xfrm>
                <a:off x="4788024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60" name="椭圆 259"/>
                <p:cNvSpPr/>
                <p:nvPr>
                  <p:custDataLst>
                    <p:tags r:id="rId13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61" name="直接连接符 260"/>
                <p:cNvCxnSpPr/>
                <p:nvPr>
                  <p:custDataLst>
                    <p:tags r:id="rId13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7" name="组合 226"/>
              <p:cNvGrpSpPr/>
              <p:nvPr>
                <p:custDataLst>
                  <p:tags r:id="rId103"/>
                </p:custDataLst>
              </p:nvPr>
            </p:nvGrpSpPr>
            <p:grpSpPr>
              <a:xfrm>
                <a:off x="4777138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8" name="椭圆 257"/>
                <p:cNvSpPr/>
                <p:nvPr>
                  <p:custDataLst>
                    <p:tags r:id="rId13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9" name="直接连接符 258"/>
                <p:cNvCxnSpPr/>
                <p:nvPr>
                  <p:custDataLst>
                    <p:tags r:id="rId13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8" name="组合 227"/>
              <p:cNvGrpSpPr/>
              <p:nvPr>
                <p:custDataLst>
                  <p:tags r:id="rId104"/>
                </p:custDataLst>
              </p:nvPr>
            </p:nvGrpSpPr>
            <p:grpSpPr>
              <a:xfrm>
                <a:off x="3913042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6" name="椭圆 255"/>
                <p:cNvSpPr/>
                <p:nvPr>
                  <p:custDataLst>
                    <p:tags r:id="rId13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7" name="直接连接符 256"/>
                <p:cNvCxnSpPr/>
                <p:nvPr>
                  <p:custDataLst>
                    <p:tags r:id="rId13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29" name="组合 228"/>
              <p:cNvGrpSpPr/>
              <p:nvPr>
                <p:custDataLst>
                  <p:tags r:id="rId105"/>
                </p:custDataLst>
              </p:nvPr>
            </p:nvGrpSpPr>
            <p:grpSpPr>
              <a:xfrm>
                <a:off x="3920820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54" name="椭圆 253"/>
                <p:cNvSpPr/>
                <p:nvPr>
                  <p:custDataLst>
                    <p:tags r:id="rId13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5" name="直接连接符 254"/>
                <p:cNvCxnSpPr/>
                <p:nvPr>
                  <p:custDataLst>
                    <p:tags r:id="rId13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0" name="组合 229"/>
              <p:cNvGrpSpPr/>
              <p:nvPr>
                <p:custDataLst>
                  <p:tags r:id="rId106"/>
                </p:custDataLst>
              </p:nvPr>
            </p:nvGrpSpPr>
            <p:grpSpPr>
              <a:xfrm>
                <a:off x="6537988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52" name="椭圆 251"/>
                <p:cNvSpPr/>
                <p:nvPr>
                  <p:custDataLst>
                    <p:tags r:id="rId12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3" name="直接连接符 252"/>
                <p:cNvCxnSpPr/>
                <p:nvPr>
                  <p:custDataLst>
                    <p:tags r:id="rId12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1" name="组合 230"/>
              <p:cNvGrpSpPr/>
              <p:nvPr>
                <p:custDataLst>
                  <p:tags r:id="rId107"/>
                </p:custDataLst>
              </p:nvPr>
            </p:nvGrpSpPr>
            <p:grpSpPr>
              <a:xfrm>
                <a:off x="6527102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50" name="椭圆 249"/>
                <p:cNvSpPr/>
                <p:nvPr>
                  <p:custDataLst>
                    <p:tags r:id="rId12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51" name="直接连接符 250"/>
                <p:cNvCxnSpPr/>
                <p:nvPr>
                  <p:custDataLst>
                    <p:tags r:id="rId12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2" name="组合 231"/>
              <p:cNvGrpSpPr/>
              <p:nvPr>
                <p:custDataLst>
                  <p:tags r:id="rId108"/>
                </p:custDataLst>
              </p:nvPr>
            </p:nvGrpSpPr>
            <p:grpSpPr>
              <a:xfrm>
                <a:off x="5663006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8" name="椭圆 247"/>
                <p:cNvSpPr/>
                <p:nvPr>
                  <p:custDataLst>
                    <p:tags r:id="rId12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9" name="直接连接符 248"/>
                <p:cNvCxnSpPr/>
                <p:nvPr>
                  <p:custDataLst>
                    <p:tags r:id="rId12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3" name="组合 232"/>
              <p:cNvGrpSpPr/>
              <p:nvPr>
                <p:custDataLst>
                  <p:tags r:id="rId109"/>
                </p:custDataLst>
              </p:nvPr>
            </p:nvGrpSpPr>
            <p:grpSpPr>
              <a:xfrm>
                <a:off x="5670784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46" name="椭圆 245"/>
                <p:cNvSpPr/>
                <p:nvPr>
                  <p:custDataLst>
                    <p:tags r:id="rId122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7" name="直接连接符 246"/>
                <p:cNvCxnSpPr/>
                <p:nvPr>
                  <p:custDataLst>
                    <p:tags r:id="rId123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4" name="组合 233"/>
              <p:cNvGrpSpPr/>
              <p:nvPr>
                <p:custDataLst>
                  <p:tags r:id="rId110"/>
                </p:custDataLst>
              </p:nvPr>
            </p:nvGrpSpPr>
            <p:grpSpPr>
              <a:xfrm>
                <a:off x="8277066" y="2272832"/>
                <a:ext cx="288032" cy="288032"/>
                <a:chOff x="611560" y="1059582"/>
                <a:chExt cx="288032" cy="288032"/>
              </a:xfrm>
            </p:grpSpPr>
            <p:sp>
              <p:nvSpPr>
                <p:cNvPr id="244" name="椭圆 243"/>
                <p:cNvSpPr/>
                <p:nvPr>
                  <p:custDataLst>
                    <p:tags r:id="rId120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5" name="直接连接符 244"/>
                <p:cNvCxnSpPr/>
                <p:nvPr>
                  <p:custDataLst>
                    <p:tags r:id="rId121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5" name="组合 234"/>
              <p:cNvGrpSpPr/>
              <p:nvPr>
                <p:custDataLst>
                  <p:tags r:id="rId111"/>
                </p:custDataLst>
              </p:nvPr>
            </p:nvGrpSpPr>
            <p:grpSpPr>
              <a:xfrm>
                <a:off x="8266180" y="32784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2" name="椭圆 241"/>
                <p:cNvSpPr/>
                <p:nvPr>
                  <p:custDataLst>
                    <p:tags r:id="rId118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3" name="直接连接符 242"/>
                <p:cNvCxnSpPr/>
                <p:nvPr>
                  <p:custDataLst>
                    <p:tags r:id="rId119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6" name="组合 235"/>
              <p:cNvGrpSpPr/>
              <p:nvPr>
                <p:custDataLst>
                  <p:tags r:id="rId112"/>
                </p:custDataLst>
              </p:nvPr>
            </p:nvGrpSpPr>
            <p:grpSpPr>
              <a:xfrm>
                <a:off x="7402084" y="2261946"/>
                <a:ext cx="288032" cy="288032"/>
                <a:chOff x="611560" y="1059582"/>
                <a:chExt cx="288032" cy="288032"/>
              </a:xfrm>
            </p:grpSpPr>
            <p:sp>
              <p:nvSpPr>
                <p:cNvPr id="240" name="椭圆 239"/>
                <p:cNvSpPr/>
                <p:nvPr>
                  <p:custDataLst>
                    <p:tags r:id="rId116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41" name="直接连接符 240"/>
                <p:cNvCxnSpPr/>
                <p:nvPr>
                  <p:custDataLst>
                    <p:tags r:id="rId117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  <p:grpSp>
            <p:nvGrpSpPr>
              <p:cNvPr id="237" name="组合 236"/>
              <p:cNvGrpSpPr/>
              <p:nvPr>
                <p:custDataLst>
                  <p:tags r:id="rId113"/>
                </p:custDataLst>
              </p:nvPr>
            </p:nvGrpSpPr>
            <p:grpSpPr>
              <a:xfrm>
                <a:off x="7409862" y="3280944"/>
                <a:ext cx="288032" cy="288032"/>
                <a:chOff x="611560" y="1059582"/>
                <a:chExt cx="288032" cy="288032"/>
              </a:xfrm>
            </p:grpSpPr>
            <p:sp>
              <p:nvSpPr>
                <p:cNvPr id="238" name="椭圆 237"/>
                <p:cNvSpPr/>
                <p:nvPr>
                  <p:custDataLst>
                    <p:tags r:id="rId114"/>
                  </p:custDataLst>
                </p:nvPr>
              </p:nvSpPr>
              <p:spPr>
                <a:xfrm>
                  <a:off x="611560" y="1059582"/>
                  <a:ext cx="288032" cy="2880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C9E1F">
                        <a:lumMod val="75000"/>
                      </a:srgbClr>
                    </a:gs>
                    <a:gs pos="100000">
                      <a:srgbClr val="FFC000"/>
                    </a:gs>
                    <a:gs pos="100000">
                      <a:srgbClr val="663012"/>
                    </a:gs>
                  </a:gsLst>
                  <a:lin ang="5400000" scaled="1"/>
                </a:gradFill>
                <a:ln w="10795" cap="flat" cmpd="sng" algn="ctr">
                  <a:noFill/>
                  <a:prstDash val="solid"/>
                </a:ln>
                <a:effectLst/>
                <a:scene3d>
                  <a:camera prst="orthographicFront">
                    <a:rot lat="0" lon="0" rev="0"/>
                  </a:camera>
                  <a:lightRig rig="contrasting" dir="t">
                    <a:rot lat="0" lon="0" rev="7800000"/>
                  </a:lightRig>
                </a:scene3d>
                <a:sp3d>
                  <a:bevelT w="139700" h="139700"/>
                </a:sp3d>
              </p:spPr>
              <p:txBody>
                <a:bodyPr rtlCol="0" anchor="ctr"/>
                <a:lstStyle/>
                <a:p>
                  <a:pPr algn="ctr" eaLnBrk="1" fontAlgn="auto" hangingPunct="1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zh-CN" altLang="en-US" b="1" kern="0">
                    <a:solidFill>
                      <a:srgbClr val="FFFFFF"/>
                    </a:solidFill>
                    <a:latin typeface="Arial Narrow" panose="020B0606020202030204"/>
                    <a:ea typeface="方正姚体" panose="02010601030101010101" charset="-122"/>
                  </a:endParaRPr>
                </a:p>
              </p:txBody>
            </p:sp>
            <p:cxnSp>
              <p:nvCxnSpPr>
                <p:cNvPr id="239" name="直接连接符 238"/>
                <p:cNvCxnSpPr/>
                <p:nvPr>
                  <p:custDataLst>
                    <p:tags r:id="rId115"/>
                  </p:custDataLst>
                </p:nvPr>
              </p:nvCxnSpPr>
              <p:spPr>
                <a:xfrm>
                  <a:off x="683568" y="1203598"/>
                  <a:ext cx="144016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solid"/>
                </a:ln>
                <a:effectLst/>
              </p:spPr>
            </p:cxnSp>
          </p:grpSp>
        </p:grpSp>
        <p:grpSp>
          <p:nvGrpSpPr>
            <p:cNvPr id="197" name="组合 196"/>
            <p:cNvGrpSpPr/>
            <p:nvPr>
              <p:custDataLst>
                <p:tags r:id="rId73"/>
              </p:custDataLst>
            </p:nvPr>
          </p:nvGrpSpPr>
          <p:grpSpPr>
            <a:xfrm>
              <a:off x="763757" y="1877366"/>
              <a:ext cx="7818109" cy="1562714"/>
              <a:chOff x="609058" y="1729116"/>
              <a:chExt cx="7818109" cy="1562714"/>
            </a:xfrm>
          </p:grpSpPr>
          <p:cxnSp>
            <p:nvCxnSpPr>
              <p:cNvPr id="198" name="直接箭头连接符 197"/>
              <p:cNvCxnSpPr/>
              <p:nvPr>
                <p:custDataLst>
                  <p:tags r:id="rId74"/>
                </p:custDataLst>
              </p:nvPr>
            </p:nvCxnSpPr>
            <p:spPr>
              <a:xfrm flipH="1" flipV="1">
                <a:off x="1486542" y="175584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199" name="直接箭头连接符 198"/>
              <p:cNvCxnSpPr/>
              <p:nvPr>
                <p:custDataLst>
                  <p:tags r:id="rId75"/>
                </p:custDataLst>
              </p:nvPr>
            </p:nvCxnSpPr>
            <p:spPr>
              <a:xfrm flipH="1" flipV="1">
                <a:off x="2359022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0" name="直接箭头连接符 199"/>
              <p:cNvCxnSpPr/>
              <p:nvPr>
                <p:custDataLst>
                  <p:tags r:id="rId76"/>
                </p:custDataLst>
              </p:nvPr>
            </p:nvCxnSpPr>
            <p:spPr>
              <a:xfrm flipH="1" flipV="1">
                <a:off x="3243198" y="174031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1" name="直接箭头连接符 200"/>
              <p:cNvCxnSpPr/>
              <p:nvPr>
                <p:custDataLst>
                  <p:tags r:id="rId77"/>
                </p:custDataLst>
              </p:nvPr>
            </p:nvCxnSpPr>
            <p:spPr>
              <a:xfrm flipH="1" flipV="1">
                <a:off x="4065442" y="172942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2" name="直接箭头连接符 201"/>
              <p:cNvCxnSpPr/>
              <p:nvPr>
                <p:custDataLst>
                  <p:tags r:id="rId78"/>
                </p:custDataLst>
              </p:nvPr>
            </p:nvCxnSpPr>
            <p:spPr>
              <a:xfrm flipH="1" flipV="1">
                <a:off x="4929812" y="17508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3" name="直接箭头连接符 202"/>
              <p:cNvCxnSpPr/>
              <p:nvPr>
                <p:custDataLst>
                  <p:tags r:id="rId79"/>
                </p:custDataLst>
              </p:nvPr>
            </p:nvCxnSpPr>
            <p:spPr>
              <a:xfrm flipH="1" flipV="1">
                <a:off x="5802292" y="172911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4" name="直接箭头连接符 203"/>
              <p:cNvCxnSpPr/>
              <p:nvPr>
                <p:custDataLst>
                  <p:tags r:id="rId80"/>
                </p:custDataLst>
              </p:nvPr>
            </p:nvCxnSpPr>
            <p:spPr>
              <a:xfrm flipH="1" flipV="1">
                <a:off x="6686468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5" name="直接箭头连接符 204"/>
              <p:cNvCxnSpPr/>
              <p:nvPr>
                <p:custDataLst>
                  <p:tags r:id="rId81"/>
                </p:custDataLst>
              </p:nvPr>
            </p:nvCxnSpPr>
            <p:spPr>
              <a:xfrm flipH="1" flipV="1">
                <a:off x="7551376" y="173535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6" name="直接箭头连接符 205"/>
              <p:cNvCxnSpPr/>
              <p:nvPr>
                <p:custDataLst>
                  <p:tags r:id="rId82"/>
                </p:custDataLst>
              </p:nvPr>
            </p:nvCxnSpPr>
            <p:spPr>
              <a:xfrm flipH="1" flipV="1">
                <a:off x="609058" y="1734076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7" name="直接箭头连接符 206"/>
              <p:cNvCxnSpPr/>
              <p:nvPr>
                <p:custDataLst>
                  <p:tags r:id="rId83"/>
                </p:custDataLst>
              </p:nvPr>
            </p:nvCxnSpPr>
            <p:spPr>
              <a:xfrm flipH="1" flipV="1">
                <a:off x="8427167" y="1744962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8" name="直接箭头连接符 207"/>
              <p:cNvCxnSpPr/>
              <p:nvPr>
                <p:custDataLst>
                  <p:tags r:id="rId84"/>
                </p:custDataLst>
              </p:nvPr>
            </p:nvCxnSpPr>
            <p:spPr>
              <a:xfrm flipH="1" flipV="1">
                <a:off x="1477955" y="276396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09" name="直接箭头连接符 208"/>
              <p:cNvCxnSpPr/>
              <p:nvPr>
                <p:custDataLst>
                  <p:tags r:id="rId85"/>
                </p:custDataLst>
              </p:nvPr>
            </p:nvCxnSpPr>
            <p:spPr>
              <a:xfrm flipH="1" flipV="1">
                <a:off x="2372207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0" name="直接箭头连接符 209"/>
              <p:cNvCxnSpPr/>
              <p:nvPr>
                <p:custDataLst>
                  <p:tags r:id="rId86"/>
                </p:custDataLst>
              </p:nvPr>
            </p:nvCxnSpPr>
            <p:spPr>
              <a:xfrm flipH="1" flipV="1">
                <a:off x="323461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1" name="直接箭头连接符 210"/>
              <p:cNvCxnSpPr/>
              <p:nvPr>
                <p:custDataLst>
                  <p:tags r:id="rId87"/>
                </p:custDataLst>
              </p:nvPr>
            </p:nvCxnSpPr>
            <p:spPr>
              <a:xfrm flipH="1" flipV="1">
                <a:off x="4067741" y="274842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2" name="直接箭头连接符 211"/>
              <p:cNvCxnSpPr/>
              <p:nvPr>
                <p:custDataLst>
                  <p:tags r:id="rId88"/>
                </p:custDataLst>
              </p:nvPr>
            </p:nvCxnSpPr>
            <p:spPr>
              <a:xfrm flipH="1" flipV="1">
                <a:off x="4921225" y="2759000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3" name="直接箭头连接符 212"/>
              <p:cNvCxnSpPr/>
              <p:nvPr>
                <p:custDataLst>
                  <p:tags r:id="rId89"/>
                </p:custDataLst>
              </p:nvPr>
            </p:nvCxnSpPr>
            <p:spPr>
              <a:xfrm flipH="1" flipV="1">
                <a:off x="5804591" y="273722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4" name="直接箭头连接符 213"/>
              <p:cNvCxnSpPr/>
              <p:nvPr>
                <p:custDataLst>
                  <p:tags r:id="rId90"/>
                </p:custDataLst>
              </p:nvPr>
            </p:nvCxnSpPr>
            <p:spPr>
              <a:xfrm flipH="1" flipV="1">
                <a:off x="6677881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5" name="直接箭头连接符 214"/>
              <p:cNvCxnSpPr/>
              <p:nvPr>
                <p:custDataLst>
                  <p:tags r:id="rId91"/>
                </p:custDataLst>
              </p:nvPr>
            </p:nvCxnSpPr>
            <p:spPr>
              <a:xfrm flipH="1" flipV="1">
                <a:off x="7552866" y="274346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6" name="直接箭头连接符 215"/>
              <p:cNvCxnSpPr/>
              <p:nvPr>
                <p:custDataLst>
                  <p:tags r:id="rId92"/>
                </p:custDataLst>
              </p:nvPr>
            </p:nvCxnSpPr>
            <p:spPr>
              <a:xfrm flipH="1" flipV="1">
                <a:off x="622243" y="2742188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  <p:cxnSp>
            <p:nvCxnSpPr>
              <p:cNvPr id="217" name="直接箭头连接符 216"/>
              <p:cNvCxnSpPr/>
              <p:nvPr>
                <p:custDataLst>
                  <p:tags r:id="rId93"/>
                </p:custDataLst>
              </p:nvPr>
            </p:nvCxnSpPr>
            <p:spPr>
              <a:xfrm flipH="1" flipV="1">
                <a:off x="8418580" y="2753074"/>
                <a:ext cx="0" cy="527870"/>
              </a:xfrm>
              <a:prstGeom prst="straightConnector1">
                <a:avLst/>
              </a:prstGeom>
              <a:noFill/>
              <a:ln w="38100" cap="flat" cmpd="sng" algn="ctr">
                <a:solidFill>
                  <a:srgbClr val="29A0BD"/>
                </a:solidFill>
                <a:prstDash val="solid"/>
                <a:tailEnd type="arrow"/>
              </a:ln>
              <a:effectLst/>
            </p:spPr>
          </p:cxnSp>
        </p:grpSp>
      </p:grpSp>
      <p:grpSp>
        <p:nvGrpSpPr>
          <p:cNvPr id="278" name="组合 277"/>
          <p:cNvGrpSpPr/>
          <p:nvPr>
            <p:custDataLst>
              <p:tags r:id="rId9"/>
            </p:custDataLst>
          </p:nvPr>
        </p:nvGrpSpPr>
        <p:grpSpPr>
          <a:xfrm>
            <a:off x="2001069" y="2712343"/>
            <a:ext cx="8097554" cy="1307030"/>
            <a:chOff x="467544" y="2261946"/>
            <a:chExt cx="8097554" cy="1307030"/>
          </a:xfrm>
        </p:grpSpPr>
        <p:grpSp>
          <p:nvGrpSpPr>
            <p:cNvPr id="279" name="组合 278"/>
            <p:cNvGrpSpPr/>
            <p:nvPr>
              <p:custDataLst>
                <p:tags r:id="rId12"/>
              </p:custDataLst>
            </p:nvPr>
          </p:nvGrpSpPr>
          <p:grpSpPr>
            <a:xfrm>
              <a:off x="1342526" y="2272832"/>
              <a:ext cx="288032" cy="288032"/>
              <a:chOff x="611560" y="1059582"/>
              <a:chExt cx="288032" cy="288032"/>
            </a:xfrm>
          </p:grpSpPr>
          <p:sp>
            <p:nvSpPr>
              <p:cNvPr id="337" name="椭圆 336"/>
              <p:cNvSpPr/>
              <p:nvPr>
                <p:custDataLst>
                  <p:tags r:id="rId7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8" name="直接连接符 337"/>
              <p:cNvCxnSpPr/>
              <p:nvPr>
                <p:custDataLst>
                  <p:tags r:id="rId7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0" name="组合 279"/>
            <p:cNvGrpSpPr/>
            <p:nvPr>
              <p:custDataLst>
                <p:tags r:id="rId13"/>
              </p:custDataLst>
            </p:nvPr>
          </p:nvGrpSpPr>
          <p:grpSpPr>
            <a:xfrm>
              <a:off x="1331640" y="3278446"/>
              <a:ext cx="288032" cy="288032"/>
              <a:chOff x="611560" y="1059582"/>
              <a:chExt cx="288032" cy="288032"/>
            </a:xfrm>
          </p:grpSpPr>
          <p:sp>
            <p:nvSpPr>
              <p:cNvPr id="335" name="椭圆 334"/>
              <p:cNvSpPr/>
              <p:nvPr>
                <p:custDataLst>
                  <p:tags r:id="rId6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6" name="直接连接符 335"/>
              <p:cNvCxnSpPr/>
              <p:nvPr>
                <p:custDataLst>
                  <p:tags r:id="rId6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1" name="组合 280"/>
            <p:cNvGrpSpPr/>
            <p:nvPr>
              <p:custDataLst>
                <p:tags r:id="rId14"/>
              </p:custDataLst>
            </p:nvPr>
          </p:nvGrpSpPr>
          <p:grpSpPr>
            <a:xfrm>
              <a:off x="467544" y="2261946"/>
              <a:ext cx="288032" cy="288032"/>
              <a:chOff x="611560" y="1059582"/>
              <a:chExt cx="288032" cy="288032"/>
            </a:xfrm>
          </p:grpSpPr>
          <p:sp>
            <p:nvSpPr>
              <p:cNvPr id="333" name="椭圆 332"/>
              <p:cNvSpPr/>
              <p:nvPr>
                <p:custDataLst>
                  <p:tags r:id="rId6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4" name="直接连接符 333"/>
              <p:cNvCxnSpPr/>
              <p:nvPr>
                <p:custDataLst>
                  <p:tags r:id="rId6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2" name="组合 281"/>
            <p:cNvGrpSpPr/>
            <p:nvPr>
              <p:custDataLst>
                <p:tags r:id="rId15"/>
              </p:custDataLst>
            </p:nvPr>
          </p:nvGrpSpPr>
          <p:grpSpPr>
            <a:xfrm>
              <a:off x="475322" y="3280944"/>
              <a:ext cx="288032" cy="288032"/>
              <a:chOff x="611560" y="1059582"/>
              <a:chExt cx="288032" cy="288032"/>
            </a:xfrm>
          </p:grpSpPr>
          <p:sp>
            <p:nvSpPr>
              <p:cNvPr id="331" name="椭圆 330"/>
              <p:cNvSpPr/>
              <p:nvPr>
                <p:custDataLst>
                  <p:tags r:id="rId6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2" name="直接连接符 331"/>
              <p:cNvCxnSpPr/>
              <p:nvPr>
                <p:custDataLst>
                  <p:tags r:id="rId6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3" name="组合 282"/>
            <p:cNvGrpSpPr/>
            <p:nvPr>
              <p:custDataLst>
                <p:tags r:id="rId16"/>
              </p:custDataLst>
            </p:nvPr>
          </p:nvGrpSpPr>
          <p:grpSpPr>
            <a:xfrm>
              <a:off x="3092490" y="2272832"/>
              <a:ext cx="288032" cy="288032"/>
              <a:chOff x="611560" y="1059582"/>
              <a:chExt cx="288032" cy="288032"/>
            </a:xfrm>
          </p:grpSpPr>
          <p:sp>
            <p:nvSpPr>
              <p:cNvPr id="329" name="椭圆 328"/>
              <p:cNvSpPr/>
              <p:nvPr>
                <p:custDataLst>
                  <p:tags r:id="rId6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30" name="直接连接符 329"/>
              <p:cNvCxnSpPr/>
              <p:nvPr>
                <p:custDataLst>
                  <p:tags r:id="rId6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4" name="组合 283"/>
            <p:cNvGrpSpPr/>
            <p:nvPr>
              <p:custDataLst>
                <p:tags r:id="rId17"/>
              </p:custDataLst>
            </p:nvPr>
          </p:nvGrpSpPr>
          <p:grpSpPr>
            <a:xfrm>
              <a:off x="3081604" y="3278446"/>
              <a:ext cx="288032" cy="288032"/>
              <a:chOff x="611560" y="1059582"/>
              <a:chExt cx="288032" cy="288032"/>
            </a:xfrm>
          </p:grpSpPr>
          <p:sp>
            <p:nvSpPr>
              <p:cNvPr id="327" name="椭圆 326"/>
              <p:cNvSpPr/>
              <p:nvPr>
                <p:custDataLst>
                  <p:tags r:id="rId6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8" name="直接连接符 327"/>
              <p:cNvCxnSpPr/>
              <p:nvPr>
                <p:custDataLst>
                  <p:tags r:id="rId6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5" name="组合 284"/>
            <p:cNvGrpSpPr/>
            <p:nvPr>
              <p:custDataLst>
                <p:tags r:id="rId18"/>
              </p:custDataLst>
            </p:nvPr>
          </p:nvGrpSpPr>
          <p:grpSpPr>
            <a:xfrm>
              <a:off x="2217508" y="2261946"/>
              <a:ext cx="288032" cy="288032"/>
              <a:chOff x="611560" y="1059582"/>
              <a:chExt cx="288032" cy="288032"/>
            </a:xfrm>
          </p:grpSpPr>
          <p:sp>
            <p:nvSpPr>
              <p:cNvPr id="325" name="椭圆 324"/>
              <p:cNvSpPr/>
              <p:nvPr>
                <p:custDataLst>
                  <p:tags r:id="rId5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6" name="直接连接符 325"/>
              <p:cNvCxnSpPr/>
              <p:nvPr>
                <p:custDataLst>
                  <p:tags r:id="rId5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6" name="组合 285"/>
            <p:cNvGrpSpPr/>
            <p:nvPr>
              <p:custDataLst>
                <p:tags r:id="rId19"/>
              </p:custDataLst>
            </p:nvPr>
          </p:nvGrpSpPr>
          <p:grpSpPr>
            <a:xfrm>
              <a:off x="2225286" y="3280944"/>
              <a:ext cx="288032" cy="288032"/>
              <a:chOff x="611560" y="1059582"/>
              <a:chExt cx="288032" cy="288032"/>
            </a:xfrm>
          </p:grpSpPr>
          <p:sp>
            <p:nvSpPr>
              <p:cNvPr id="323" name="椭圆 322"/>
              <p:cNvSpPr/>
              <p:nvPr>
                <p:custDataLst>
                  <p:tags r:id="rId5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4" name="直接连接符 323"/>
              <p:cNvCxnSpPr/>
              <p:nvPr>
                <p:custDataLst>
                  <p:tags r:id="rId5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7" name="组合 286"/>
            <p:cNvGrpSpPr/>
            <p:nvPr>
              <p:custDataLst>
                <p:tags r:id="rId20"/>
              </p:custDataLst>
            </p:nvPr>
          </p:nvGrpSpPr>
          <p:grpSpPr>
            <a:xfrm>
              <a:off x="4788024" y="2272832"/>
              <a:ext cx="288032" cy="288032"/>
              <a:chOff x="611560" y="1059582"/>
              <a:chExt cx="288032" cy="288032"/>
            </a:xfrm>
          </p:grpSpPr>
          <p:sp>
            <p:nvSpPr>
              <p:cNvPr id="321" name="椭圆 320"/>
              <p:cNvSpPr/>
              <p:nvPr>
                <p:custDataLst>
                  <p:tags r:id="rId5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2" name="直接连接符 321"/>
              <p:cNvCxnSpPr/>
              <p:nvPr>
                <p:custDataLst>
                  <p:tags r:id="rId5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8" name="组合 287"/>
            <p:cNvGrpSpPr/>
            <p:nvPr>
              <p:custDataLst>
                <p:tags r:id="rId21"/>
              </p:custDataLst>
            </p:nvPr>
          </p:nvGrpSpPr>
          <p:grpSpPr>
            <a:xfrm>
              <a:off x="4777138" y="3278446"/>
              <a:ext cx="288032" cy="288032"/>
              <a:chOff x="611560" y="1059582"/>
              <a:chExt cx="288032" cy="288032"/>
            </a:xfrm>
          </p:grpSpPr>
          <p:sp>
            <p:nvSpPr>
              <p:cNvPr id="319" name="椭圆 318"/>
              <p:cNvSpPr/>
              <p:nvPr>
                <p:custDataLst>
                  <p:tags r:id="rId5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20" name="直接连接符 319"/>
              <p:cNvCxnSpPr/>
              <p:nvPr>
                <p:custDataLst>
                  <p:tags r:id="rId5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89" name="组合 288"/>
            <p:cNvGrpSpPr/>
            <p:nvPr>
              <p:custDataLst>
                <p:tags r:id="rId22"/>
              </p:custDataLst>
            </p:nvPr>
          </p:nvGrpSpPr>
          <p:grpSpPr>
            <a:xfrm>
              <a:off x="3913042" y="2261946"/>
              <a:ext cx="288032" cy="288032"/>
              <a:chOff x="611560" y="1059582"/>
              <a:chExt cx="288032" cy="288032"/>
            </a:xfrm>
          </p:grpSpPr>
          <p:sp>
            <p:nvSpPr>
              <p:cNvPr id="317" name="椭圆 316"/>
              <p:cNvSpPr/>
              <p:nvPr>
                <p:custDataLst>
                  <p:tags r:id="rId5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8" name="直接连接符 317"/>
              <p:cNvCxnSpPr/>
              <p:nvPr>
                <p:custDataLst>
                  <p:tags r:id="rId5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0" name="组合 289"/>
            <p:cNvGrpSpPr/>
            <p:nvPr>
              <p:custDataLst>
                <p:tags r:id="rId23"/>
              </p:custDataLst>
            </p:nvPr>
          </p:nvGrpSpPr>
          <p:grpSpPr>
            <a:xfrm>
              <a:off x="3920820" y="3280944"/>
              <a:ext cx="288032" cy="288032"/>
              <a:chOff x="611560" y="1059582"/>
              <a:chExt cx="288032" cy="288032"/>
            </a:xfrm>
          </p:grpSpPr>
          <p:sp>
            <p:nvSpPr>
              <p:cNvPr id="315" name="椭圆 314"/>
              <p:cNvSpPr/>
              <p:nvPr>
                <p:custDataLst>
                  <p:tags r:id="rId4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6" name="直接连接符 315"/>
              <p:cNvCxnSpPr/>
              <p:nvPr>
                <p:custDataLst>
                  <p:tags r:id="rId4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1" name="组合 290"/>
            <p:cNvGrpSpPr/>
            <p:nvPr>
              <p:custDataLst>
                <p:tags r:id="rId24"/>
              </p:custDataLst>
            </p:nvPr>
          </p:nvGrpSpPr>
          <p:grpSpPr>
            <a:xfrm>
              <a:off x="6537988" y="2272832"/>
              <a:ext cx="288032" cy="288032"/>
              <a:chOff x="611560" y="1059582"/>
              <a:chExt cx="288032" cy="288032"/>
            </a:xfrm>
          </p:grpSpPr>
          <p:sp>
            <p:nvSpPr>
              <p:cNvPr id="313" name="椭圆 312"/>
              <p:cNvSpPr/>
              <p:nvPr>
                <p:custDataLst>
                  <p:tags r:id="rId4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4" name="直接连接符 313"/>
              <p:cNvCxnSpPr/>
              <p:nvPr>
                <p:custDataLst>
                  <p:tags r:id="rId4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2" name="组合 291"/>
            <p:cNvGrpSpPr/>
            <p:nvPr>
              <p:custDataLst>
                <p:tags r:id="rId25"/>
              </p:custDataLst>
            </p:nvPr>
          </p:nvGrpSpPr>
          <p:grpSpPr>
            <a:xfrm>
              <a:off x="6527102" y="3278446"/>
              <a:ext cx="288032" cy="288032"/>
              <a:chOff x="611560" y="1059582"/>
              <a:chExt cx="288032" cy="288032"/>
            </a:xfrm>
          </p:grpSpPr>
          <p:sp>
            <p:nvSpPr>
              <p:cNvPr id="311" name="椭圆 310"/>
              <p:cNvSpPr/>
              <p:nvPr>
                <p:custDataLst>
                  <p:tags r:id="rId4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2" name="直接连接符 311"/>
              <p:cNvCxnSpPr/>
              <p:nvPr>
                <p:custDataLst>
                  <p:tags r:id="rId4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3" name="组合 292"/>
            <p:cNvGrpSpPr/>
            <p:nvPr>
              <p:custDataLst>
                <p:tags r:id="rId26"/>
              </p:custDataLst>
            </p:nvPr>
          </p:nvGrpSpPr>
          <p:grpSpPr>
            <a:xfrm>
              <a:off x="5663006" y="2261946"/>
              <a:ext cx="288032" cy="288032"/>
              <a:chOff x="611560" y="1059582"/>
              <a:chExt cx="288032" cy="288032"/>
            </a:xfrm>
          </p:grpSpPr>
          <p:sp>
            <p:nvSpPr>
              <p:cNvPr id="309" name="椭圆 308"/>
              <p:cNvSpPr/>
              <p:nvPr>
                <p:custDataLst>
                  <p:tags r:id="rId4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10" name="直接连接符 309"/>
              <p:cNvCxnSpPr/>
              <p:nvPr>
                <p:custDataLst>
                  <p:tags r:id="rId4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4" name="组合 293"/>
            <p:cNvGrpSpPr/>
            <p:nvPr>
              <p:custDataLst>
                <p:tags r:id="rId27"/>
              </p:custDataLst>
            </p:nvPr>
          </p:nvGrpSpPr>
          <p:grpSpPr>
            <a:xfrm>
              <a:off x="5670784" y="3280944"/>
              <a:ext cx="288032" cy="288032"/>
              <a:chOff x="611560" y="1059582"/>
              <a:chExt cx="288032" cy="288032"/>
            </a:xfrm>
          </p:grpSpPr>
          <p:sp>
            <p:nvSpPr>
              <p:cNvPr id="307" name="椭圆 306"/>
              <p:cNvSpPr/>
              <p:nvPr>
                <p:custDataLst>
                  <p:tags r:id="rId40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8" name="直接连接符 307"/>
              <p:cNvCxnSpPr/>
              <p:nvPr>
                <p:custDataLst>
                  <p:tags r:id="rId41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5" name="组合 294"/>
            <p:cNvGrpSpPr/>
            <p:nvPr>
              <p:custDataLst>
                <p:tags r:id="rId28"/>
              </p:custDataLst>
            </p:nvPr>
          </p:nvGrpSpPr>
          <p:grpSpPr>
            <a:xfrm>
              <a:off x="8277066" y="2272832"/>
              <a:ext cx="288032" cy="288032"/>
              <a:chOff x="611560" y="1059582"/>
              <a:chExt cx="288032" cy="288032"/>
            </a:xfrm>
          </p:grpSpPr>
          <p:sp>
            <p:nvSpPr>
              <p:cNvPr id="305" name="椭圆 304"/>
              <p:cNvSpPr/>
              <p:nvPr>
                <p:custDataLst>
                  <p:tags r:id="rId38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6" name="直接连接符 305"/>
              <p:cNvCxnSpPr/>
              <p:nvPr>
                <p:custDataLst>
                  <p:tags r:id="rId39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6" name="组合 295"/>
            <p:cNvGrpSpPr/>
            <p:nvPr>
              <p:custDataLst>
                <p:tags r:id="rId29"/>
              </p:custDataLst>
            </p:nvPr>
          </p:nvGrpSpPr>
          <p:grpSpPr>
            <a:xfrm>
              <a:off x="8266180" y="3278446"/>
              <a:ext cx="288032" cy="288032"/>
              <a:chOff x="611560" y="1059582"/>
              <a:chExt cx="288032" cy="288032"/>
            </a:xfrm>
          </p:grpSpPr>
          <p:sp>
            <p:nvSpPr>
              <p:cNvPr id="303" name="椭圆 302"/>
              <p:cNvSpPr/>
              <p:nvPr>
                <p:custDataLst>
                  <p:tags r:id="rId36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4" name="直接连接符 303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7" name="组合 296"/>
            <p:cNvGrpSpPr/>
            <p:nvPr>
              <p:custDataLst>
                <p:tags r:id="rId30"/>
              </p:custDataLst>
            </p:nvPr>
          </p:nvGrpSpPr>
          <p:grpSpPr>
            <a:xfrm>
              <a:off x="7402084" y="2261946"/>
              <a:ext cx="288032" cy="288032"/>
              <a:chOff x="611560" y="1059582"/>
              <a:chExt cx="288032" cy="288032"/>
            </a:xfrm>
          </p:grpSpPr>
          <p:sp>
            <p:nvSpPr>
              <p:cNvPr id="301" name="椭圆 300"/>
              <p:cNvSpPr/>
              <p:nvPr>
                <p:custDataLst>
                  <p:tags r:id="rId34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2" name="直接连接符 301"/>
              <p:cNvCxnSpPr/>
              <p:nvPr>
                <p:custDataLst>
                  <p:tags r:id="rId35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  <p:grpSp>
          <p:nvGrpSpPr>
            <p:cNvPr id="298" name="组合 297"/>
            <p:cNvGrpSpPr/>
            <p:nvPr>
              <p:custDataLst>
                <p:tags r:id="rId31"/>
              </p:custDataLst>
            </p:nvPr>
          </p:nvGrpSpPr>
          <p:grpSpPr>
            <a:xfrm>
              <a:off x="7409862" y="3280944"/>
              <a:ext cx="288032" cy="288032"/>
              <a:chOff x="611560" y="1059582"/>
              <a:chExt cx="288032" cy="288032"/>
            </a:xfrm>
          </p:grpSpPr>
          <p:sp>
            <p:nvSpPr>
              <p:cNvPr id="299" name="椭圆 298"/>
              <p:cNvSpPr/>
              <p:nvPr>
                <p:custDataLst>
                  <p:tags r:id="rId32"/>
                </p:custDataLst>
              </p:nvPr>
            </p:nvSpPr>
            <p:spPr>
              <a:xfrm>
                <a:off x="611560" y="1059582"/>
                <a:ext cx="288032" cy="288032"/>
              </a:xfrm>
              <a:prstGeom prst="ellipse">
                <a:avLst/>
              </a:prstGeom>
              <a:gradFill flip="none" rotWithShape="1">
                <a:gsLst>
                  <a:gs pos="0">
                    <a:srgbClr val="DC9E1F">
                      <a:lumMod val="75000"/>
                    </a:srgbClr>
                  </a:gs>
                  <a:gs pos="100000">
                    <a:srgbClr val="FFC000"/>
                  </a:gs>
                  <a:gs pos="100000">
                    <a:srgbClr val="663012"/>
                  </a:gs>
                </a:gsLst>
                <a:lin ang="5400000" scaled="1"/>
              </a:gradFill>
              <a:ln w="10795" cap="flat" cmpd="sng" algn="ctr">
                <a:noFill/>
                <a:prstDash val="solid"/>
              </a:ln>
              <a:effectLst/>
              <a:scene3d>
                <a:camera prst="orthographicFront">
                  <a:rot lat="0" lon="0" rev="0"/>
                </a:camera>
                <a:lightRig rig="contrasting" dir="t">
                  <a:rot lat="0" lon="0" rev="7800000"/>
                </a:lightRig>
              </a:scene3d>
              <a:sp3d>
                <a:bevelT w="139700" h="139700"/>
              </a:sp3d>
            </p:spPr>
            <p:txBody>
              <a:bodyPr rtlCol="0" anchor="ctr"/>
              <a:lstStyle/>
              <a:p>
                <a:pPr algn="ctr" eaLnBrk="1" fontAlgn="auto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b="1" kern="0">
                  <a:solidFill>
                    <a:srgbClr val="FFFFFF"/>
                  </a:solidFill>
                  <a:latin typeface="Arial Narrow" panose="020B0606020202030204"/>
                  <a:ea typeface="方正姚体" panose="02010601030101010101" charset="-122"/>
                </a:endParaRPr>
              </a:p>
            </p:txBody>
          </p:sp>
          <p:cxnSp>
            <p:nvCxnSpPr>
              <p:cNvPr id="300" name="直接连接符 299"/>
              <p:cNvCxnSpPr/>
              <p:nvPr>
                <p:custDataLst>
                  <p:tags r:id="rId33"/>
                </p:custDataLst>
              </p:nvPr>
            </p:nvCxnSpPr>
            <p:spPr>
              <a:xfrm>
                <a:off x="683568" y="1203598"/>
                <a:ext cx="144016" cy="0"/>
              </a:xfrm>
              <a:prstGeom prst="line">
                <a:avLst/>
              </a:prstGeom>
              <a:noFill/>
              <a:ln w="38100" cap="flat" cmpd="sng" algn="ctr">
                <a:solidFill>
                  <a:srgbClr val="FF0000"/>
                </a:solidFill>
                <a:prstDash val="solid"/>
              </a:ln>
              <a:effectLst/>
            </p:spPr>
          </p:cxnSp>
        </p:grpSp>
      </p:grpSp>
      <p:sp>
        <p:nvSpPr>
          <p:cNvPr id="339" name="TextBox 379"/>
          <p:cNvSpPr txBox="1"/>
          <p:nvPr>
            <p:custDataLst>
              <p:tags r:id="rId10"/>
            </p:custDataLst>
          </p:nvPr>
        </p:nvSpPr>
        <p:spPr>
          <a:xfrm>
            <a:off x="3068042" y="4800818"/>
            <a:ext cx="6055915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安培力是洛伦兹力的宏观表现</a:t>
            </a:r>
          </a:p>
        </p:txBody>
      </p:sp>
      <p:sp>
        <p:nvSpPr>
          <p:cNvPr id="340" name="TextBox 383"/>
          <p:cNvSpPr txBox="1"/>
          <p:nvPr>
            <p:custDataLst>
              <p:tags r:id="rId11"/>
            </p:custDataLst>
          </p:nvPr>
        </p:nvSpPr>
        <p:spPr>
          <a:xfrm>
            <a:off x="3333479" y="5646504"/>
            <a:ext cx="5610327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洛伦兹力是安培力的微观本质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3C2662-959D-F343-70BE-1F6E4F691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b="1" dirty="0">
                <a:solidFill>
                  <a:srgbClr val="006600"/>
                </a:solidFill>
                <a:sym typeface="FZZhengHeiS-R-GB" charset="0"/>
              </a:rPr>
              <a:t>洛伦兹力与安培力的关系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9EFAC-6521-5106-FDB2-3C2FEB458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300000" y="300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xit" presetSubtype="8" repeatCount="indefinite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" dur="5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" presetClass="entr" presetSubtype="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xit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0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9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" presetClass="entr" presetSubtype="2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0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339" grpId="0"/>
      <p:bldP spid="3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0BC28-8EA9-0D8C-C7FF-C4B20B7B3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左手定则</a:t>
            </a:r>
          </a:p>
        </p:txBody>
      </p:sp>
      <p:pic>
        <p:nvPicPr>
          <p:cNvPr id="5" name="图片 13">
            <a:extLst>
              <a:ext uri="{FF2B5EF4-FFF2-40B4-BE49-F238E27FC236}">
                <a16:creationId xmlns:a16="http://schemas.microsoft.com/office/drawing/2014/main" id="{3F32D904-DB9F-24A1-B468-D7281C184A75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97958" y="1825625"/>
            <a:ext cx="2862084" cy="4351338"/>
          </a:xfrm>
          <a:prstGeom prst="rect">
            <a:avLst/>
          </a:prstGeom>
        </p:spPr>
      </p:pic>
      <p:pic>
        <p:nvPicPr>
          <p:cNvPr id="6" name="图片 14" descr="图片11">
            <a:extLst>
              <a:ext uri="{FF2B5EF4-FFF2-40B4-BE49-F238E27FC236}">
                <a16:creationId xmlns:a16="http://schemas.microsoft.com/office/drawing/2014/main" id="{0C200561-755E-340B-170F-A5FB3ADEFB3D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249630" y="1825625"/>
            <a:ext cx="302673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2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26DAFA-1070-C643-2A3D-19E87D2B8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判断下图中洛伦兹力的方向</a:t>
            </a:r>
          </a:p>
        </p:txBody>
      </p:sp>
      <p:pic>
        <p:nvPicPr>
          <p:cNvPr id="7" name="图片 5">
            <a:extLst>
              <a:ext uri="{FF2B5EF4-FFF2-40B4-BE49-F238E27FC236}">
                <a16:creationId xmlns:a16="http://schemas.microsoft.com/office/drawing/2014/main" id="{5502B386-7F7B-6D80-6ADD-79D51A9EB3F3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rcRect b="20297"/>
          <a:stretch>
            <a:fillRect/>
          </a:stretch>
        </p:blipFill>
        <p:spPr>
          <a:xfrm>
            <a:off x="838200" y="1850937"/>
            <a:ext cx="5181600" cy="4300713"/>
          </a:xfrm>
          <a:prstGeom prst="rect">
            <a:avLst/>
          </a:prstGeom>
        </p:spPr>
      </p:pic>
      <p:pic>
        <p:nvPicPr>
          <p:cNvPr id="8" name="图片 6">
            <a:extLst>
              <a:ext uri="{FF2B5EF4-FFF2-40B4-BE49-F238E27FC236}">
                <a16:creationId xmlns:a16="http://schemas.microsoft.com/office/drawing/2014/main" id="{F71AF954-9312-C2C7-05B1-8C2571827E61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rcRect b="20808"/>
          <a:stretch>
            <a:fillRect/>
          </a:stretch>
        </p:blipFill>
        <p:spPr>
          <a:xfrm>
            <a:off x="6172200" y="1864724"/>
            <a:ext cx="5181600" cy="4273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748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8E9F-82F1-4E23-467F-4FD82CF0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0DFDDF-275C-C7CD-FE85-AFF92BFAF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判断下图中洛伦兹力的方向</a:t>
            </a:r>
          </a:p>
        </p:txBody>
      </p:sp>
      <p:pic>
        <p:nvPicPr>
          <p:cNvPr id="12" name="图片 1">
            <a:extLst>
              <a:ext uri="{FF2B5EF4-FFF2-40B4-BE49-F238E27FC236}">
                <a16:creationId xmlns:a16="http://schemas.microsoft.com/office/drawing/2014/main" id="{50E83A01-8F92-1AA4-59F5-DE3F37A3099F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838200" y="2505935"/>
            <a:ext cx="3200400" cy="2990718"/>
          </a:xfrm>
          <a:prstGeom prst="rect">
            <a:avLst/>
          </a:prstGeom>
        </p:spPr>
      </p:pic>
      <p:pic>
        <p:nvPicPr>
          <p:cNvPr id="13" name="图片 3">
            <a:extLst>
              <a:ext uri="{FF2B5EF4-FFF2-40B4-BE49-F238E27FC236}">
                <a16:creationId xmlns:a16="http://schemas.microsoft.com/office/drawing/2014/main" id="{98547316-6FC4-FB80-BA11-7E751BE30C1E}"/>
              </a:ext>
            </a:extLst>
          </p:cNvPr>
          <p:cNvPicPr>
            <a:picLocks noGrp="1" noChangeAspect="1"/>
          </p:cNvPicPr>
          <p:nvPr>
            <p:ph sz="half" idx="10"/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495800" y="2505935"/>
            <a:ext cx="3200400" cy="2990718"/>
          </a:xfrm>
          <a:prstGeom prst="rect">
            <a:avLst/>
          </a:prstGeom>
        </p:spPr>
      </p:pic>
      <p:pic>
        <p:nvPicPr>
          <p:cNvPr id="14" name="图片 4">
            <a:extLst>
              <a:ext uri="{FF2B5EF4-FFF2-40B4-BE49-F238E27FC236}">
                <a16:creationId xmlns:a16="http://schemas.microsoft.com/office/drawing/2014/main" id="{0236CA9C-3A98-4040-1F92-10570A78F0F6}"/>
              </a:ext>
            </a:extLst>
          </p:cNvPr>
          <p:cNvPicPr>
            <a:picLocks noGrp="1" noChangeAspect="1"/>
          </p:cNvPicPr>
          <p:nvPr>
            <p:ph sz="half" idx="11"/>
            <p:custDataLst>
              <p:tags r:id="rId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53400" y="2505935"/>
            <a:ext cx="3200400" cy="299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4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5895923-B126-99FF-FAC8-091FDD8C4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根据安培力的表达式</a:t>
            </a:r>
            <a:r>
              <a:rPr lang="zh-CN" altLang="en-US" dirty="0"/>
              <a:t>，推导洛伦兹力的表达式</a:t>
            </a:r>
            <a:endParaRPr lang="en-US" dirty="0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3F260FD2-664B-7657-3D56-8CC7C11B0623}"/>
              </a:ext>
            </a:extLst>
          </p:cNvPr>
          <p:cNvPicPr>
            <a:picLocks noGrp="1" noChangeAspect="1" noChangeArrowheads="1"/>
          </p:cNvPicPr>
          <p:nvPr>
            <p:ph idx="1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07829" y="1825625"/>
            <a:ext cx="7776342" cy="4351338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2475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27991-AA90-C49F-AF92-66C3A43F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求下图中的带电粒子所受洛伦兹力的大小</a:t>
            </a:r>
          </a:p>
        </p:txBody>
      </p:sp>
      <p:pic>
        <p:nvPicPr>
          <p:cNvPr id="5" name="图片 3">
            <a:extLst>
              <a:ext uri="{FF2B5EF4-FFF2-40B4-BE49-F238E27FC236}">
                <a16:creationId xmlns:a16="http://schemas.microsoft.com/office/drawing/2014/main" id="{37F48B80-E9C5-F726-0E94-AA6B15EC6FEC}"/>
              </a:ext>
            </a:extLst>
          </p:cNvPr>
          <p:cNvPicPr>
            <a:picLocks noGrp="1" noChangeAspect="1"/>
          </p:cNvPicPr>
          <p:nvPr>
            <p:ph sz="half" idx="1"/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38200" y="2214032"/>
            <a:ext cx="5181600" cy="3574524"/>
          </a:xfrm>
          <a:prstGeom prst="rect">
            <a:avLst/>
          </a:prstGeom>
        </p:spPr>
      </p:pic>
      <p:pic>
        <p:nvPicPr>
          <p:cNvPr id="6" name="图片 4">
            <a:extLst>
              <a:ext uri="{FF2B5EF4-FFF2-40B4-BE49-F238E27FC236}">
                <a16:creationId xmlns:a16="http://schemas.microsoft.com/office/drawing/2014/main" id="{EE4090DE-097C-5DCD-BF25-838ABC006242}"/>
              </a:ext>
            </a:extLst>
          </p:cNvPr>
          <p:cNvPicPr>
            <a:picLocks noGrp="1" noChangeAspect="1"/>
          </p:cNvPicPr>
          <p:nvPr>
            <p:ph sz="half" idx="2"/>
            <p:custDataLst>
              <p:tags r:id="rId2"/>
            </p:custDataLst>
          </p:nvPr>
        </p:nvPicPr>
        <p:blipFill>
          <a:blip r:embed="rId5"/>
          <a:srcRect t="7523"/>
          <a:stretch/>
        </p:blipFill>
        <p:spPr>
          <a:xfrm>
            <a:off x="6172202" y="2055759"/>
            <a:ext cx="5181600" cy="38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74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D264B-1DEA-DB18-0BE1-E13422016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洛伦兹力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FD3F6-7C65-3161-F157-5521EC999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 err="1"/>
              <a:t>qvBsin</a:t>
            </a:r>
            <a:r>
              <a:rPr kumimoji="1" lang="en-US" altLang="zh-CN" i="1" dirty="0"/>
              <a:t> </a:t>
            </a:r>
            <a:r>
              <a:rPr kumimoji="1" lang="el-GR" altLang="zh-CN" i="1" dirty="0"/>
              <a:t>θ</a:t>
            </a:r>
            <a:endParaRPr kumimoji="1" lang="en-US" altLang="zh-CN" i="1" dirty="0"/>
          </a:p>
          <a:p>
            <a:pPr lvl="1"/>
            <a:r>
              <a:rPr kumimoji="1" lang="en-US" altLang="zh-CN" dirty="0"/>
              <a:t>①</a:t>
            </a:r>
            <a:r>
              <a:rPr kumimoji="1" lang="zh-CN" altLang="en-US" dirty="0"/>
              <a:t>当</a:t>
            </a:r>
            <a:r>
              <a:rPr kumimoji="1" lang="en-US" altLang="zh-CN" dirty="0" err="1"/>
              <a:t>v⊥B</a:t>
            </a:r>
            <a:r>
              <a:rPr kumimoji="1" lang="zh-CN" altLang="en-US" dirty="0"/>
              <a:t>，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 err="1"/>
              <a:t>qvB</a:t>
            </a:r>
            <a:r>
              <a:rPr kumimoji="1" lang="zh-CN" altLang="en-US" dirty="0"/>
              <a:t>，洛伦兹力最大</a:t>
            </a:r>
          </a:p>
          <a:p>
            <a:pPr lvl="1"/>
            <a:r>
              <a:rPr kumimoji="1" lang="en-US" altLang="zh-CN" dirty="0"/>
              <a:t>②</a:t>
            </a:r>
            <a:r>
              <a:rPr kumimoji="1" lang="zh-CN" altLang="en-US" dirty="0"/>
              <a:t>当</a:t>
            </a:r>
            <a:r>
              <a:rPr kumimoji="1" lang="en-US" altLang="zh-CN" i="1" dirty="0" err="1"/>
              <a:t>v∥B</a:t>
            </a:r>
            <a:r>
              <a:rPr kumimoji="1" lang="en-US" altLang="zh-CN" i="1" dirty="0"/>
              <a:t> </a:t>
            </a:r>
            <a:r>
              <a:rPr kumimoji="1" lang="zh-CN" altLang="en-US" dirty="0"/>
              <a:t>时，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＝</a:t>
            </a:r>
            <a:r>
              <a:rPr kumimoji="1" lang="en-US" altLang="zh-CN" i="1" dirty="0"/>
              <a:t>0</a:t>
            </a:r>
            <a:r>
              <a:rPr kumimoji="1" lang="zh-CN" altLang="en-US" dirty="0"/>
              <a:t>，不受洛伦兹力（最小）</a:t>
            </a:r>
          </a:p>
          <a:p>
            <a:pPr lvl="1"/>
            <a:r>
              <a:rPr kumimoji="1" lang="en-US" altLang="zh-CN" dirty="0"/>
              <a:t>③</a:t>
            </a:r>
            <a:r>
              <a:rPr kumimoji="1" lang="zh-CN" altLang="en-US" dirty="0"/>
              <a:t>当电荷静时</a:t>
            </a:r>
            <a:r>
              <a:rPr kumimoji="1" lang="en-US" altLang="zh-CN" dirty="0"/>
              <a:t>( </a:t>
            </a:r>
            <a:r>
              <a:rPr kumimoji="1" lang="en-US" altLang="zh-CN" i="1" dirty="0"/>
              <a:t>v =0 </a:t>
            </a:r>
            <a:r>
              <a:rPr kumimoji="1" lang="en-US" altLang="zh-CN" dirty="0"/>
              <a:t>):  </a:t>
            </a:r>
            <a:r>
              <a:rPr kumimoji="1" lang="en-US" altLang="zh-CN" i="1" dirty="0"/>
              <a:t>F</a:t>
            </a:r>
            <a:r>
              <a:rPr kumimoji="1" lang="zh-CN" altLang="en-US" i="1" dirty="0"/>
              <a:t>洛＝</a:t>
            </a:r>
            <a:r>
              <a:rPr kumimoji="1" lang="en-US" altLang="zh-CN" i="1" dirty="0"/>
              <a:t>0  </a:t>
            </a:r>
            <a:r>
              <a:rPr kumimoji="1" lang="en-US" altLang="zh-CN" dirty="0"/>
              <a:t>(</a:t>
            </a:r>
            <a:r>
              <a:rPr kumimoji="1" lang="zh-CN" altLang="en-US" dirty="0"/>
              <a:t>磁场对静止电荷不产生力的作用</a:t>
            </a:r>
            <a:r>
              <a:rPr kumimoji="1" lang="en-US" altLang="zh-CN" dirty="0"/>
              <a:t>)</a:t>
            </a:r>
          </a:p>
          <a:p>
            <a:r>
              <a:rPr kumimoji="1" lang="zh-CN" altLang="en-US" dirty="0"/>
              <a:t>由于</a:t>
            </a:r>
            <a:r>
              <a:rPr kumimoji="1" lang="en-US" altLang="zh-CN" i="1" dirty="0"/>
              <a:t>F</a:t>
            </a:r>
            <a:r>
              <a:rPr kumimoji="1" lang="zh-CN" altLang="en-US" dirty="0"/>
              <a:t>与</a:t>
            </a:r>
            <a:r>
              <a:rPr kumimoji="1" lang="en-US" altLang="zh-CN" i="1" dirty="0"/>
              <a:t>v</a:t>
            </a:r>
            <a:r>
              <a:rPr kumimoji="1" lang="zh-CN" altLang="en-US" dirty="0"/>
              <a:t>始终垂直，洛伦兹力不会做功</a:t>
            </a:r>
          </a:p>
        </p:txBody>
      </p:sp>
    </p:spTree>
    <p:extLst>
      <p:ext uri="{BB962C8B-B14F-4D97-AF65-F5344CB8AC3E}">
        <p14:creationId xmlns:p14="http://schemas.microsoft.com/office/powerpoint/2010/main" val="378214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9FD25-1BE7-AD42-1E55-6500799C8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图中的粒子怎样运动？速度如何变化？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C28A914-688D-EB7F-76B8-D4250AD535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942" y="1825625"/>
            <a:ext cx="362611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21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509270" y="648335"/>
            <a:ext cx="11187430" cy="15297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sz="2600" dirty="0">
                <a:latin typeface="+mn-ea"/>
                <a:cs typeface="+mn-ea"/>
                <a:sym typeface="+mn-ea"/>
              </a:rPr>
              <a:t>        </a:t>
            </a:r>
            <a:r>
              <a:rPr lang="zh-CN" altLang="en-US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洛伦兹力的方向与粒子的运动速度方向垂直，当粒子在磁场中运动时，因受到洛伦兹力的作用，就会发生偏转。</a:t>
            </a:r>
            <a:r>
              <a:rPr lang="en-US" altLang="zh-CN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(</a:t>
            </a:r>
            <a:r>
              <a:rPr lang="zh-CN" altLang="en-US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显像管电视机中就应用了电子束磁偏转的原理</a:t>
            </a:r>
            <a:r>
              <a:rPr lang="en-US" altLang="zh-CN" sz="2600" dirty="0">
                <a:solidFill>
                  <a:schemeClr val="tx1"/>
                </a:solidFill>
                <a:uFillTx/>
                <a:latin typeface="+mn-ea"/>
                <a:cs typeface="+mn-ea"/>
              </a:rPr>
              <a:t>.</a:t>
            </a:r>
            <a:endParaRPr lang="zh-CN" altLang="en-US" sz="2600" dirty="0">
              <a:solidFill>
                <a:schemeClr val="tx1"/>
              </a:solidFill>
              <a:uFillTx/>
              <a:latin typeface="+mn-ea"/>
              <a:cs typeface="+mn-ea"/>
            </a:endParaRP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33655" y="33655"/>
            <a:ext cx="4544695" cy="5835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sz="3200" dirty="0">
                <a:latin typeface="微软雅黑" panose="020B0503020204020204" charset="-122"/>
                <a:ea typeface="微软雅黑"/>
                <a:cs typeface="微软雅黑" panose="020B0503020204020204" charset="-122"/>
              </a:rPr>
              <a:t>电子束的磁偏转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flipH="1">
            <a:off x="1144270" y="2200275"/>
            <a:ext cx="3055620" cy="2310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82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87975" y="1823085"/>
            <a:ext cx="4747895" cy="30962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文本框 484356"/>
          <p:cNvSpPr txBox="1"/>
          <p:nvPr>
            <p:custDataLst>
              <p:tags r:id="rId5"/>
            </p:custDataLst>
          </p:nvPr>
        </p:nvSpPr>
        <p:spPr>
          <a:xfrm>
            <a:off x="4430395" y="4960620"/>
            <a:ext cx="7290435" cy="15297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电子枪（阴极）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—— 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发射电子</a:t>
            </a: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偏转线圈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 —— 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产生垂直纸面</a:t>
            </a:r>
            <a:r>
              <a:rPr lang="zh-CN" altLang="en-US" sz="2400" b="1">
                <a:solidFill>
                  <a:srgbClr val="FF0000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向里或向外</a:t>
            </a: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的偏转磁场</a:t>
            </a:r>
          </a:p>
          <a:p>
            <a:pPr algn="l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荧光屏</a:t>
            </a:r>
            <a:r>
              <a:rPr lang="en-US" altLang="zh-CN" sz="24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 —— </a:t>
            </a:r>
            <a:r>
              <a:rPr kumimoji="1" lang="zh-CN" altLang="zh-CN" sz="2400" b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被电子束撞击时</a:t>
            </a:r>
            <a:r>
              <a:rPr kumimoji="1" lang="zh-CN" altLang="zh-CN" sz="2400" b="1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发光</a:t>
            </a:r>
            <a:endParaRPr lang="zh-CN" altLang="en-US" sz="2400" b="1">
              <a:solidFill>
                <a:schemeClr val="tx1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7032"/>
          <a:stretch>
            <a:fillRect/>
          </a:stretch>
        </p:blipFill>
        <p:spPr>
          <a:xfrm>
            <a:off x="7328537" y="676316"/>
            <a:ext cx="4260660" cy="22968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67360" y="621030"/>
            <a:ext cx="9439910" cy="46691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800" b="1">
                <a:solidFill>
                  <a:schemeClr val="tx1"/>
                </a:solidFill>
                <a:latin typeface="宋体" panose="02010600030101010101" pitchFamily="2" charset="-122"/>
              </a:rPr>
              <a:t>【思考与讨论】</a:t>
            </a:r>
          </a:p>
          <a:p>
            <a:pPr indent="0" algn="l" fontAlgn="auto">
              <a:lnSpc>
                <a:spcPct val="150000"/>
              </a:lnSpc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①</a:t>
            </a:r>
            <a:r>
              <a:rPr lang="zh-CN" altLang="en-US" sz="2600">
                <a:latin typeface="+mn-ea"/>
                <a:cs typeface="+mn-ea"/>
                <a:sym typeface="+mn-ea"/>
              </a:rPr>
              <a:t>要使电子打在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O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偏转磁场大小如何</a:t>
            </a:r>
            <a:r>
              <a:rPr lang="en-US" altLang="zh-CN" sz="2600">
                <a:latin typeface="+mn-ea"/>
                <a:cs typeface="+mn-ea"/>
                <a:sym typeface="+mn-ea"/>
              </a:rPr>
              <a:t>?</a:t>
            </a:r>
            <a:endParaRPr lang="en-US" altLang="zh-CN" sz="2600">
              <a:solidFill>
                <a:schemeClr val="tx1"/>
              </a:solidFill>
              <a:latin typeface="+mn-ea"/>
              <a:cs typeface="+mn-ea"/>
            </a:endParaRP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②要使电子打在</a:t>
            </a:r>
            <a:r>
              <a:rPr lang="en-US" altLang="zh-CN" sz="2600" i="1">
                <a:solidFill>
                  <a:schemeClr val="tx1"/>
                </a:solidFill>
                <a:latin typeface="+mn-ea"/>
                <a:cs typeface="+mn-ea"/>
              </a:rPr>
              <a:t>A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点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,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偏转磁场应该沿什么方向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?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③要使电子打在</a:t>
            </a:r>
            <a:r>
              <a:rPr lang="en-US" altLang="zh-CN" sz="2600" i="1">
                <a:solidFill>
                  <a:schemeClr val="tx1"/>
                </a:solidFill>
                <a:latin typeface="+mn-ea"/>
                <a:cs typeface="+mn-ea"/>
              </a:rPr>
              <a:t>B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点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,</a:t>
            </a:r>
            <a:r>
              <a:rPr lang="zh-CN" altLang="en-US" sz="2600">
                <a:solidFill>
                  <a:schemeClr val="tx1"/>
                </a:solidFill>
                <a:latin typeface="+mn-ea"/>
                <a:cs typeface="+mn-ea"/>
              </a:rPr>
              <a:t>偏转磁场应该沿什么方向</a:t>
            </a:r>
            <a:r>
              <a:rPr lang="en-US" altLang="zh-CN" sz="2600">
                <a:solidFill>
                  <a:schemeClr val="tx1"/>
                </a:solidFill>
                <a:latin typeface="+mn-ea"/>
                <a:cs typeface="+mn-ea"/>
              </a:rPr>
              <a:t>?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latin typeface="+mn-ea"/>
                <a:cs typeface="+mn-ea"/>
                <a:sym typeface="+mn-ea"/>
              </a:rPr>
              <a:t>④要使电子从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A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点向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B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点逐渐移动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偏转磁场应该怎样变化？</a:t>
            </a:r>
            <a:endParaRPr lang="en-US" altLang="zh-CN" sz="2800" b="1">
              <a:solidFill>
                <a:srgbClr val="0070C0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0" name="文本框 490500"/>
          <p:cNvSpPr txBox="1"/>
          <p:nvPr>
            <p:custDataLst>
              <p:tags r:id="rId3"/>
            </p:custDataLst>
          </p:nvPr>
        </p:nvSpPr>
        <p:spPr>
          <a:xfrm>
            <a:off x="2216150" y="2679065"/>
            <a:ext cx="265938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垂直纸面向外</a:t>
            </a:r>
          </a:p>
        </p:txBody>
      </p:sp>
      <p:sp>
        <p:nvSpPr>
          <p:cNvPr id="13" name="文本框 610310"/>
          <p:cNvSpPr txBox="1"/>
          <p:nvPr>
            <p:custDataLst>
              <p:tags r:id="rId4"/>
            </p:custDataLst>
          </p:nvPr>
        </p:nvSpPr>
        <p:spPr>
          <a:xfrm>
            <a:off x="1127125" y="5081270"/>
            <a:ext cx="854456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先垂直纸面向外并逐渐减小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,</a:t>
            </a: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后垂直纸面向里并逐渐增大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.</a:t>
            </a:r>
          </a:p>
        </p:txBody>
      </p:sp>
      <p:sp>
        <p:nvSpPr>
          <p:cNvPr id="11" name="文本框 490515"/>
          <p:cNvSpPr txBox="1"/>
          <p:nvPr>
            <p:custDataLst>
              <p:tags r:id="rId5"/>
            </p:custDataLst>
          </p:nvPr>
        </p:nvSpPr>
        <p:spPr>
          <a:xfrm>
            <a:off x="2247610" y="3835732"/>
            <a:ext cx="2595977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垂直纸面向里</a:t>
            </a:r>
          </a:p>
        </p:txBody>
      </p:sp>
      <p:sp>
        <p:nvSpPr>
          <p:cNvPr id="2" name="文本框 490500"/>
          <p:cNvSpPr txBox="1"/>
          <p:nvPr>
            <p:custDataLst>
              <p:tags r:id="rId6"/>
            </p:custDataLst>
          </p:nvPr>
        </p:nvSpPr>
        <p:spPr>
          <a:xfrm>
            <a:off x="2383790" y="1503680"/>
            <a:ext cx="1001395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600">
                <a:solidFill>
                  <a:srgbClr val="0000FF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B=0</a:t>
            </a:r>
          </a:p>
        </p:txBody>
      </p:sp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1" grpId="0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7032"/>
          <a:stretch>
            <a:fillRect/>
          </a:stretch>
        </p:blipFill>
        <p:spPr>
          <a:xfrm>
            <a:off x="8147050" y="100330"/>
            <a:ext cx="3857625" cy="20796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67360" y="621030"/>
            <a:ext cx="8428990" cy="46691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800" b="1">
                <a:solidFill>
                  <a:schemeClr val="tx1"/>
                </a:solidFill>
                <a:latin typeface="宋体" panose="02010600030101010101" pitchFamily="2" charset="-122"/>
              </a:rPr>
              <a:t>【思考与讨论】</a:t>
            </a:r>
          </a:p>
          <a:p>
            <a:pPr algn="l">
              <a:lnSpc>
                <a:spcPct val="3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600">
                <a:latin typeface="+mn-ea"/>
                <a:cs typeface="+mn-ea"/>
                <a:sym typeface="+mn-ea"/>
              </a:rPr>
              <a:t>④要使电子从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A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点向</a:t>
            </a:r>
            <a:r>
              <a:rPr lang="en-US" altLang="zh-CN" sz="2600" i="1">
                <a:latin typeface="+mn-ea"/>
                <a:cs typeface="+mn-ea"/>
                <a:sym typeface="+mn-ea"/>
              </a:rPr>
              <a:t>B</a:t>
            </a:r>
            <a:r>
              <a:rPr lang="zh-CN" altLang="en-US" sz="2600">
                <a:latin typeface="+mn-ea"/>
                <a:cs typeface="+mn-ea"/>
                <a:sym typeface="+mn-ea"/>
              </a:rPr>
              <a:t>点逐渐移动</a:t>
            </a:r>
            <a:r>
              <a:rPr lang="en-US" altLang="zh-CN" sz="2600">
                <a:latin typeface="+mn-ea"/>
                <a:cs typeface="+mn-ea"/>
                <a:sym typeface="+mn-ea"/>
              </a:rPr>
              <a:t>,</a:t>
            </a:r>
            <a:r>
              <a:rPr lang="zh-CN" altLang="en-US" sz="2600">
                <a:latin typeface="+mn-ea"/>
                <a:cs typeface="+mn-ea"/>
                <a:sym typeface="+mn-ea"/>
              </a:rPr>
              <a:t>偏转磁场应该怎样变化？</a:t>
            </a:r>
            <a:endParaRPr lang="en-US" altLang="zh-CN" sz="2800" b="1">
              <a:solidFill>
                <a:srgbClr val="0070C0"/>
              </a:solidFill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3" name="文本框 610310"/>
          <p:cNvSpPr txBox="1"/>
          <p:nvPr>
            <p:custDataLst>
              <p:tags r:id="rId3"/>
            </p:custDataLst>
          </p:nvPr>
        </p:nvSpPr>
        <p:spPr>
          <a:xfrm>
            <a:off x="777875" y="2483485"/>
            <a:ext cx="8544560" cy="69151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先垂直纸面向外并逐渐减小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,</a:t>
            </a:r>
            <a:r>
              <a:rPr lang="zh-CN" altLang="en-US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后垂直纸面向里并逐渐增大</a:t>
            </a:r>
            <a:r>
              <a:rPr lang="en-US" altLang="zh-CN" sz="2600" b="1">
                <a:solidFill>
                  <a:srgbClr val="0000FF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charset="0"/>
              </a:rPr>
              <a:t>.</a:t>
            </a:r>
          </a:p>
        </p:txBody>
      </p:sp>
      <p:sp>
        <p:nvSpPr>
          <p:cNvPr id="3" name="文本框 2"/>
          <p:cNvSpPr txBox="1"/>
          <p:nvPr>
            <p:custDataLst>
              <p:tags r:id="rId4"/>
            </p:custDataLst>
          </p:nvPr>
        </p:nvSpPr>
        <p:spPr>
          <a:xfrm>
            <a:off x="822960" y="3333750"/>
            <a:ext cx="34671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/>
              <a:t>用图像表示：</a:t>
            </a:r>
          </a:p>
        </p:txBody>
      </p:sp>
      <p:pic>
        <p:nvPicPr>
          <p:cNvPr id="198" name="23WLLJCDXARJXX3-1D3ZT24.eps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8"/>
          <a:srcRect l="58174"/>
          <a:stretch>
            <a:fillRect/>
          </a:stretch>
        </p:blipFill>
        <p:spPr>
          <a:xfrm>
            <a:off x="3226435" y="3333750"/>
            <a:ext cx="4666615" cy="2926715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" name="yt_shape_10485"/>
          <p:cNvSpPr txBox="1"/>
          <p:nvPr/>
        </p:nvSpPr>
        <p:spPr>
          <a:xfrm>
            <a:off x="324071" y="467999"/>
            <a:ext cx="11924914" cy="173868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621665"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2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（洛伦兹力的大小和方向）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4_1d97d"/>
              </a:rPr>
              <a:t>如图所示，各图中匀强磁场的磁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感应强度均为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，带电粒子的速率均为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v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，带电荷量均为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楷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6_9cf6c"/>
              </a:rPr>
              <a:t>。试求各图中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带电粒子所受洛伦兹力的大小，说明洛伦兹力的方向。</a:t>
            </a:r>
          </a:p>
        </p:txBody>
      </p:sp>
      <p:pic>
        <p:nvPicPr>
          <p:cNvPr id="10486" name="yt_image_10486" title="H_157.24796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p14="http://schemas.microsoft.com/office/powerpoint/2010/main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80" y="2409832"/>
            <a:ext cx="7165238" cy="199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88" name="yt_shape_10488"/>
          <p:cNvSpPr txBox="1"/>
          <p:nvPr/>
        </p:nvSpPr>
        <p:spPr>
          <a:xfrm>
            <a:off x="324000" y="4457228"/>
            <a:ext cx="6914713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621665" algn="l" eaLnBrk="1" latinLnBrk="0" hangingPunct="0">
              <a:lnSpc>
                <a:spcPct val="140000"/>
              </a:lnSpc>
            </a:pPr>
            <a:r>
              <a:rPr lang="zh-CN" altLang="zh-CN" sz="2800" b="1" i="0" u="none" dirty="0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答案：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（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1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）</a:t>
            </a:r>
            <a:r>
              <a:rPr lang="zh-CN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qvB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，方向垂直于</a:t>
            </a:r>
            <a:r>
              <a:rPr lang="zh-CN" altLang="zh-CN" sz="2800" b="0" i="1" u="none" dirty="0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v</a:t>
            </a:r>
            <a:r>
              <a:rPr lang="zh-CN" altLang="zh-CN" sz="2800" b="0" i="0" u="none" dirty="0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斜向上　</a:t>
            </a:r>
          </a:p>
        </p:txBody>
      </p:sp>
      <p:sp>
        <p:nvSpPr>
          <p:cNvPr id="10489" name="yt_shape_10489"/>
          <p:cNvSpPr txBox="1"/>
          <p:nvPr/>
        </p:nvSpPr>
        <p:spPr>
          <a:xfrm>
            <a:off x="324000" y="5040213"/>
            <a:ext cx="8492068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621665"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解析：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因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⊥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，所以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F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=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qvB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，方向垂直于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v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仿宋" pitchFamily="28"/>
              </a:rPr>
              <a:t>斜向上。</a:t>
            </a:r>
          </a:p>
        </p:txBody>
      </p:sp>
      <p:sp>
        <p:nvSpPr>
          <p:cNvPr id="10490" name="yt_shape_10490"/>
          <p:cNvSpPr txBox="1"/>
          <p:nvPr/>
        </p:nvSpPr>
        <p:spPr>
          <a:xfrm>
            <a:off x="324000" y="5623198"/>
            <a:ext cx="7563930" cy="532197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pPr marL="621665"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FF"/>
                </a:solidFill>
                <a:effectLst/>
                <a:latin typeface="Times New Roman" pitchFamily="28"/>
                <a:ea typeface="黑体" pitchFamily="28"/>
              </a:rPr>
              <a:t>答案：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（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2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）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0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.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5</a:t>
            </a:r>
            <a:r>
              <a:rPr lang="zh-CN" altLang="zh-CN" sz="2800" b="0" i="1" u="none">
                <a:solidFill>
                  <a:srgbClr val="C00000"/>
                </a:solidFill>
                <a:effectLst/>
                <a:latin typeface="Times New Roman" pitchFamily="28"/>
                <a:ea typeface="黑体" pitchFamily="28"/>
              </a:rPr>
              <a:t>qvB</a:t>
            </a:r>
            <a:r>
              <a:rPr lang="zh-CN" altLang="zh-CN" sz="2800" b="0" i="0" u="none">
                <a:solidFill>
                  <a:srgbClr val="C00000"/>
                </a:solidFill>
                <a:effectLst/>
                <a:latin typeface="Times New Roman" pitchFamily="28"/>
                <a:ea typeface="宋体" pitchFamily="28"/>
              </a:rPr>
              <a:t>，方向垂直于纸面向里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4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04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4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8" grpId="0" build="allAtOnce"/>
      <p:bldP spid="10489" grpId="0" build="allAtOnce"/>
      <p:bldP spid="10490" grpId="0" build="allAtOnce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1" name="yt_shape_10521"/>
          <p:cNvSpPr txBox="1"/>
          <p:nvPr/>
        </p:nvSpPr>
        <p:spPr>
          <a:xfrm>
            <a:off x="324071" y="467999"/>
            <a:ext cx="11924914" cy="294516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354965"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【例 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3</a:t>
            </a: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8_5062d"/>
              </a:rPr>
              <a:t> 显像管原理的示意图如图所示，当没有磁场时，电子束将打在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荧光屏正中的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O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4_5b519"/>
              </a:rPr>
              <a:t>点，安装在管径上的偏转线圈可以产生磁场，使电子束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31_fc4f8"/>
              </a:rPr>
              <a:t>发生偏转。设垂直纸面向里的磁场方向为正方向，若要使电子打在荧光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屏上的位置由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a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点逐渐移动到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18_b3fbd"/>
              </a:rPr>
              <a:t>点，下列变化的磁场能够使电子发生上述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偏转的是（　　）</a:t>
            </a:r>
          </a:p>
        </p:txBody>
      </p:sp>
      <p:pic>
        <p:nvPicPr>
          <p:cNvPr id="10522" name="yt_image_10522" title="H_188.06401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786" y="3413164"/>
            <a:ext cx="4319626" cy="238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yt_image_10524" title="H_120.095985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64" y="3389000"/>
            <a:ext cx="5615636" cy="1415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yt_image_10526" title="H_118.65598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64" y="5117034"/>
            <a:ext cx="5615636" cy="1398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/>
          <p:cNvSpPr/>
          <p:nvPr/>
        </p:nvSpPr>
        <p:spPr>
          <a:xfrm>
            <a:off x="1705110" y="4302789"/>
            <a:ext cx="761669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500" b="1" dirty="0">
                <a:solidFill>
                  <a:srgbClr val="C00000"/>
                </a:solidFill>
                <a:latin typeface="华文细黑" panose="02010600040101010101" pitchFamily="2" charset="-122"/>
                <a:ea typeface="华文细黑" panose="02010600040101010101" pitchFamily="2" charset="-122"/>
              </a:rPr>
              <a:t>√</a:t>
            </a:r>
            <a:endParaRPr lang="zh-CN" altLang="en-US" sz="4500" b="1" dirty="0">
              <a:solidFill>
                <a:srgbClr val="C00000"/>
              </a:solidFill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5" name="yt_shape_10535"/>
          <p:cNvSpPr txBox="1"/>
          <p:nvPr/>
        </p:nvSpPr>
        <p:spPr>
          <a:xfrm>
            <a:off x="324071" y="467999"/>
            <a:ext cx="11924914" cy="2341923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marL="354965" algn="l" eaLnBrk="1" latinLnBrk="0" hangingPunct="0">
              <a:lnSpc>
                <a:spcPct val="140000"/>
              </a:lnSpc>
            </a:pPr>
            <a:r>
              <a:rPr lang="zh-CN" altLang="zh-CN" sz="2800" b="1" i="0" u="none">
                <a:solidFill>
                  <a:srgbClr val="000000"/>
                </a:solidFill>
                <a:effectLst/>
                <a:latin typeface="Times New Roman" pitchFamily="28"/>
                <a:ea typeface="黑体" pitchFamily="28"/>
              </a:rPr>
              <a:t>【典例 】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 如图所示，斜面上表面光滑绝缘，倾角为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Times New Roman" pitchFamily="28"/>
              </a:rPr>
              <a:t>θ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8_8db7e"/>
              </a:rPr>
              <a:t>，斜面上方存在垂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直纸面向里的匀强磁场，磁感应强度为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B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。现有一个质量为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m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5_90316"/>
              </a:rPr>
              <a:t>、带电荷量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为＋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q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  <a:sym typeface="_⨹_28_1bfa2"/>
              </a:rPr>
              <a:t>的小球在斜面上被无初速度释放，假设斜面足够长，重力加速度</a:t>
            </a:r>
            <a:b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</a:b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为</a:t>
            </a:r>
            <a:r>
              <a:rPr lang="zh-CN" altLang="zh-CN" sz="2800" b="0" i="1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g</a:t>
            </a:r>
            <a:r>
              <a:rPr lang="zh-CN" altLang="zh-CN" sz="2800" b="0" i="0" u="none">
                <a:solidFill>
                  <a:srgbClr val="000000"/>
                </a:solidFill>
                <a:effectLst/>
                <a:latin typeface="Times New Roman" pitchFamily="28"/>
                <a:ea typeface="宋体" pitchFamily="28"/>
              </a:rPr>
              <a:t>，求小球从释放开始，下滑多远后离开斜面。</a:t>
            </a:r>
          </a:p>
        </p:txBody>
      </p:sp>
      <p:pic>
        <p:nvPicPr>
          <p:cNvPr id="10536" name="yt_image_10536" title="H_129.88795">
            <a:extLst>
              <a:ext uri="">
                <a16:creationId xmlns:a16="http://schemas.microsoft.com/office/drawing/2014/main" xmlns:p15="http://schemas.microsoft.com/office/powerpoint/2012/main" xmlns:mc="http://schemas.openxmlformats.org/markup-compatibility/2006" xmlns:a14="http://schemas.microsoft.com/office/drawing/2010/main" xmlns="" id="{5351258F-BC95-41E6-9372-C2FE361B0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1559" y="3013074"/>
            <a:ext cx="2468880" cy="1649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538" name="yt_shape_10538"/>
              <p:cNvSpPr txBox="1"/>
              <p:nvPr/>
            </p:nvSpPr>
            <p:spPr>
              <a:xfrm>
                <a:off x="324000" y="4713075"/>
                <a:ext cx="2820452" cy="969304"/>
              </a:xfrm>
              <a:prstGeom prst="rect">
                <a:avLst/>
              </a:prstGeom>
            </p:spPr>
            <p:txBody>
              <a:bodyPr vert="horz" wrap="none" lIns="0" tIns="0" rIns="0" bIns="0" rtlCol="0">
                <a:noAutofit/>
              </a:bodyPr>
              <a:lstStyle/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答案：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co</m:t>
                        </m:r>
                        <m:sSup>
                          <m:sSupPr>
                            <m:ctrl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sz="2800" b="0" i="0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θ</m:t>
                        </m:r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sin</m:t>
                        </m:r>
                        <m:r>
                          <m:rPr>
                            <m:nor/>
                          </m:rPr>
                          <a:rPr lang="en-US" altLang="zh-CN" sz="2800" b="0" i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θ</m:t>
                        </m:r>
                      </m:den>
                    </m:f>
                  </m:oMath>
                </a14:m>
                <a:endParaRPr lang="zh-CN" altLang="zh-CN" sz="2800" b="1" i="0" u="none">
                  <a:solidFill>
                    <a:srgbClr val="FF0000"/>
                  </a:solidFill>
                  <a:effectLst/>
                  <a:latin typeface="Times New Roman" pitchFamily="28"/>
                  <a:ea typeface="黑体" pitchFamily="28"/>
                </a:endParaRPr>
              </a:p>
            </p:txBody>
          </p:sp>
        </mc:Choice>
        <mc:Fallback xmlns="">
          <p:sp>
            <p:nvSpPr>
              <p:cNvPr id="10538" name="yt_shape_105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00" y="4713075"/>
                <a:ext cx="2820452" cy="969304"/>
              </a:xfrm>
              <a:prstGeom prst="rect">
                <a:avLst/>
              </a:prstGeom>
              <a:blipFill>
                <a:blip r:embed="rId3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med">
        <p15:prstTrans prst="pageCurlDouble"/>
      </p:transition>
    </mc:Choice>
    <mc:Fallback xmlns:a14="http://schemas.microsoft.com/office/drawing/2010/main" xmlns:a16="http://schemas.microsoft.com/office/drawing/2014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5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38" grpId="0" build="allAtOnce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540" name="yt_shape_10540"/>
              <p:cNvSpPr txBox="1"/>
              <p:nvPr/>
            </p:nvSpPr>
            <p:spPr>
              <a:xfrm>
                <a:off x="324071" y="467999"/>
                <a:ext cx="9383332" cy="6110601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noAutofit/>
              </a:bodyPr>
              <a:lstStyle/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1" i="0" u="none" dirty="0">
                    <a:solidFill>
                      <a:srgbClr val="0000FF"/>
                    </a:solidFill>
                    <a:effectLst/>
                    <a:latin typeface="Times New Roman" pitchFamily="28"/>
                    <a:ea typeface="黑体" pitchFamily="28"/>
                  </a:rPr>
                  <a:t>解析：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21_4b731"/>
                  </a:rPr>
                  <a:t>小球沿斜面下滑，在离开斜面前，受到洛伦兹力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，垂直斜面向上，小球受力分析如图所示。</a:t>
                </a:r>
              </a:p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沿斜面方向有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      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sin 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θ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ma</a:t>
                </a:r>
              </a:p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垂直斜面方向有</a:t>
                </a:r>
                <a:r>
                  <a:rPr lang="en-US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    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＋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F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N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－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mg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cos 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Times New Roman" pitchFamily="28"/>
                  </a:rPr>
                  <a:t>θ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=0</a:t>
                </a:r>
              </a:p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其中洛伦兹力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F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qvB</a:t>
                </a:r>
              </a:p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设下滑距离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  <a:sym typeface="_⨹_17_f2527"/>
                  </a:rPr>
                  <a:t>时离开斜面，此时斜面对小球的支持力</a:t>
                </a:r>
                <a:b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</a:b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F</a:t>
                </a:r>
                <a:r>
                  <a:rPr lang="zh-CN" altLang="zh-CN" sz="2800" b="0" i="0" u="none" baseline="-25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N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=0</a:t>
                </a:r>
              </a:p>
              <a:p>
                <a:pPr marL="354965" algn="l" eaLnBrk="1" latinLnBrk="0" hangingPunct="0">
                  <a:lnSpc>
                    <a:spcPct val="140000"/>
                  </a:lnSpc>
                </a:pP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由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v</a:t>
                </a:r>
                <a:r>
                  <a:rPr lang="zh-CN" altLang="zh-CN" sz="2800" b="0" i="0" u="none" baseline="30000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2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=2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ax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得下滑的距离</a:t>
                </a:r>
                <a:r>
                  <a:rPr lang="zh-CN" altLang="zh-CN" sz="2800" b="0" i="1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x</a:t>
                </a:r>
                <a:r>
                  <a:rPr lang="zh-CN" altLang="zh-CN" sz="2800" b="0" i="0" u="none" dirty="0">
                    <a:solidFill>
                      <a:srgbClr val="C00000"/>
                    </a:solidFill>
                    <a:effectLst/>
                    <a:latin typeface="Times New Roman" pitchFamily="28"/>
                    <a:ea typeface="仿宋" pitchFamily="28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altLang="zh-CN" sz="2800" b="0" i="1">
                                <a:solidFill>
                                  <a:srgbClr val="C00000"/>
                                </a:solidFill>
                                <a:effectLst/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r>
                          <a:rPr lang="en-US" altLang="zh-CN" sz="2800" b="0" i="1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𝑎</m:t>
                        </m:r>
                      </m:den>
                    </m:f>
                  </m:oMath>
                </a14:m>
                <a:endParaRPr lang="en-US" altLang="zh-CN" sz="2800" b="0" i="0" u="none" dirty="0">
                  <a:solidFill>
                    <a:srgbClr val="C00000"/>
                  </a:solidFill>
                  <a:effectLst/>
                  <a:latin typeface="Times New Roman" pitchFamily="28"/>
                  <a:ea typeface="仿宋" pitchFamily="28"/>
                </a:endParaRPr>
              </a:p>
              <a:p>
                <a:pPr marL="354965" hangingPunct="0">
                  <a:lnSpc>
                    <a:spcPct val="140000"/>
                  </a:lnSpc>
                </a:pP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联立以上各式解得</a:t>
                </a:r>
                <a:r>
                  <a:rPr lang="zh-CN" altLang="zh-CN" sz="2800" i="1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x</a:t>
                </a:r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56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𝑔</m:t>
                        </m:r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co</m:t>
                        </m:r>
                        <m:sSup>
                          <m:sSupPr>
                            <m:ctrlP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sz="2800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altLang="zh-CN" sz="2800" i="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θ</m:t>
                        </m:r>
                      </m:num>
                      <m:den>
                        <m:r>
                          <a:rPr lang="en-US" altLang="zh-CN" sz="2800" i="1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altLang="zh-CN" sz="2800" i="1">
                                <a:solidFill>
                                  <a:srgbClr val="C00000"/>
                                </a:solidFill>
                                <a:latin typeface="Cambria Math" panose="02040503050406030204" pitchFamily="56" charset="0"/>
                                <a:ea typeface="Cambria Math" panose="02040503050406030204" pitchFamily="56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zh-CN" sz="280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Cambria Math" panose="02040503050406030204" pitchFamily="56" charset="0"/>
                          </a:rPr>
                          <m:t>sin</m:t>
                        </m:r>
                        <m:r>
                          <m:rPr>
                            <m:nor/>
                          </m:rPr>
                          <a:rPr lang="en-US" altLang="zh-CN" sz="2800" i="0">
                            <a:solidFill>
                              <a:srgbClr val="C00000"/>
                            </a:solidFill>
                            <a:latin typeface="Cambria Math" panose="02040503050406030204" pitchFamily="56" charset="0"/>
                            <a:ea typeface="宋体" panose="02040503050406030204" pitchFamily="56" charset="0"/>
                          </a:rPr>
                          <m:t>θ</m:t>
                        </m:r>
                      </m:den>
                    </m:f>
                  </m:oMath>
                </a14:m>
                <a:r>
                  <a:rPr lang="zh-CN" altLang="zh-CN" sz="2800" dirty="0">
                    <a:solidFill>
                      <a:srgbClr val="C00000"/>
                    </a:solidFill>
                    <a:latin typeface="Times New Roman" pitchFamily="28"/>
                    <a:ea typeface="仿宋" pitchFamily="28"/>
                  </a:rPr>
                  <a:t>。</a:t>
                </a:r>
                <a:endParaRPr lang="zh-CN" altLang="en-US" sz="2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540" name="yt_shape_105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071" y="467999"/>
                <a:ext cx="9383332" cy="6110601"/>
              </a:xfrm>
              <a:prstGeom prst="rect">
                <a:avLst/>
              </a:prstGeom>
              <a:blipFill>
                <a:blip r:embed="rId2"/>
                <a:stretch>
                  <a:fillRect t="-399" b="-4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9D53F4A9-E170-D497-9A1C-452B8B8AB267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4202" y="1750699"/>
            <a:ext cx="2469424" cy="1649941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9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9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7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4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7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2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8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8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9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8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9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0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2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4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6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8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69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0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2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5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3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4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7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0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3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6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9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7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8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4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2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8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9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6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2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3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0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7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5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6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6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6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9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0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2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4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5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6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7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8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9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0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2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5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0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3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6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9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2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5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8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4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3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4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2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2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3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9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0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6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7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3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4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0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7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8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4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5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9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6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7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3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4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6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9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2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1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4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7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0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3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6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9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2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5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8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1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4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7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8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9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5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6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2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3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9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00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6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7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3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4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0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7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8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4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5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2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8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9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5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6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3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9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0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0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7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8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5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5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8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1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4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7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0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3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6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9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2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5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8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9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0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6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7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3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4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0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7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8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5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2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8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9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2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3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9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0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6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7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5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6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7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48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2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4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5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8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59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60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6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77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0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84"/>
  <p:tag name="KSO_WM_BEAUTIFY_FLAG" val="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2"/>
  <p:tag name="KSO_WM_BEAUTIFY_FLAG" val="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74"/>
  <p:tag name="KSO_WM_BEAUTIFY_FLAG" val="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3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9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0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4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2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9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0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4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6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27"/>
</p:tagLst>
</file>

<file path=ppt/tags/tag1270.xml><?xml version="1.0" encoding="utf-8"?>
<p:tagLst xmlns:p="http://schemas.openxmlformats.org/presentationml/2006/main">
  <p:tag name="AS_UNIQUEID" val="143"/>
</p:tagLst>
</file>

<file path=ppt/tags/tag1310.xml><?xml version="1.0" encoding="utf-8"?>
<p:tagLst xmlns:p="http://schemas.openxmlformats.org/presentationml/2006/main">
  <p:tag name="AS_UNIQUEID" val="147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and Chinese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功" id="{305D7A6B-F211-124E-A565-AFD60AE97881}" vid="{BCE79254-6837-AE48-BBE5-2699EE225D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1309</TotalTime>
  <Words>819</Words>
  <Application>Microsoft Macintosh PowerPoint</Application>
  <PresentationFormat>Widescreen</PresentationFormat>
  <Paragraphs>57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30" baseType="lpstr">
      <vt:lpstr>方正新报宋_GBK</vt:lpstr>
      <vt:lpstr>FZZhengHeiS-R-GB</vt:lpstr>
      <vt:lpstr>楷体</vt:lpstr>
      <vt:lpstr>Microsoft YaHei</vt:lpstr>
      <vt:lpstr>Microsoft YaHei</vt:lpstr>
      <vt:lpstr>宋体</vt:lpstr>
      <vt:lpstr>华文细黑</vt:lpstr>
      <vt:lpstr>Aptos</vt:lpstr>
      <vt:lpstr>Arial</vt:lpstr>
      <vt:lpstr>Arial Narrow</vt:lpstr>
      <vt:lpstr>Cambria Math</vt:lpstr>
      <vt:lpstr>Times New Roman</vt:lpstr>
      <vt:lpstr>Office 主题​​</vt:lpstr>
      <vt:lpstr>磁场对运动电荷的作用力</vt:lpstr>
      <vt:lpstr>安培力</vt:lpstr>
      <vt:lpstr>洛伦兹力与安培力的关系</vt:lpstr>
      <vt:lpstr>左手定则</vt:lpstr>
      <vt:lpstr>判断下图中洛伦兹力的方向</vt:lpstr>
      <vt:lpstr>判断下图中洛伦兹力的方向</vt:lpstr>
      <vt:lpstr>根据安培力的表达式，推导洛伦兹力的表达式</vt:lpstr>
      <vt:lpstr>求下图中的带电粒子所受洛伦兹力的大小</vt:lpstr>
      <vt:lpstr>洛伦兹力</vt:lpstr>
      <vt:lpstr>图中的粒子怎样运动？速度如何变化？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Xingyu Shu</dc:creator>
  <cp:lastModifiedBy>Xingyu Shu</cp:lastModifiedBy>
  <cp:revision>3</cp:revision>
  <dcterms:created xsi:type="dcterms:W3CDTF">2026-10-26T07:48:08Z</dcterms:created>
  <dcterms:modified xsi:type="dcterms:W3CDTF">2026-10-28T06:49:31Z</dcterms:modified>
</cp:coreProperties>
</file>