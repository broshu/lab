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76" y="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9BAE26-56B8-2430-61FE-210867C46B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37BB5E0-8FB4-28ED-7516-8F1B6E2328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1" baseline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12B10A-941C-D939-27AC-6B15C7D34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9AD2BD-88C2-A651-59BE-1F23AE6AA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89C6D7-3953-E131-FC50-ABB0C76B8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310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787BA6-2A8E-5FA0-58D6-C944834A0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 baseline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D54497-2070-1B06-6BF5-7537BD4B7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E8D4BD-E88E-12E0-8F46-4ED0DD7A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0FAC07-7BC7-4FEA-4C23-59EAF4C59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4D76C5-DC12-60D9-043D-68225995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37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D54497-2070-1B06-6BF5-7537BD4B7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3081"/>
            <a:ext cx="10515600" cy="5811838"/>
          </a:xfrm>
        </p:spPr>
        <p:txBody>
          <a:bodyPr/>
          <a:lstStyle>
            <a:lvl1pPr marL="0" indent="0">
              <a:buNone/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E8D4BD-E88E-12E0-8F46-4ED0DD7A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0FAC07-7BC7-4FEA-4C23-59EAF4C59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4D76C5-DC12-60D9-043D-68225995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945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6037C5-4353-B18D-E7F6-50395C053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>
            <a:lvl1pPr algn="ctr"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095E053-2D55-7D42-832A-64D9FD71F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09B3BC-5091-C9EB-93DC-DAA2C0485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B95254-26E7-464E-C68E-165FA680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500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135E84-15A1-7FC9-AFAF-8FADC46CD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4AF478-0EFE-AC89-ED8A-29756B0B9E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9BB167-44B9-706B-D666-89AE18CB9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CE7B3BB-7A6E-45B9-71DF-CB6C64FBA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162526-EB46-7571-519E-1D9919B8F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FDE84E-A2DC-6924-24F0-2B9796818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490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3554D5-D7A9-A1DD-900A-2FD838DA3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E7B749-E7A9-21B5-B42B-E0A39C25C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07C0BC1-B0B5-7AAD-E11A-81B8F71F4C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339032A-E84E-69B4-CBA0-AA0E80DEEB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5D864D-D9D2-FFDB-0B84-6A573F795D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228042-54E5-4EAA-2940-C44C57443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0899DAD-BFB9-32DF-3CE6-59BAD615A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7AF6A48-CE64-6945-8AD6-C8258AA9A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596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C416FE3-9FFB-D473-650E-C0FF08387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6876DD-7317-1E24-5465-9C24EFCE5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8481CF-CAF6-E439-D9F9-98DE38F887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A95057-F28B-4021-A46F-4C2D267CFC9D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123095-2A83-7320-9954-6441CBEAF2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8FB62F-A58A-E29F-AA4A-4628B24796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70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4" r:id="rId4"/>
    <p:sldLayoutId id="2147483652" r:id="rId5"/>
    <p:sldLayoutId id="214748365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BEDDC-943A-13F1-5C95-51F9979E06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磁场对运动电荷的作用力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1B691E-EDFF-FABF-D27A-AA921C3394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160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tand Chinese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功" id="{305D7A6B-F211-124E-A565-AFD60AE97881}" vid="{BCE79254-6837-AE48-BBE5-2699EE225D4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主题​​</Template>
  <TotalTime>2</TotalTime>
  <Words>6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Office 主题​​</vt:lpstr>
      <vt:lpstr>磁场对运动电荷的作用力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Xingyu Shu</dc:creator>
  <cp:lastModifiedBy>Xingyu Shu</cp:lastModifiedBy>
  <cp:revision>1</cp:revision>
  <dcterms:created xsi:type="dcterms:W3CDTF">2026-10-26T07:48:08Z</dcterms:created>
  <dcterms:modified xsi:type="dcterms:W3CDTF">2026-10-26T07:51:08Z</dcterms:modified>
</cp:coreProperties>
</file>