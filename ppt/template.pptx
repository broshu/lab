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7092-4A12-C427-EA6B-ED181737F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54F0-3D76-DB8A-57E4-D2E8C8BD4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81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2026-07-02T06:20:53Z</dcterms:created>
  <dcterms:modified xsi:type="dcterms:W3CDTF">2026-07-02T06:21:23Z</dcterms:modified>
</cp:coreProperties>
</file>