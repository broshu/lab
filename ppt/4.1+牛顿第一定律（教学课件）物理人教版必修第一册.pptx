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heme/theme3.xml" ContentType="application/vnd.openxmlformats-officedocument.them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heme/theme4.xml" ContentType="application/vnd.openxmlformats-officedocument.them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notesSlides/notesSlide1.xml" ContentType="application/vnd.openxmlformats-officedocument.presentationml.notesSlide+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notesSlides/notesSlide2.xml" ContentType="application/vnd.openxmlformats-officedocument.presentationml.notesSlide+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notesSlides/notesSlide3.xml" ContentType="application/vnd.openxmlformats-officedocument.presentationml.notesSlide+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notesSlides/notesSlide4.xml" ContentType="application/vnd.openxmlformats-officedocument.presentationml.notesSlide+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notesSlides/notesSlide5.xml" ContentType="application/vnd.openxmlformats-officedocument.presentationml.notesSlide+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notesSlides/notesSlide6.xml" ContentType="application/vnd.openxmlformats-officedocument.presentationml.notesSlide+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notesSlides/notesSlide7.xml" ContentType="application/vnd.openxmlformats-officedocument.presentationml.notesSlide+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notesSlides/notesSlide8.xml" ContentType="application/vnd.openxmlformats-officedocument.presentationml.notesSlide+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notesSlides/notesSlide9.xml" ContentType="application/vnd.openxmlformats-officedocument.presentationml.notesSlide+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notesSlides/notesSlide10.xml" ContentType="application/vnd.openxmlformats-officedocument.presentationml.notesSlide+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notesSlides/notesSlide11.xml" ContentType="application/vnd.openxmlformats-officedocument.presentationml.notesSlide+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notesSlides/notesSlide12.xml" ContentType="application/vnd.openxmlformats-officedocument.presentationml.notesSlide+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notesSlides/notesSlide13.xml" ContentType="application/vnd.openxmlformats-officedocument.presentationml.notesSlide+xml"/>
  <Override PartName="/ppt/tags/tag601.xml" ContentType="application/vnd.openxmlformats-officedocument.presentationml.tags+xml"/>
  <Override PartName="/ppt/tags/tag60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Lst>
  <p:notesMasterIdLst>
    <p:notesMasterId r:id="rId48"/>
  </p:notesMasterIdLst>
  <p:handoutMasterIdLst>
    <p:handoutMasterId r:id="rId49"/>
  </p:handoutMasterIdLst>
  <p:sldIdLst>
    <p:sldId id="14999432" r:id="rId3"/>
    <p:sldId id="14999433" r:id="rId4"/>
    <p:sldId id="14999434" r:id="rId5"/>
    <p:sldId id="14999435" r:id="rId6"/>
    <p:sldId id="14999436" r:id="rId7"/>
    <p:sldId id="14999437" r:id="rId8"/>
    <p:sldId id="14999438" r:id="rId9"/>
    <p:sldId id="14999439" r:id="rId10"/>
    <p:sldId id="14999440" r:id="rId11"/>
    <p:sldId id="14999428" r:id="rId12"/>
    <p:sldId id="14999429" r:id="rId13"/>
    <p:sldId id="14999416" r:id="rId14"/>
    <p:sldId id="14999443" r:id="rId15"/>
    <p:sldId id="14999444" r:id="rId16"/>
    <p:sldId id="14999445" r:id="rId17"/>
    <p:sldId id="14999430" r:id="rId18"/>
    <p:sldId id="14999431" r:id="rId19"/>
    <p:sldId id="14999446" r:id="rId20"/>
    <p:sldId id="14999450" r:id="rId21"/>
    <p:sldId id="14999451" r:id="rId22"/>
    <p:sldId id="14999452" r:id="rId23"/>
    <p:sldId id="14999455" r:id="rId24"/>
    <p:sldId id="14999456" r:id="rId25"/>
    <p:sldId id="14999457" r:id="rId26"/>
    <p:sldId id="14999460" r:id="rId27"/>
    <p:sldId id="14999461" r:id="rId28"/>
    <p:sldId id="14999462" r:id="rId29"/>
    <p:sldId id="14999463" r:id="rId30"/>
    <p:sldId id="14999448" r:id="rId31"/>
    <p:sldId id="14999449" r:id="rId32"/>
    <p:sldId id="14999350" r:id="rId33"/>
    <p:sldId id="14999411" r:id="rId34"/>
    <p:sldId id="14999351" r:id="rId35"/>
    <p:sldId id="14999418" r:id="rId36"/>
    <p:sldId id="14999419" r:id="rId37"/>
    <p:sldId id="14999420" r:id="rId38"/>
    <p:sldId id="14999421" r:id="rId39"/>
    <p:sldId id="14999422" r:id="rId40"/>
    <p:sldId id="14999423" r:id="rId41"/>
    <p:sldId id="14999424" r:id="rId42"/>
    <p:sldId id="14999425" r:id="rId43"/>
    <p:sldId id="14999426" r:id="rId44"/>
    <p:sldId id="14999427" r:id="rId45"/>
    <p:sldId id="14999413" r:id="rId46"/>
    <p:sldId id="402" r:id="rId47"/>
  </p:sldIdLst>
  <p:sldSz cx="12192000" cy="6858000"/>
  <p:notesSz cx="6858000" cy="9144000"/>
  <p:custDataLst>
    <p:tags r:id="rId5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8" userDrawn="1">
          <p15:clr>
            <a:srgbClr val="A4A3A4"/>
          </p15:clr>
        </p15:guide>
        <p15:guide id="2" pos="375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0" clrIdx="0"/>
  <p:cmAuthor id="1" name="唐中华" initials="唐" lastIdx="0" clrIdx="0"/>
  <p:cmAuthor id="2" name="作者" initials="A" lastIdx="0" clrIdx="1"/>
  <p:cmAuthor id="3" name="Author" initials="A" lastIdx="0" clrIdx="2"/>
  <p:cmAuthor id="4" name="Administrator" initials="A" lastIdx="0" clrIdx="3"/>
  <p:cmAuthor id="5" name="宋洁然" initials="宋" lastIdx="0" clrIdx="1"/>
  <p:cmAuthor id="6" name="ming qiu" initials="m" lastIdx="0" clrIdx="1"/>
  <p:cmAuthor id="7" name="1206988966@qq.com" initials="1" lastIdx="0" clrIdx="2"/>
  <p:cmAuthor id="8" name="姜伟光" initials="姜" lastIdx="0" clrIdx="0"/>
  <p:cmAuthor id="9" name="dongyu" initials="" lastIdx="0" clrIdx="8"/>
  <p:cmAuthor id="10" name="Lenovo" initials="L" lastIdx="0" clrIdx="9"/>
  <p:cmAuthor id="11" name="86137" initials="8" lastIdx="0" clrIdx="10"/>
  <p:cmAuthor id="12" name="孙红亮" initials="孙" lastIdx="0" clrIdx="11"/>
  <p:cmAuthor id="13" name="HP" initials="H" lastIdx="0" clrIdx="12"/>
  <p:cmAuthor id="14" name="222" initials="" lastIdx="0" clrIdx="0"/>
  <p:cmAuthor id="15" name="Vivian Liu" initials="" lastIdx="0" clrIdx="1"/>
  <p:cmAuthor id="16" name="刘浩" initials="" lastIdx="0" clrIdx="0"/>
  <p:cmAuthor id="17" name="孙宇婷" initials="" lastIdx="0" clrIdx="21"/>
  <p:cmAuthor id="19" name="Windows 用户" initials="" lastIdx="0" clrIdx="0"/>
  <p:cmAuthor id="20" name="ASUS" initials="" lastIdx="0" clrIdx="0"/>
  <p:cmAuthor id="21" name="HD" initials="H" lastIdx="0" clrIdx="2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93" autoAdjust="0"/>
    <p:restoredTop sz="94660"/>
  </p:normalViewPr>
  <p:slideViewPr>
    <p:cSldViewPr snapToGrid="0" showGuides="1">
      <p:cViewPr varScale="1">
        <p:scale>
          <a:sx n="126" d="100"/>
          <a:sy n="126" d="100"/>
        </p:scale>
        <p:origin x="696" y="192"/>
      </p:cViewPr>
      <p:guideLst>
        <p:guide orient="horz" pos="2048"/>
        <p:guide pos="375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tags" Target="tags/tag1.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heme" Target="../theme/theme4.xml"/><Relationship Id="rId5" Type="http://schemas.openxmlformats.org/officeDocument/2006/relationships/tags" Target="../tags/tag77.xml"/><Relationship Id="rId4" Type="http://schemas.openxmlformats.org/officeDocument/2006/relationships/tags" Target="../tags/tag7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2026/10/29</a:t>
            </a:fld>
            <a:endParaRPr lang="zh-CN" altLang="en-US"/>
          </a:p>
        </p:txBody>
      </p:sp>
      <p:sp>
        <p:nvSpPr>
          <p:cNvPr id="4" name="页脚占位符 3"/>
          <p:cNvSpPr>
            <a:spLocks noGrp="1"/>
          </p:cNvSpPr>
          <p:nvPr>
            <p:ph type="ftr" sz="quarter" idx="2"/>
            <p:custDataLst>
              <p:tags r:id="rId4"/>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custDataLst>
              <p:tags r:id="rId5"/>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69.xml"/><Relationship Id="rId7" Type="http://schemas.openxmlformats.org/officeDocument/2006/relationships/tags" Target="../tags/tag73.xml"/><Relationship Id="rId2" Type="http://schemas.openxmlformats.org/officeDocument/2006/relationships/tags" Target="../tags/tag68.xml"/><Relationship Id="rId1" Type="http://schemas.openxmlformats.org/officeDocument/2006/relationships/theme" Target="../theme/theme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2026/10/29</a:t>
            </a:fld>
            <a:endParaRPr lang="zh-CN" altLang="en-US"/>
          </a:p>
        </p:txBody>
      </p:sp>
      <p:sp>
        <p:nvSpPr>
          <p:cNvPr id="4" name="幻灯片图像占位符 3"/>
          <p:cNvSpPr>
            <a:spLocks noGrp="1" noRot="1" noChangeAspect="1"/>
          </p:cNvSpPr>
          <p:nvPr>
            <p:ph type="sldImg" idx="2"/>
            <p:custDataLst>
              <p:tags r:id="rId4"/>
            </p:custDataLst>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custDataLst>
              <p:tags r:id="rId5"/>
            </p:custDataLst>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373.xml"/><Relationship Id="rId1" Type="http://schemas.openxmlformats.org/officeDocument/2006/relationships/tags" Target="../tags/tag372.xml"/><Relationship Id="rId4" Type="http://schemas.openxmlformats.org/officeDocument/2006/relationships/slide" Target="../slides/slide32.xml"/></Relationships>
</file>

<file path=ppt/notesSlides/_rels/notesSlide2.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429.xml"/><Relationship Id="rId1" Type="http://schemas.openxmlformats.org/officeDocument/2006/relationships/tags" Target="../tags/tag428.xml"/><Relationship Id="rId4" Type="http://schemas.openxmlformats.org/officeDocument/2006/relationships/slide" Target="../slides/slide34.xml"/></Relationships>
</file>

<file path=ppt/notesSlides/_rels/notesSlide3.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444.xml"/><Relationship Id="rId1" Type="http://schemas.openxmlformats.org/officeDocument/2006/relationships/tags" Target="../tags/tag443.xml"/><Relationship Id="rId4" Type="http://schemas.openxmlformats.org/officeDocument/2006/relationships/slide" Target="../slides/slide35.xml"/></Relationships>
</file>

<file path=ppt/notesSlides/_rels/notesSlide4.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460.xml"/><Relationship Id="rId1" Type="http://schemas.openxmlformats.org/officeDocument/2006/relationships/tags" Target="../tags/tag459.xml"/><Relationship Id="rId4" Type="http://schemas.openxmlformats.org/officeDocument/2006/relationships/slide" Target="../slides/slide36.xml"/></Relationships>
</file>

<file path=ppt/notesSlides/_rels/notesSlide5.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475.xml"/><Relationship Id="rId1" Type="http://schemas.openxmlformats.org/officeDocument/2006/relationships/tags" Target="../tags/tag474.xml"/><Relationship Id="rId4" Type="http://schemas.openxmlformats.org/officeDocument/2006/relationships/slide" Target="../slides/slide37.xml"/></Relationships>
</file>

<file path=ppt/notesSlides/_rels/notesSlide6.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491.xml"/><Relationship Id="rId1" Type="http://schemas.openxmlformats.org/officeDocument/2006/relationships/tags" Target="../tags/tag490.xml"/><Relationship Id="rId4" Type="http://schemas.openxmlformats.org/officeDocument/2006/relationships/slide" Target="../slides/slide38.xml"/></Relationships>
</file>

<file path=ppt/notesSlides/_rels/notesSlide7.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506.xml"/><Relationship Id="rId1" Type="http://schemas.openxmlformats.org/officeDocument/2006/relationships/tags" Target="../tags/tag505.xml"/><Relationship Id="rId4" Type="http://schemas.openxmlformats.org/officeDocument/2006/relationships/slide" Target="../slides/slide39.xml"/></Relationships>
</file>

<file path=ppt/notesSlides/_rels/notesSlide8.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522.xml"/><Relationship Id="rId1" Type="http://schemas.openxmlformats.org/officeDocument/2006/relationships/tags" Target="../tags/tag521.xml"/><Relationship Id="rId4" Type="http://schemas.openxmlformats.org/officeDocument/2006/relationships/slide" Target="../slides/slide40.xml"/></Relationships>
</file>

<file path=ppt/notesSlides/_rels/notesSlide9.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537.xml"/><Relationship Id="rId1" Type="http://schemas.openxmlformats.org/officeDocument/2006/relationships/tags" Target="../tags/tag536.xml"/><Relationship Id="rId4" Type="http://schemas.openxmlformats.org/officeDocument/2006/relationships/slide" Target="../slides/slide41.xml"/></Relationships>
</file>

<file path=ppt/notesSlides/_rels/notesSlide10.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554.xml"/><Relationship Id="rId1" Type="http://schemas.openxmlformats.org/officeDocument/2006/relationships/tags" Target="../tags/tag553.xml"/><Relationship Id="rId4"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569.xml"/><Relationship Id="rId1" Type="http://schemas.openxmlformats.org/officeDocument/2006/relationships/tags" Target="../tags/tag568.xml"/><Relationship Id="rId4" Type="http://schemas.openxmlformats.org/officeDocument/2006/relationships/slide" Target="../slides/slide43.xml"/></Relationships>
</file>

<file path=ppt/notesSlides/_rels/notesSlide12.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592.xml"/><Relationship Id="rId1" Type="http://schemas.openxmlformats.org/officeDocument/2006/relationships/tags" Target="../tags/tag591.xml"/><Relationship Id="rId4" Type="http://schemas.openxmlformats.org/officeDocument/2006/relationships/slide" Target="../slides/slide44.xml"/></Relationships>
</file>

<file path=ppt/notesSlides/_rels/notesSlide13.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602.xml"/><Relationship Id="rId1" Type="http://schemas.openxmlformats.org/officeDocument/2006/relationships/tags" Target="../tags/tag601.xml"/><Relationship Id="rId4"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slideMaster" Target="../slideMasters/slideMaster1.xml"/><Relationship Id="rId18" Type="http://schemas.openxmlformats.org/officeDocument/2006/relationships/image" Target="../media/image6.png"/><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tags" Target="../tags/tag16.xml"/><Relationship Id="rId17" Type="http://schemas.openxmlformats.org/officeDocument/2006/relationships/image" Target="../media/image5.png"/><Relationship Id="rId2" Type="http://schemas.openxmlformats.org/officeDocument/2006/relationships/tags" Target="../tags/tag6.xml"/><Relationship Id="rId16" Type="http://schemas.openxmlformats.org/officeDocument/2006/relationships/image" Target="../media/image4.png"/><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5" Type="http://schemas.openxmlformats.org/officeDocument/2006/relationships/tags" Target="../tags/tag9.xml"/><Relationship Id="rId15" Type="http://schemas.openxmlformats.org/officeDocument/2006/relationships/image" Target="../media/image3.png"/><Relationship Id="rId10" Type="http://schemas.openxmlformats.org/officeDocument/2006/relationships/tags" Target="../tags/tag14.xml"/><Relationship Id="rId19" Type="http://schemas.openxmlformats.org/officeDocument/2006/relationships/image" Target="../media/image7.png"/><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slideMaster" Target="../slideMasters/slideMaster1.xml"/><Relationship Id="rId4" Type="http://schemas.openxmlformats.org/officeDocument/2006/relationships/tags" Target="../tags/tag20.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28.xml"/><Relationship Id="rId3" Type="http://schemas.openxmlformats.org/officeDocument/2006/relationships/tags" Target="../tags/tag23.xml"/><Relationship Id="rId7" Type="http://schemas.openxmlformats.org/officeDocument/2006/relationships/tags" Target="../tags/tag27.xml"/><Relationship Id="rId12"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tags" Target="../tags/tag31.xml"/><Relationship Id="rId5" Type="http://schemas.openxmlformats.org/officeDocument/2006/relationships/tags" Target="../tags/tag25.xml"/><Relationship Id="rId10" Type="http://schemas.openxmlformats.org/officeDocument/2006/relationships/tags" Target="../tags/tag30.xml"/><Relationship Id="rId4" Type="http://schemas.openxmlformats.org/officeDocument/2006/relationships/tags" Target="../tags/tag24.xml"/><Relationship Id="rId9" Type="http://schemas.openxmlformats.org/officeDocument/2006/relationships/tags" Target="../tags/tag29.xml"/></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tags" Target="../tags/tag56.xml"/><Relationship Id="rId18" Type="http://schemas.openxmlformats.org/officeDocument/2006/relationships/image" Target="../media/image8.jpeg"/><Relationship Id="rId3" Type="http://schemas.openxmlformats.org/officeDocument/2006/relationships/tags" Target="../tags/tag46.xml"/><Relationship Id="rId21" Type="http://schemas.openxmlformats.org/officeDocument/2006/relationships/image" Target="../media/image5.png"/><Relationship Id="rId7" Type="http://schemas.openxmlformats.org/officeDocument/2006/relationships/tags" Target="../tags/tag50.xml"/><Relationship Id="rId12" Type="http://schemas.openxmlformats.org/officeDocument/2006/relationships/tags" Target="../tags/tag55.xml"/><Relationship Id="rId17" Type="http://schemas.openxmlformats.org/officeDocument/2006/relationships/image" Target="../media/image3.png"/><Relationship Id="rId2" Type="http://schemas.openxmlformats.org/officeDocument/2006/relationships/tags" Target="../tags/tag45.xml"/><Relationship Id="rId16" Type="http://schemas.openxmlformats.org/officeDocument/2006/relationships/image" Target="../media/image2.png"/><Relationship Id="rId20" Type="http://schemas.openxmlformats.org/officeDocument/2006/relationships/image" Target="../media/image4.png"/><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5" Type="http://schemas.openxmlformats.org/officeDocument/2006/relationships/tags" Target="../tags/tag48.xml"/><Relationship Id="rId15" Type="http://schemas.openxmlformats.org/officeDocument/2006/relationships/slideMaster" Target="../slideMasters/slideMaster2.xml"/><Relationship Id="rId10" Type="http://schemas.openxmlformats.org/officeDocument/2006/relationships/tags" Target="../tags/tag53.xml"/><Relationship Id="rId19" Type="http://schemas.openxmlformats.org/officeDocument/2006/relationships/image" Target="../media/image7.png"/><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tags" Target="../tags/tag57.xml"/><Relationship Id="rId2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slideMaster" Target="../slideMasters/slideMaster2.xml"/><Relationship Id="rId5" Type="http://schemas.openxmlformats.org/officeDocument/2006/relationships/tags" Target="../tags/tag65.xml"/><Relationship Id="rId4" Type="http://schemas.openxmlformats.org/officeDocument/2006/relationships/tags" Target="../tags/tag64.xm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tags" Target="../tags/tag6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封面">
    <p:spTree>
      <p:nvGrpSpPr>
        <p:cNvPr id="1" name=""/>
        <p:cNvGrpSpPr/>
        <p:nvPr/>
      </p:nvGrpSpPr>
      <p:grpSpPr>
        <a:xfrm>
          <a:off x="0" y="0"/>
          <a:ext cx="0" cy="0"/>
          <a:chOff x="0" y="0"/>
          <a:chExt cx="0" cy="0"/>
        </a:xfrm>
      </p:grpSpPr>
      <p:pic>
        <p:nvPicPr>
          <p:cNvPr id="4" name="图片 3"/>
          <p:cNvPicPr>
            <a:picLocks noChangeAspect="1"/>
          </p:cNvPicPr>
          <p:nvPr userDrawn="1">
            <p:custDataLst>
              <p:tags r:id="rId1"/>
            </p:custDataLst>
          </p:nvPr>
        </p:nvPicPr>
        <p:blipFill>
          <a:blip r:embed="rId14"/>
          <a:stretch>
            <a:fillRect/>
          </a:stretch>
        </p:blipFill>
        <p:spPr>
          <a:xfrm>
            <a:off x="8255" y="0"/>
            <a:ext cx="12184380" cy="6849745"/>
          </a:xfrm>
          <a:prstGeom prst="rect">
            <a:avLst/>
          </a:prstGeom>
        </p:spPr>
      </p:pic>
      <p:sp>
        <p:nvSpPr>
          <p:cNvPr id="5" name="矩形 4"/>
          <p:cNvSpPr/>
          <p:nvPr userDrawn="1">
            <p:custDataLst>
              <p:tags r:id="rId2"/>
            </p:custDataLst>
          </p:nvPr>
        </p:nvSpPr>
        <p:spPr>
          <a:xfrm>
            <a:off x="2540" y="-1270"/>
            <a:ext cx="12183110" cy="6849745"/>
          </a:xfrm>
          <a:prstGeom prst="rect">
            <a:avLst/>
          </a:prstGeom>
          <a:gradFill>
            <a:gsLst>
              <a:gs pos="100000">
                <a:schemeClr val="bg1">
                  <a:alpha val="85000"/>
                </a:schemeClr>
              </a:gs>
              <a:gs pos="0">
                <a:schemeClr val="bg1">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1"/>
          <p:cNvSpPr/>
          <p:nvPr userDrawn="1">
            <p:custDataLst>
              <p:tags r:id="rId3"/>
            </p:custDataLst>
          </p:nvPr>
        </p:nvSpPr>
        <p:spPr>
          <a:xfrm>
            <a:off x="4815840" y="2413000"/>
            <a:ext cx="7350760" cy="2831465"/>
          </a:xfrm>
          <a:custGeom>
            <a:avLst/>
            <a:gdLst/>
            <a:ahLst/>
            <a:cxnLst>
              <a:cxn ang="3">
                <a:pos x="hc" y="t"/>
              </a:cxn>
              <a:cxn ang="cd2">
                <a:pos x="l" y="vc"/>
              </a:cxn>
              <a:cxn ang="cd4">
                <a:pos x="hc" y="b"/>
              </a:cxn>
              <a:cxn ang="0">
                <a:pos x="r" y="vc"/>
              </a:cxn>
            </a:cxnLst>
            <a:rect l="l" t="t" r="r" b="b"/>
            <a:pathLst>
              <a:path w="11617" h="4459">
                <a:moveTo>
                  <a:pt x="0" y="0"/>
                </a:moveTo>
                <a:lnTo>
                  <a:pt x="860" y="0"/>
                </a:lnTo>
                <a:lnTo>
                  <a:pt x="10757" y="0"/>
                </a:lnTo>
                <a:lnTo>
                  <a:pt x="11617" y="0"/>
                </a:lnTo>
                <a:lnTo>
                  <a:pt x="11617" y="4459"/>
                </a:lnTo>
                <a:lnTo>
                  <a:pt x="10757" y="4459"/>
                </a:lnTo>
                <a:lnTo>
                  <a:pt x="860" y="4459"/>
                </a:lnTo>
                <a:lnTo>
                  <a:pt x="0" y="4459"/>
                </a:lnTo>
                <a:lnTo>
                  <a:pt x="19" y="4439"/>
                </a:lnTo>
                <a:cubicBezTo>
                  <a:pt x="567" y="3864"/>
                  <a:pt x="904" y="3086"/>
                  <a:pt x="904" y="2230"/>
                </a:cubicBezTo>
                <a:cubicBezTo>
                  <a:pt x="904" y="1373"/>
                  <a:pt x="567" y="595"/>
                  <a:pt x="19" y="20"/>
                </a:cubicBezTo>
                <a:lnTo>
                  <a:pt x="0" y="0"/>
                </a:lnTo>
                <a:close/>
              </a:path>
            </a:pathLst>
          </a:custGeom>
          <a:blipFill rotWithShape="1">
            <a:blip r:embed="rId15"/>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任意多边形 13"/>
          <p:cNvSpPr/>
          <p:nvPr userDrawn="1">
            <p:custDataLst>
              <p:tags r:id="rId4"/>
            </p:custDataLst>
          </p:nvPr>
        </p:nvSpPr>
        <p:spPr>
          <a:xfrm>
            <a:off x="8890" y="2413000"/>
            <a:ext cx="1488317" cy="2831465"/>
          </a:xfrm>
          <a:custGeom>
            <a:avLst/>
            <a:gdLst/>
            <a:ahLst/>
            <a:cxnLst>
              <a:cxn ang="3">
                <a:pos x="hc" y="t"/>
              </a:cxn>
              <a:cxn ang="cd2">
                <a:pos x="l" y="vc"/>
              </a:cxn>
              <a:cxn ang="cd4">
                <a:pos x="hc" y="b"/>
              </a:cxn>
              <a:cxn ang="0">
                <a:pos x="r" y="vc"/>
              </a:cxn>
            </a:cxnLst>
            <a:rect l="l" t="t" r="r" b="b"/>
            <a:pathLst>
              <a:path w="2344" h="4459">
                <a:moveTo>
                  <a:pt x="0" y="0"/>
                </a:moveTo>
                <a:lnTo>
                  <a:pt x="2344" y="0"/>
                </a:lnTo>
                <a:lnTo>
                  <a:pt x="2324" y="20"/>
                </a:lnTo>
                <a:cubicBezTo>
                  <a:pt x="1776" y="595"/>
                  <a:pt x="1440" y="1373"/>
                  <a:pt x="1440" y="2230"/>
                </a:cubicBezTo>
                <a:cubicBezTo>
                  <a:pt x="1440" y="3086"/>
                  <a:pt x="1776" y="3864"/>
                  <a:pt x="2324" y="4439"/>
                </a:cubicBezTo>
                <a:lnTo>
                  <a:pt x="2344" y="4459"/>
                </a:lnTo>
                <a:lnTo>
                  <a:pt x="0" y="4459"/>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5"/>
          <p:cNvSpPr/>
          <p:nvPr userDrawn="1">
            <p:custDataLst>
              <p:tags r:id="rId5"/>
            </p:custDataLst>
          </p:nvPr>
        </p:nvSpPr>
        <p:spPr>
          <a:xfrm>
            <a:off x="1000760" y="1795145"/>
            <a:ext cx="4269740" cy="4067175"/>
          </a:xfrm>
          <a:custGeom>
            <a:avLst/>
            <a:gdLst/>
            <a:ahLst/>
            <a:cxnLst>
              <a:cxn ang="3">
                <a:pos x="hc" y="t"/>
              </a:cxn>
              <a:cxn ang="cd2">
                <a:pos x="l" y="vc"/>
              </a:cxn>
              <a:cxn ang="cd4">
                <a:pos x="hc" y="b"/>
              </a:cxn>
              <a:cxn ang="0">
                <a:pos x="r" y="vc"/>
              </a:cxn>
            </a:cxnLst>
            <a:rect l="l" t="t" r="r" b="b"/>
            <a:pathLst>
              <a:path w="6404" h="6404">
                <a:moveTo>
                  <a:pt x="3203" y="130"/>
                </a:moveTo>
                <a:cubicBezTo>
                  <a:pt x="2354" y="130"/>
                  <a:pt x="1586" y="473"/>
                  <a:pt x="1030" y="1030"/>
                </a:cubicBezTo>
                <a:lnTo>
                  <a:pt x="997" y="1063"/>
                </a:lnTo>
                <a:lnTo>
                  <a:pt x="978" y="1082"/>
                </a:lnTo>
                <a:cubicBezTo>
                  <a:pt x="452" y="1634"/>
                  <a:pt x="130" y="2381"/>
                  <a:pt x="130" y="3203"/>
                </a:cubicBezTo>
                <a:cubicBezTo>
                  <a:pt x="130" y="4024"/>
                  <a:pt x="452" y="4771"/>
                  <a:pt x="978" y="5323"/>
                </a:cubicBezTo>
                <a:lnTo>
                  <a:pt x="997" y="5342"/>
                </a:lnTo>
                <a:lnTo>
                  <a:pt x="1030" y="5375"/>
                </a:lnTo>
                <a:cubicBezTo>
                  <a:pt x="1586" y="5932"/>
                  <a:pt x="2354" y="6276"/>
                  <a:pt x="3203" y="6276"/>
                </a:cubicBezTo>
                <a:cubicBezTo>
                  <a:pt x="4051" y="6276"/>
                  <a:pt x="4819" y="5932"/>
                  <a:pt x="5375" y="5375"/>
                </a:cubicBezTo>
                <a:lnTo>
                  <a:pt x="5408" y="5342"/>
                </a:lnTo>
                <a:lnTo>
                  <a:pt x="5427" y="5323"/>
                </a:lnTo>
                <a:cubicBezTo>
                  <a:pt x="5953" y="4771"/>
                  <a:pt x="6276" y="4024"/>
                  <a:pt x="6276" y="3203"/>
                </a:cubicBezTo>
                <a:cubicBezTo>
                  <a:pt x="6276" y="2381"/>
                  <a:pt x="5953" y="1634"/>
                  <a:pt x="5427" y="1082"/>
                </a:cubicBezTo>
                <a:lnTo>
                  <a:pt x="5408" y="1063"/>
                </a:lnTo>
                <a:lnTo>
                  <a:pt x="5375" y="1030"/>
                </a:lnTo>
                <a:cubicBezTo>
                  <a:pt x="4819" y="473"/>
                  <a:pt x="4051" y="130"/>
                  <a:pt x="3203" y="130"/>
                </a:cubicBezTo>
                <a:close/>
                <a:moveTo>
                  <a:pt x="3203" y="0"/>
                </a:moveTo>
                <a:cubicBezTo>
                  <a:pt x="4087" y="0"/>
                  <a:pt x="4887" y="358"/>
                  <a:pt x="5467" y="938"/>
                </a:cubicBezTo>
                <a:lnTo>
                  <a:pt x="5501" y="973"/>
                </a:lnTo>
                <a:lnTo>
                  <a:pt x="5521" y="993"/>
                </a:lnTo>
                <a:cubicBezTo>
                  <a:pt x="6069" y="1568"/>
                  <a:pt x="6405" y="2346"/>
                  <a:pt x="6405" y="3203"/>
                </a:cubicBezTo>
                <a:cubicBezTo>
                  <a:pt x="6405" y="4059"/>
                  <a:pt x="6069" y="4837"/>
                  <a:pt x="5521" y="5412"/>
                </a:cubicBezTo>
                <a:lnTo>
                  <a:pt x="5501" y="5432"/>
                </a:lnTo>
                <a:lnTo>
                  <a:pt x="5467" y="5467"/>
                </a:lnTo>
                <a:cubicBezTo>
                  <a:pt x="4887" y="6047"/>
                  <a:pt x="4087" y="6405"/>
                  <a:pt x="3203" y="6405"/>
                </a:cubicBezTo>
                <a:cubicBezTo>
                  <a:pt x="2318" y="6405"/>
                  <a:pt x="1518" y="6047"/>
                  <a:pt x="938" y="5467"/>
                </a:cubicBezTo>
                <a:lnTo>
                  <a:pt x="904" y="5432"/>
                </a:lnTo>
                <a:lnTo>
                  <a:pt x="884" y="5412"/>
                </a:lnTo>
                <a:cubicBezTo>
                  <a:pt x="336" y="4837"/>
                  <a:pt x="0" y="4059"/>
                  <a:pt x="0" y="3203"/>
                </a:cubicBezTo>
                <a:cubicBezTo>
                  <a:pt x="0" y="2346"/>
                  <a:pt x="336" y="1568"/>
                  <a:pt x="884" y="993"/>
                </a:cubicBezTo>
                <a:lnTo>
                  <a:pt x="904" y="973"/>
                </a:lnTo>
                <a:lnTo>
                  <a:pt x="938" y="938"/>
                </a:lnTo>
                <a:cubicBezTo>
                  <a:pt x="1518" y="358"/>
                  <a:pt x="2318" y="0"/>
                  <a:pt x="3203" y="0"/>
                </a:cubicBezTo>
                <a:close/>
              </a:path>
            </a:pathLst>
          </a:custGeom>
          <a:solidFill>
            <a:srgbClr val="25609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椭圆 20"/>
          <p:cNvSpPr/>
          <p:nvPr userDrawn="1">
            <p:custDataLst>
              <p:tags r:id="rId6"/>
            </p:custDataLst>
          </p:nvPr>
        </p:nvSpPr>
        <p:spPr>
          <a:xfrm>
            <a:off x="1339850" y="4681220"/>
            <a:ext cx="1805305" cy="1805305"/>
          </a:xfrm>
          <a:prstGeom prst="ellipse">
            <a:avLst/>
          </a:prstGeom>
          <a:blipFill rotWithShape="1">
            <a:blip r:embed="rId16"/>
            <a:stretch>
              <a:fillRect/>
            </a:stretch>
          </a:blip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userDrawn="1">
            <p:custDataLst>
              <p:tags r:id="rId7"/>
            </p:custDataLst>
          </p:nvPr>
        </p:nvSpPr>
        <p:spPr>
          <a:xfrm>
            <a:off x="5241925" y="2305050"/>
            <a:ext cx="6943725" cy="76200"/>
          </a:xfrm>
          <a:prstGeom prst="rect">
            <a:avLst/>
          </a:prstGeom>
          <a:solidFill>
            <a:srgbClr val="256097"/>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custDataLst>
              <p:tags r:id="rId8"/>
            </p:custDataLst>
          </p:nvPr>
        </p:nvSpPr>
        <p:spPr>
          <a:xfrm>
            <a:off x="4672330" y="2036445"/>
            <a:ext cx="1288415" cy="1288415"/>
          </a:xfrm>
          <a:prstGeom prst="ellipse">
            <a:avLst/>
          </a:prstGeom>
          <a:blipFill rotWithShape="1">
            <a:blip r:embed="rId17"/>
            <a:stretch>
              <a:fillRect/>
            </a:stretch>
          </a:blip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custDataLst>
              <p:tags r:id="rId9"/>
            </p:custDataLst>
          </p:nvPr>
        </p:nvSpPr>
        <p:spPr>
          <a:xfrm>
            <a:off x="819150" y="1495425"/>
            <a:ext cx="1004570" cy="1004570"/>
          </a:xfrm>
          <a:prstGeom prst="ellipse">
            <a:avLst/>
          </a:prstGeom>
          <a:blipFill rotWithShape="1">
            <a:blip r:embed="rId18"/>
            <a:stretch>
              <a:fillRect/>
            </a:stretch>
          </a:blip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23"/>
          <p:cNvSpPr/>
          <p:nvPr userDrawn="1">
            <p:custDataLst>
              <p:tags r:id="rId10"/>
            </p:custDataLst>
          </p:nvPr>
        </p:nvSpPr>
        <p:spPr>
          <a:xfrm>
            <a:off x="11445875" y="6334125"/>
            <a:ext cx="720725" cy="504825"/>
          </a:xfrm>
          <a:custGeom>
            <a:avLst/>
            <a:gdLst/>
            <a:ahLst/>
            <a:cxnLst>
              <a:cxn ang="3">
                <a:pos x="hc" y="t"/>
              </a:cxn>
              <a:cxn ang="cd2">
                <a:pos x="l" y="vc"/>
              </a:cxn>
              <a:cxn ang="cd4">
                <a:pos x="hc" y="b"/>
              </a:cxn>
              <a:cxn ang="0">
                <a:pos x="r" y="vc"/>
              </a:cxn>
            </a:cxnLst>
            <a:rect l="l" t="t" r="r" b="b"/>
            <a:pathLst>
              <a:path w="1135" h="795">
                <a:moveTo>
                  <a:pt x="710" y="0"/>
                </a:moveTo>
                <a:cubicBezTo>
                  <a:pt x="869" y="0"/>
                  <a:pt x="1016" y="52"/>
                  <a:pt x="1134" y="141"/>
                </a:cubicBezTo>
                <a:lnTo>
                  <a:pt x="1135" y="142"/>
                </a:lnTo>
                <a:lnTo>
                  <a:pt x="1135" y="774"/>
                </a:lnTo>
                <a:lnTo>
                  <a:pt x="8" y="774"/>
                </a:lnTo>
                <a:lnTo>
                  <a:pt x="8" y="795"/>
                </a:lnTo>
                <a:lnTo>
                  <a:pt x="5" y="795"/>
                </a:lnTo>
                <a:lnTo>
                  <a:pt x="3" y="778"/>
                </a:lnTo>
                <a:cubicBezTo>
                  <a:pt x="1" y="755"/>
                  <a:pt x="0" y="732"/>
                  <a:pt x="0" y="710"/>
                </a:cubicBezTo>
                <a:cubicBezTo>
                  <a:pt x="0" y="318"/>
                  <a:pt x="318" y="0"/>
                  <a:pt x="710" y="0"/>
                </a:cubicBezTo>
                <a:close/>
              </a:path>
            </a:pathLst>
          </a:custGeom>
          <a:solidFill>
            <a:schemeClr val="accent3">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椭圆 8"/>
          <p:cNvSpPr/>
          <p:nvPr userDrawn="1">
            <p:custDataLst>
              <p:tags r:id="rId11"/>
            </p:custDataLst>
          </p:nvPr>
        </p:nvSpPr>
        <p:spPr>
          <a:xfrm>
            <a:off x="4443730" y="5035550"/>
            <a:ext cx="738505" cy="738505"/>
          </a:xfrm>
          <a:prstGeom prst="ellipse">
            <a:avLst/>
          </a:prstGeom>
          <a:solidFill>
            <a:srgbClr val="7030A0">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descr="微信图片_20241227153612"/>
          <p:cNvPicPr>
            <a:picLocks noChangeAspect="1"/>
          </p:cNvPicPr>
          <p:nvPr userDrawn="1">
            <p:custDataLst>
              <p:tags r:id="rId12"/>
            </p:custDataLst>
          </p:nvPr>
        </p:nvPicPr>
        <p:blipFill>
          <a:blip r:embed="rId19"/>
          <a:stretch>
            <a:fillRect/>
          </a:stretch>
        </p:blipFill>
        <p:spPr>
          <a:xfrm>
            <a:off x="9481820" y="360045"/>
            <a:ext cx="2343785" cy="368935"/>
          </a:xfrm>
          <a:prstGeom prst="rect">
            <a:avLst/>
          </a:prstGeom>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12000" y="6314400"/>
            <a:ext cx="2700000" cy="316800"/>
          </a:xfrm>
          <a:prstGeom prst="rect">
            <a:avLst/>
          </a:prstGeom>
        </p:spPr>
        <p:txBody>
          <a:bodyPr/>
          <a:lstStyle/>
          <a:p>
            <a:fld id="{760FBDFE-C587-4B4C-A407-44438C67B59E}" type="datetimeFigureOut">
              <a:rPr lang="zh-CN" altLang="en-US" smtClean="0"/>
              <a:t>2026/10/29</a:t>
            </a:fld>
            <a:endParaRPr lang="zh-CN" altLang="en-US"/>
          </a:p>
        </p:txBody>
      </p:sp>
      <p:sp>
        <p:nvSpPr>
          <p:cNvPr id="3" name="页脚占位符 2"/>
          <p:cNvSpPr>
            <a:spLocks noGrp="1"/>
          </p:cNvSpPr>
          <p:nvPr>
            <p:ph type="ftr" sz="quarter" idx="11"/>
            <p:custDataLst>
              <p:tags r:id="rId2"/>
            </p:custDataLst>
          </p:nvPr>
        </p:nvSpPr>
        <p:spPr>
          <a:xfrm>
            <a:off x="4116000" y="6314400"/>
            <a:ext cx="3960000" cy="316800"/>
          </a:xfrm>
          <a:prstGeom prst="rect">
            <a:avLst/>
          </a:prstGeom>
        </p:spPr>
        <p:txBody>
          <a:bodyPr/>
          <a:lstStyle/>
          <a:p>
            <a:endParaRPr lang="zh-CN" altLang="en-US"/>
          </a:p>
        </p:txBody>
      </p:sp>
      <p:sp>
        <p:nvSpPr>
          <p:cNvPr id="4" name="灯片编号占位符 3"/>
          <p:cNvSpPr>
            <a:spLocks noGrp="1"/>
          </p:cNvSpPr>
          <p:nvPr>
            <p:ph type="sldNum" sz="quarter" idx="12"/>
            <p:custDataLst>
              <p:tags r:id="rId3"/>
            </p:custDataLst>
          </p:nvPr>
        </p:nvSpPr>
        <p:spPr>
          <a:xfrm>
            <a:off x="8877600" y="6314400"/>
            <a:ext cx="2700000" cy="316800"/>
          </a:xfrm>
          <a:prstGeom prst="rect">
            <a:avLst/>
          </a:prstGeom>
        </p:spPr>
        <p:txBody>
          <a:bodyPr/>
          <a:lstStyle/>
          <a:p>
            <a:fld id="{49AE70B2-8BF9-45C0-BB95-33D1B9D3A854}" type="slidenum">
              <a:rPr lang="zh-CN" altLang="en-US" smtClean="0"/>
              <a:t>‹#›</a:t>
            </a:fld>
            <a:endParaRPr lang="zh-CN" altLang="en-US"/>
          </a:p>
        </p:txBody>
      </p:sp>
      <p:sp>
        <p:nvSpPr>
          <p:cNvPr id="7" name="矩形 6"/>
          <p:cNvSpPr/>
          <p:nvPr userDrawn="1">
            <p:custDataLst>
              <p:tags r:id="rId4"/>
            </p:custDataLst>
          </p:nvPr>
        </p:nvSpPr>
        <p:spPr>
          <a:xfrm>
            <a:off x="635" y="0"/>
            <a:ext cx="12191365" cy="873760"/>
          </a:xfrm>
          <a:prstGeom prst="rect">
            <a:avLst/>
          </a:prstGeom>
          <a:solidFill>
            <a:schemeClr val="tx2">
              <a:lumMod val="10000"/>
              <a:lumOff val="90000"/>
            </a:schemeClr>
          </a:solidFill>
          <a:ln>
            <a:no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635" y="0"/>
            <a:ext cx="12191365" cy="873760"/>
          </a:xfrm>
          <a:prstGeom prst="rect">
            <a:avLst/>
          </a:prstGeom>
          <a:solidFill>
            <a:schemeClr val="tx2">
              <a:lumMod val="10000"/>
              <a:lumOff val="90000"/>
            </a:schemeClr>
          </a:solidFill>
          <a:ln>
            <a:no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6" name="组合 5"/>
          <p:cNvGrpSpPr/>
          <p:nvPr userDrawn="1">
            <p:custDataLst>
              <p:tags r:id="rId2"/>
            </p:custDataLst>
          </p:nvPr>
        </p:nvGrpSpPr>
        <p:grpSpPr>
          <a:xfrm>
            <a:off x="167640" y="-135255"/>
            <a:ext cx="830580" cy="961390"/>
            <a:chOff x="158" y="-264"/>
            <a:chExt cx="1308" cy="1514"/>
          </a:xfrm>
        </p:grpSpPr>
        <p:sp>
          <p:nvSpPr>
            <p:cNvPr id="4" name="图形 23"/>
            <p:cNvSpPr/>
            <p:nvPr userDrawn="1">
              <p:custDataLst>
                <p:tags r:id="rId10"/>
              </p:custDataLst>
            </p:nvPr>
          </p:nvSpPr>
          <p:spPr>
            <a:xfrm>
              <a:off x="158" y="-264"/>
              <a:ext cx="1308" cy="1397"/>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5" name="图形 13"/>
            <p:cNvSpPr/>
            <p:nvPr userDrawn="1">
              <p:custDataLst>
                <p:tags r:id="rId11"/>
              </p:custDataLst>
            </p:nvPr>
          </p:nvSpPr>
          <p:spPr>
            <a:xfrm>
              <a:off x="272" y="208"/>
              <a:ext cx="1043" cy="1043"/>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grpSp>
      <p:grpSp>
        <p:nvGrpSpPr>
          <p:cNvPr id="73" name="组合 72"/>
          <p:cNvGrpSpPr/>
          <p:nvPr userDrawn="1">
            <p:custDataLst>
              <p:tags r:id="rId3"/>
            </p:custDataLst>
          </p:nvPr>
        </p:nvGrpSpPr>
        <p:grpSpPr>
          <a:xfrm>
            <a:off x="692150" y="401955"/>
            <a:ext cx="11433810" cy="424815"/>
            <a:chOff x="1135" y="558"/>
            <a:chExt cx="18006" cy="669"/>
          </a:xfrm>
        </p:grpSpPr>
        <p:sp>
          <p:nvSpPr>
            <p:cNvPr id="74" name="矩形 73"/>
            <p:cNvSpPr/>
            <p:nvPr>
              <p:custDataLst>
                <p:tags r:id="rId4"/>
              </p:custDataLst>
            </p:nvPr>
          </p:nvSpPr>
          <p:spPr>
            <a:xfrm flipV="1">
              <a:off x="1135" y="1107"/>
              <a:ext cx="18006" cy="120"/>
            </a:xfrm>
            <a:prstGeom prst="rect">
              <a:avLst/>
            </a:prstGeom>
            <a:gradFill>
              <a:gsLst>
                <a:gs pos="0">
                  <a:schemeClr val="bg1"/>
                </a:gs>
                <a:gs pos="42000">
                  <a:srgbClr val="6ACCF2"/>
                </a:gs>
                <a:gs pos="100000">
                  <a:srgbClr val="2497EA"/>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4"/>
            <p:cNvGrpSpPr/>
            <p:nvPr>
              <p:custDataLst>
                <p:tags r:id="rId5"/>
              </p:custDataLst>
            </p:nvPr>
          </p:nvGrpSpPr>
          <p:grpSpPr>
            <a:xfrm>
              <a:off x="16598" y="558"/>
              <a:ext cx="2159" cy="473"/>
              <a:chOff x="15773" y="2292"/>
              <a:chExt cx="2613" cy="572"/>
            </a:xfrm>
          </p:grpSpPr>
          <p:sp>
            <p:nvSpPr>
              <p:cNvPr id="76" name="椭圆 75"/>
              <p:cNvSpPr/>
              <p:nvPr>
                <p:custDataLst>
                  <p:tags r:id="rId6"/>
                </p:custDataLst>
              </p:nvPr>
            </p:nvSpPr>
            <p:spPr>
              <a:xfrm>
                <a:off x="15773" y="2292"/>
                <a:ext cx="571" cy="573"/>
              </a:xfrm>
              <a:prstGeom prst="ellipse">
                <a:avLst/>
              </a:prstGeom>
              <a:solidFill>
                <a:schemeClr val="tx2">
                  <a:lumMod val="90000"/>
                  <a:lumOff val="1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custDataLst>
                  <p:tags r:id="rId7"/>
                </p:custDataLst>
              </p:nvPr>
            </p:nvSpPr>
            <p:spPr>
              <a:xfrm>
                <a:off x="16454" y="2292"/>
                <a:ext cx="571" cy="573"/>
              </a:xfrm>
              <a:prstGeom prst="ellipse">
                <a:avLst/>
              </a:prstGeom>
              <a:solidFill>
                <a:schemeClr val="tx2">
                  <a:lumMod val="75000"/>
                  <a:lumOff val="2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8"/>
                </p:custDataLst>
              </p:nvPr>
            </p:nvSpPr>
            <p:spPr>
              <a:xfrm>
                <a:off x="17135" y="2292"/>
                <a:ext cx="571" cy="573"/>
              </a:xfrm>
              <a:prstGeom prst="ellipse">
                <a:avLst/>
              </a:prstGeom>
              <a:solidFill>
                <a:schemeClr val="tx2">
                  <a:lumMod val="50000"/>
                  <a:lumOff val="5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9"/>
                </p:custDataLst>
              </p:nvPr>
            </p:nvSpPr>
            <p:spPr>
              <a:xfrm>
                <a:off x="17816" y="2292"/>
                <a:ext cx="571" cy="573"/>
              </a:xfrm>
              <a:prstGeom prst="ellipse">
                <a:avLst/>
              </a:prstGeom>
              <a:solidFill>
                <a:schemeClr val="tx2">
                  <a:lumMod val="25000"/>
                  <a:lumOff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7" name="Rectangle 41799_#color-2111&amp;1299"/>
          <p:cNvSpPr/>
          <p:nvPr userDrawn="1">
            <p:custDataLst>
              <p:tags r:id="rId1"/>
            </p:custDataLst>
          </p:nvPr>
        </p:nvSpPr>
        <p:spPr>
          <a:xfrm>
            <a:off x="6284976" y="4041648"/>
            <a:ext cx="5907024" cy="2816352"/>
          </a:xfrm>
          <a:custGeom>
            <a:avLst/>
            <a:gdLst/>
            <a:ahLst/>
            <a:cxnLst/>
            <a:rect l="l" t="t" r="r" b="b"/>
            <a:pathLst>
              <a:path w="5907024" h="2816352">
                <a:moveTo>
                  <a:pt x="5907024" y="2670048"/>
                </a:moveTo>
                <a:lnTo>
                  <a:pt x="5907024" y="2816352"/>
                </a:lnTo>
                <a:lnTo>
                  <a:pt x="0" y="2816352"/>
                </a:lnTo>
                <a:lnTo>
                  <a:pt x="2660904" y="146304"/>
                </a:lnTo>
                <a:cubicBezTo>
                  <a:pt x="2862072" y="-45720"/>
                  <a:pt x="3182112" y="-45720"/>
                  <a:pt x="3383280" y="146304"/>
                </a:cubicBezTo>
                <a:lnTo>
                  <a:pt x="5907024" y="2670048"/>
                </a:lnTo>
              </a:path>
            </a:pathLst>
          </a:custGeom>
          <a:solidFill>
            <a:schemeClr val="accent3">
              <a:lumMod val="60000"/>
              <a:lumOff val="40000"/>
            </a:schemeClr>
          </a:solidFill>
        </p:spPr>
        <p:txBody>
          <a:bodyPr/>
          <a:lstStyle/>
          <a:p>
            <a:endParaRPr/>
          </a:p>
        </p:txBody>
      </p:sp>
      <p:sp>
        <p:nvSpPr>
          <p:cNvPr id="9" name="Rectangle 29_#color_$accent1_$accent2_#shadow_$dk2-2111&amp;1302"/>
          <p:cNvSpPr/>
          <p:nvPr userDrawn="1">
            <p:custDataLst>
              <p:tags r:id="rId2"/>
            </p:custDataLst>
          </p:nvPr>
        </p:nvSpPr>
        <p:spPr>
          <a:xfrm>
            <a:off x="8311896" y="0"/>
            <a:ext cx="3877056" cy="5824728"/>
          </a:xfrm>
          <a:custGeom>
            <a:avLst/>
            <a:gdLst/>
            <a:ahLst/>
            <a:cxnLst/>
            <a:rect l="l" t="t" r="r" b="b"/>
            <a:pathLst>
              <a:path w="3877055" h="5824728">
                <a:moveTo>
                  <a:pt x="146304" y="1380744"/>
                </a:moveTo>
                <a:cubicBezTo>
                  <a:pt x="-45720" y="1581912"/>
                  <a:pt x="-45720" y="1901952"/>
                  <a:pt x="146304" y="2093976"/>
                </a:cubicBezTo>
                <a:lnTo>
                  <a:pt x="3877056" y="5824728"/>
                </a:lnTo>
                <a:lnTo>
                  <a:pt x="3877056" y="0"/>
                </a:lnTo>
                <a:lnTo>
                  <a:pt x="1527048" y="0"/>
                </a:lnTo>
                <a:lnTo>
                  <a:pt x="146304" y="1380744"/>
                </a:lnTo>
              </a:path>
            </a:pathLst>
          </a:custGeom>
          <a:solidFill>
            <a:srgbClr val="00A6AE"/>
          </a:solidFill>
          <a:ln w="25400">
            <a:noFill/>
          </a:ln>
          <a:effectLst>
            <a:outerShdw blurRad="254000" dist="101600" dir="5399998" algn="ctr" rotWithShape="0">
              <a:schemeClr val="tx2">
                <a:alpha val="8000"/>
              </a:schemeClr>
            </a:outerShdw>
          </a:effectLst>
          <a:extLst>
            <a:ext uri="{91240B29-F687-4F45-9708-019B960494DF}">
              <a14:hiddenLine xmlns:a14="http://schemas.microsoft.com/office/drawing/2010/main" w="25400">
                <a:solidFill>
                  <a:srgbClr val="000000"/>
                </a:solidFill>
              </a14:hiddenLine>
            </a:ext>
          </a:extLst>
        </p:spPr>
        <p:style>
          <a:lnRef idx="2">
            <a:schemeClr val="accent1">
              <a:lumMod val="75000"/>
            </a:schemeClr>
          </a:lnRef>
          <a:fillRef idx="1">
            <a:schemeClr val="accent1"/>
          </a:fillRef>
          <a:effectRef idx="0">
            <a:srgbClr val="FFFFFF"/>
          </a:effectRef>
          <a:fontRef idx="minor">
            <a:schemeClr val="lt1"/>
          </a:fontRef>
        </p:style>
        <p:txBody>
          <a:bodyPr/>
          <a:lstStyle/>
          <a:p>
            <a:endParaRPr/>
          </a:p>
        </p:txBody>
      </p:sp>
      <p:sp>
        <p:nvSpPr>
          <p:cNvPr id="2" name="标题 1"/>
          <p:cNvSpPr>
            <a:spLocks noGrp="1"/>
          </p:cNvSpPr>
          <p:nvPr>
            <p:ph type="title"/>
            <p:custDataLst>
              <p:tags r:id="rId3"/>
            </p:custDataLst>
          </p:nvPr>
        </p:nvSpPr>
        <p:spPr>
          <a:xfrm>
            <a:off x="1131993" y="3198412"/>
            <a:ext cx="6496474" cy="1988866"/>
          </a:xfrm>
          <a:prstGeom prst="rect">
            <a:avLst/>
          </a:prstGeom>
        </p:spPr>
        <p:txBody>
          <a:bodyPr wrap="square" anchor="t">
            <a:normAutofit/>
          </a:bodyPr>
          <a:lstStyle>
            <a:lvl1pPr algn="l">
              <a:defRPr sz="5000">
                <a:latin typeface="MiSans Bold" panose="00000800000000000000" charset="-122"/>
                <a:ea typeface="MiSans Bold" panose="00000800000000000000" charset="-122"/>
                <a:sym typeface="MiSans Bold" panose="00000800000000000000" charset="-122"/>
              </a:defRPr>
            </a:lvl1pPr>
          </a:lstStyle>
          <a:p>
            <a:r>
              <a:rPr lang="zh-CN" altLang="en-US"/>
              <a:t>单击此处编辑母版标题样式</a:t>
            </a:r>
          </a:p>
        </p:txBody>
      </p:sp>
      <p:sp>
        <p:nvSpPr>
          <p:cNvPr id="8" name="节编号 3"/>
          <p:cNvSpPr>
            <a:spLocks noGrp="1"/>
          </p:cNvSpPr>
          <p:nvPr>
            <p:ph type="body" sz="quarter" idx="13" hasCustomPrompt="1"/>
            <p:custDataLst>
              <p:tags r:id="rId4"/>
            </p:custDataLst>
          </p:nvPr>
        </p:nvSpPr>
        <p:spPr>
          <a:xfrm>
            <a:off x="1131993" y="712258"/>
            <a:ext cx="6496474" cy="2242867"/>
          </a:xfrm>
          <a:prstGeom prst="rect">
            <a:avLst/>
          </a:prstGeom>
        </p:spPr>
        <p:txBody>
          <a:bodyPr wrap="square" anchor="b">
            <a:normAutofit/>
          </a:bodyPr>
          <a:lstStyle>
            <a:lvl1pPr marL="0" indent="0" algn="l">
              <a:buNone/>
              <a:defRPr sz="8900" b="1">
                <a:solidFill>
                  <a:schemeClr val="accent1"/>
                </a:solidFill>
                <a:latin typeface="MiSans Bold" panose="00000800000000000000" charset="-122"/>
                <a:ea typeface="MiSans Bold" panose="00000800000000000000" charset="-122"/>
                <a:sym typeface="MiSans Bold" panose="00000800000000000000" charset="-122"/>
              </a:defRPr>
            </a:lvl1pPr>
          </a:lstStyle>
          <a:p>
            <a:pPr lvl="0"/>
            <a:r>
              <a:rPr lang="zh-CN" altLang="en-US"/>
              <a:t>节编号</a:t>
            </a:r>
          </a:p>
        </p:txBody>
      </p:sp>
      <p:sp>
        <p:nvSpPr>
          <p:cNvPr id="4" name="日期占位符 4"/>
          <p:cNvSpPr>
            <a:spLocks noGrp="1"/>
          </p:cNvSpPr>
          <p:nvPr>
            <p:ph type="dt" sz="half" idx="10"/>
            <p:custDataLst>
              <p:tags r:id="rId5"/>
            </p:custDataLst>
          </p:nvPr>
        </p:nvSpPr>
        <p:spPr>
          <a:xfrm>
            <a:off x="612000" y="6314400"/>
            <a:ext cx="2700000" cy="316800"/>
          </a:xfrm>
          <a:prstGeom prst="rect">
            <a:avLst/>
          </a:prstGeom>
        </p:spPr>
        <p:txBody>
          <a:bodyPr wrap="square">
            <a:normAutofit/>
          </a:bodyPr>
          <a:lstStyle>
            <a:lvl1pPr>
              <a:defRPr>
                <a:latin typeface="MiSans Bold" panose="00000800000000000000" charset="-122"/>
                <a:ea typeface="MiSans Bold" panose="00000800000000000000" charset="-122"/>
                <a:sym typeface="MiSans Bold" panose="00000800000000000000" charset="-122"/>
              </a:defRPr>
            </a:lvl1pPr>
          </a:lstStyle>
          <a:p>
            <a:fld id="{5592522B-0F24-4480-B9DD-A9474A6880D6}" type="datetimeFigureOut">
              <a:rPr lang="zh-CN" altLang="en-US" smtClean="0"/>
              <a:t>2026/10/29</a:t>
            </a:fld>
            <a:endParaRPr lang="zh-CN" altLang="en-US"/>
          </a:p>
        </p:txBody>
      </p:sp>
      <p:sp>
        <p:nvSpPr>
          <p:cNvPr id="5" name="页脚占位符 5"/>
          <p:cNvSpPr>
            <a:spLocks noGrp="1"/>
          </p:cNvSpPr>
          <p:nvPr>
            <p:ph type="ftr" sz="quarter" idx="11"/>
            <p:custDataLst>
              <p:tags r:id="rId6"/>
            </p:custDataLst>
          </p:nvPr>
        </p:nvSpPr>
        <p:spPr>
          <a:xfrm>
            <a:off x="4116000" y="6314400"/>
            <a:ext cx="3960000" cy="316800"/>
          </a:xfrm>
          <a:prstGeom prst="rect">
            <a:avLst/>
          </a:prstGeom>
        </p:spPr>
        <p:txBody>
          <a:bodyPr/>
          <a:lstStyle>
            <a:lvl1pPr>
              <a:defRPr>
                <a:latin typeface="MiSans Bold" panose="00000800000000000000" charset="-122"/>
                <a:ea typeface="MiSans Bold" panose="00000800000000000000" charset="-122"/>
                <a:sym typeface="MiSans Bold" panose="00000800000000000000" charset="-122"/>
              </a:defRPr>
            </a:lvl1pPr>
          </a:lstStyle>
          <a:p>
            <a:endParaRPr lang="zh-CN" altLang="en-US"/>
          </a:p>
        </p:txBody>
      </p:sp>
      <p:sp>
        <p:nvSpPr>
          <p:cNvPr id="6" name="灯片编号占位符 6"/>
          <p:cNvSpPr>
            <a:spLocks noGrp="1"/>
          </p:cNvSpPr>
          <p:nvPr>
            <p:ph type="sldNum" sz="quarter" idx="12"/>
            <p:custDataLst>
              <p:tags r:id="rId7"/>
            </p:custDataLst>
          </p:nvPr>
        </p:nvSpPr>
        <p:spPr>
          <a:xfrm>
            <a:off x="8877600" y="6314400"/>
            <a:ext cx="2700000" cy="316800"/>
          </a:xfrm>
          <a:prstGeom prst="rect">
            <a:avLst/>
          </a:prstGeom>
        </p:spPr>
        <p:txBody>
          <a:bodyPr wrap="square">
            <a:normAutofit/>
          </a:bodyPr>
          <a:lstStyle>
            <a:lvl1pPr>
              <a:defRPr>
                <a:latin typeface="MiSans Bold" panose="00000800000000000000" charset="-122"/>
                <a:ea typeface="MiSans Bold" panose="00000800000000000000" charset="-122"/>
                <a:sym typeface="MiSans Bold" panose="00000800000000000000" charset="-122"/>
              </a:defRPr>
            </a:lvl1pPr>
          </a:lstStyle>
          <a:p>
            <a:fld id="{BE5F26B5-172A-4DC2-B0B7-181CFC56B87C}" type="slidenum">
              <a:rPr lang="zh-CN" altLang="en-US" smtClean="0"/>
              <a:t>‹#›</a:t>
            </a:fld>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9" name="矩形 8"/>
          <p:cNvSpPr/>
          <p:nvPr userDrawn="1">
            <p:custDataLst>
              <p:tags r:id="rId1"/>
            </p:custDataLst>
          </p:nvPr>
        </p:nvSpPr>
        <p:spPr>
          <a:xfrm>
            <a:off x="0" y="-1612"/>
            <a:ext cx="12192000" cy="704387"/>
          </a:xfrm>
          <a:prstGeom prst="rect">
            <a:avLst/>
          </a:prstGeom>
          <a:solidFill>
            <a:srgbClr val="1973BF">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3895"/>
            <a:endParaRPr lang="zh-CN" altLang="en-US" sz="1795">
              <a:solidFill>
                <a:prstClr val="white"/>
              </a:solidFill>
              <a:latin typeface="等线" panose="02010600030101010101" charset="-122"/>
              <a:ea typeface="等线" panose="02010600030101010101" charset="-122"/>
            </a:endParaRPr>
          </a:p>
        </p:txBody>
      </p:sp>
      <p:sp>
        <p:nvSpPr>
          <p:cNvPr id="10" name="矩形 9"/>
          <p:cNvSpPr/>
          <p:nvPr userDrawn="1">
            <p:custDataLst>
              <p:tags r:id="rId2"/>
            </p:custDataLst>
          </p:nvPr>
        </p:nvSpPr>
        <p:spPr>
          <a:xfrm flipV="1">
            <a:off x="0" y="653052"/>
            <a:ext cx="12192000" cy="61110"/>
          </a:xfrm>
          <a:prstGeom prst="rect">
            <a:avLst/>
          </a:prstGeom>
          <a:solidFill>
            <a:srgbClr val="0363A7"/>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3895"/>
            <a:endParaRPr lang="zh-CN" altLang="en-US" sz="1795">
              <a:solidFill>
                <a:prstClr val="white"/>
              </a:solidFill>
              <a:latin typeface="等线" panose="02010600030101010101" charset="-122"/>
              <a:ea typeface="等线" panose="02010600030101010101"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1_封面">
    <p:spTree>
      <p:nvGrpSpPr>
        <p:cNvPr id="1" name=""/>
        <p:cNvGrpSpPr/>
        <p:nvPr/>
      </p:nvGrpSpPr>
      <p:grpSpPr>
        <a:xfrm>
          <a:off x="0" y="0"/>
          <a:ext cx="0" cy="0"/>
          <a:chOff x="0" y="0"/>
          <a:chExt cx="0" cy="0"/>
        </a:xfrm>
      </p:grpSpPr>
      <p:pic>
        <p:nvPicPr>
          <p:cNvPr id="4" name="图片 3"/>
          <p:cNvPicPr>
            <a:picLocks noChangeAspect="1"/>
          </p:cNvPicPr>
          <p:nvPr userDrawn="1">
            <p:custDataLst>
              <p:tags r:id="rId1"/>
            </p:custDataLst>
          </p:nvPr>
        </p:nvPicPr>
        <p:blipFill>
          <a:blip r:embed="rId16"/>
          <a:stretch>
            <a:fillRect/>
          </a:stretch>
        </p:blipFill>
        <p:spPr>
          <a:xfrm>
            <a:off x="8255" y="0"/>
            <a:ext cx="12184380" cy="6849745"/>
          </a:xfrm>
          <a:prstGeom prst="rect">
            <a:avLst/>
          </a:prstGeom>
        </p:spPr>
      </p:pic>
      <p:sp>
        <p:nvSpPr>
          <p:cNvPr id="5" name="矩形 4"/>
          <p:cNvSpPr/>
          <p:nvPr userDrawn="1">
            <p:custDataLst>
              <p:tags r:id="rId2"/>
            </p:custDataLst>
          </p:nvPr>
        </p:nvSpPr>
        <p:spPr>
          <a:xfrm>
            <a:off x="2540" y="-1270"/>
            <a:ext cx="12183110" cy="6849745"/>
          </a:xfrm>
          <a:prstGeom prst="rect">
            <a:avLst/>
          </a:prstGeom>
          <a:gradFill>
            <a:gsLst>
              <a:gs pos="100000">
                <a:schemeClr val="bg1">
                  <a:alpha val="85000"/>
                </a:schemeClr>
              </a:gs>
              <a:gs pos="0">
                <a:schemeClr val="bg1">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1"/>
          <p:cNvSpPr/>
          <p:nvPr userDrawn="1">
            <p:custDataLst>
              <p:tags r:id="rId3"/>
            </p:custDataLst>
          </p:nvPr>
        </p:nvSpPr>
        <p:spPr>
          <a:xfrm>
            <a:off x="4815840" y="2413000"/>
            <a:ext cx="7350760" cy="2831465"/>
          </a:xfrm>
          <a:custGeom>
            <a:avLst/>
            <a:gdLst/>
            <a:ahLst/>
            <a:cxnLst>
              <a:cxn ang="3">
                <a:pos x="hc" y="t"/>
              </a:cxn>
              <a:cxn ang="cd2">
                <a:pos x="l" y="vc"/>
              </a:cxn>
              <a:cxn ang="cd4">
                <a:pos x="hc" y="b"/>
              </a:cxn>
              <a:cxn ang="0">
                <a:pos x="r" y="vc"/>
              </a:cxn>
            </a:cxnLst>
            <a:rect l="l" t="t" r="r" b="b"/>
            <a:pathLst>
              <a:path w="11617" h="4459">
                <a:moveTo>
                  <a:pt x="0" y="0"/>
                </a:moveTo>
                <a:lnTo>
                  <a:pt x="860" y="0"/>
                </a:lnTo>
                <a:lnTo>
                  <a:pt x="10757" y="0"/>
                </a:lnTo>
                <a:lnTo>
                  <a:pt x="11617" y="0"/>
                </a:lnTo>
                <a:lnTo>
                  <a:pt x="11617" y="4459"/>
                </a:lnTo>
                <a:lnTo>
                  <a:pt x="10757" y="4459"/>
                </a:lnTo>
                <a:lnTo>
                  <a:pt x="860" y="4459"/>
                </a:lnTo>
                <a:lnTo>
                  <a:pt x="0" y="4459"/>
                </a:lnTo>
                <a:lnTo>
                  <a:pt x="19" y="4439"/>
                </a:lnTo>
                <a:cubicBezTo>
                  <a:pt x="567" y="3864"/>
                  <a:pt x="904" y="3086"/>
                  <a:pt x="904" y="2230"/>
                </a:cubicBezTo>
                <a:cubicBezTo>
                  <a:pt x="904" y="1373"/>
                  <a:pt x="567" y="595"/>
                  <a:pt x="19" y="20"/>
                </a:cubicBezTo>
                <a:lnTo>
                  <a:pt x="0" y="0"/>
                </a:lnTo>
                <a:close/>
              </a:path>
            </a:pathLst>
          </a:custGeom>
          <a:blipFill rotWithShape="1">
            <a:blip r:embed="rId17"/>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任意多边形 13"/>
          <p:cNvSpPr/>
          <p:nvPr userDrawn="1">
            <p:custDataLst>
              <p:tags r:id="rId4"/>
            </p:custDataLst>
          </p:nvPr>
        </p:nvSpPr>
        <p:spPr>
          <a:xfrm>
            <a:off x="8890" y="2413000"/>
            <a:ext cx="1488317" cy="2831465"/>
          </a:xfrm>
          <a:custGeom>
            <a:avLst/>
            <a:gdLst/>
            <a:ahLst/>
            <a:cxnLst>
              <a:cxn ang="3">
                <a:pos x="hc" y="t"/>
              </a:cxn>
              <a:cxn ang="cd2">
                <a:pos x="l" y="vc"/>
              </a:cxn>
              <a:cxn ang="cd4">
                <a:pos x="hc" y="b"/>
              </a:cxn>
              <a:cxn ang="0">
                <a:pos x="r" y="vc"/>
              </a:cxn>
            </a:cxnLst>
            <a:rect l="l" t="t" r="r" b="b"/>
            <a:pathLst>
              <a:path w="2344" h="4459">
                <a:moveTo>
                  <a:pt x="0" y="0"/>
                </a:moveTo>
                <a:lnTo>
                  <a:pt x="2344" y="0"/>
                </a:lnTo>
                <a:lnTo>
                  <a:pt x="2324" y="20"/>
                </a:lnTo>
                <a:cubicBezTo>
                  <a:pt x="1776" y="595"/>
                  <a:pt x="1440" y="1373"/>
                  <a:pt x="1440" y="2230"/>
                </a:cubicBezTo>
                <a:cubicBezTo>
                  <a:pt x="1440" y="3086"/>
                  <a:pt x="1776" y="3864"/>
                  <a:pt x="2324" y="4439"/>
                </a:cubicBezTo>
                <a:lnTo>
                  <a:pt x="2344" y="4459"/>
                </a:lnTo>
                <a:lnTo>
                  <a:pt x="0" y="4459"/>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矩形 22"/>
          <p:cNvSpPr/>
          <p:nvPr userDrawn="1">
            <p:custDataLst>
              <p:tags r:id="rId5"/>
            </p:custDataLst>
          </p:nvPr>
        </p:nvSpPr>
        <p:spPr>
          <a:xfrm>
            <a:off x="5241925" y="2305050"/>
            <a:ext cx="6943725" cy="76200"/>
          </a:xfrm>
          <a:prstGeom prst="rect">
            <a:avLst/>
          </a:prstGeom>
          <a:solidFill>
            <a:srgbClr val="256097"/>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23"/>
          <p:cNvSpPr/>
          <p:nvPr userDrawn="1">
            <p:custDataLst>
              <p:tags r:id="rId6"/>
            </p:custDataLst>
          </p:nvPr>
        </p:nvSpPr>
        <p:spPr>
          <a:xfrm>
            <a:off x="11445875" y="6334125"/>
            <a:ext cx="720725" cy="504825"/>
          </a:xfrm>
          <a:custGeom>
            <a:avLst/>
            <a:gdLst/>
            <a:ahLst/>
            <a:cxnLst>
              <a:cxn ang="3">
                <a:pos x="hc" y="t"/>
              </a:cxn>
              <a:cxn ang="cd2">
                <a:pos x="l" y="vc"/>
              </a:cxn>
              <a:cxn ang="cd4">
                <a:pos x="hc" y="b"/>
              </a:cxn>
              <a:cxn ang="0">
                <a:pos x="r" y="vc"/>
              </a:cxn>
            </a:cxnLst>
            <a:rect l="l" t="t" r="r" b="b"/>
            <a:pathLst>
              <a:path w="1135" h="795">
                <a:moveTo>
                  <a:pt x="710" y="0"/>
                </a:moveTo>
                <a:cubicBezTo>
                  <a:pt x="869" y="0"/>
                  <a:pt x="1016" y="52"/>
                  <a:pt x="1134" y="141"/>
                </a:cubicBezTo>
                <a:lnTo>
                  <a:pt x="1135" y="142"/>
                </a:lnTo>
                <a:lnTo>
                  <a:pt x="1135" y="774"/>
                </a:lnTo>
                <a:lnTo>
                  <a:pt x="8" y="774"/>
                </a:lnTo>
                <a:lnTo>
                  <a:pt x="8" y="795"/>
                </a:lnTo>
                <a:lnTo>
                  <a:pt x="5" y="795"/>
                </a:lnTo>
                <a:lnTo>
                  <a:pt x="3" y="778"/>
                </a:lnTo>
                <a:cubicBezTo>
                  <a:pt x="1" y="755"/>
                  <a:pt x="0" y="732"/>
                  <a:pt x="0" y="710"/>
                </a:cubicBezTo>
                <a:cubicBezTo>
                  <a:pt x="0" y="318"/>
                  <a:pt x="318" y="0"/>
                  <a:pt x="710" y="0"/>
                </a:cubicBezTo>
                <a:close/>
              </a:path>
            </a:pathLst>
          </a:custGeom>
          <a:solidFill>
            <a:schemeClr val="accent3">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descr="fhLkWqMNe"/>
          <p:cNvPicPr>
            <a:picLocks noChangeAspect="1"/>
          </p:cNvPicPr>
          <p:nvPr userDrawn="1">
            <p:custDataLst>
              <p:tags r:id="rId7"/>
            </p:custDataLst>
          </p:nvPr>
        </p:nvPicPr>
        <p:blipFill>
          <a:blip r:embed="rId18"/>
          <a:srcRect t="19021" b="10958"/>
          <a:stretch>
            <a:fillRect/>
          </a:stretch>
        </p:blipFill>
        <p:spPr>
          <a:xfrm>
            <a:off x="4736465" y="2406015"/>
            <a:ext cx="7437120" cy="2933700"/>
          </a:xfrm>
          <a:prstGeom prst="rect">
            <a:avLst/>
          </a:prstGeom>
        </p:spPr>
      </p:pic>
      <p:pic>
        <p:nvPicPr>
          <p:cNvPr id="10" name="图片 9" descr="微信图片_20241227153612"/>
          <p:cNvPicPr>
            <a:picLocks noChangeAspect="1"/>
          </p:cNvPicPr>
          <p:nvPr userDrawn="1">
            <p:custDataLst>
              <p:tags r:id="rId8"/>
            </p:custDataLst>
          </p:nvPr>
        </p:nvPicPr>
        <p:blipFill>
          <a:blip r:embed="rId19"/>
          <a:stretch>
            <a:fillRect/>
          </a:stretch>
        </p:blipFill>
        <p:spPr>
          <a:xfrm>
            <a:off x="9481820" y="360045"/>
            <a:ext cx="2343785" cy="368935"/>
          </a:xfrm>
          <a:prstGeom prst="rect">
            <a:avLst/>
          </a:prstGeom>
        </p:spPr>
      </p:pic>
      <p:sp>
        <p:nvSpPr>
          <p:cNvPr id="6" name="任意多边形 5"/>
          <p:cNvSpPr/>
          <p:nvPr userDrawn="1">
            <p:custDataLst>
              <p:tags r:id="rId9"/>
            </p:custDataLst>
          </p:nvPr>
        </p:nvSpPr>
        <p:spPr>
          <a:xfrm>
            <a:off x="1000760" y="1795145"/>
            <a:ext cx="4269740" cy="4067175"/>
          </a:xfrm>
          <a:custGeom>
            <a:avLst/>
            <a:gdLst/>
            <a:ahLst/>
            <a:cxnLst>
              <a:cxn ang="3">
                <a:pos x="hc" y="t"/>
              </a:cxn>
              <a:cxn ang="cd2">
                <a:pos x="l" y="vc"/>
              </a:cxn>
              <a:cxn ang="cd4">
                <a:pos x="hc" y="b"/>
              </a:cxn>
              <a:cxn ang="0">
                <a:pos x="r" y="vc"/>
              </a:cxn>
            </a:cxnLst>
            <a:rect l="l" t="t" r="r" b="b"/>
            <a:pathLst>
              <a:path w="6404" h="6404">
                <a:moveTo>
                  <a:pt x="3203" y="130"/>
                </a:moveTo>
                <a:cubicBezTo>
                  <a:pt x="2354" y="130"/>
                  <a:pt x="1586" y="473"/>
                  <a:pt x="1030" y="1030"/>
                </a:cubicBezTo>
                <a:lnTo>
                  <a:pt x="997" y="1063"/>
                </a:lnTo>
                <a:lnTo>
                  <a:pt x="978" y="1082"/>
                </a:lnTo>
                <a:cubicBezTo>
                  <a:pt x="452" y="1634"/>
                  <a:pt x="130" y="2381"/>
                  <a:pt x="130" y="3203"/>
                </a:cubicBezTo>
                <a:cubicBezTo>
                  <a:pt x="130" y="4024"/>
                  <a:pt x="452" y="4771"/>
                  <a:pt x="978" y="5323"/>
                </a:cubicBezTo>
                <a:lnTo>
                  <a:pt x="997" y="5342"/>
                </a:lnTo>
                <a:lnTo>
                  <a:pt x="1030" y="5375"/>
                </a:lnTo>
                <a:cubicBezTo>
                  <a:pt x="1586" y="5932"/>
                  <a:pt x="2354" y="6276"/>
                  <a:pt x="3203" y="6276"/>
                </a:cubicBezTo>
                <a:cubicBezTo>
                  <a:pt x="4051" y="6276"/>
                  <a:pt x="4819" y="5932"/>
                  <a:pt x="5375" y="5375"/>
                </a:cubicBezTo>
                <a:lnTo>
                  <a:pt x="5408" y="5342"/>
                </a:lnTo>
                <a:lnTo>
                  <a:pt x="5427" y="5323"/>
                </a:lnTo>
                <a:cubicBezTo>
                  <a:pt x="5953" y="4771"/>
                  <a:pt x="6276" y="4024"/>
                  <a:pt x="6276" y="3203"/>
                </a:cubicBezTo>
                <a:cubicBezTo>
                  <a:pt x="6276" y="2381"/>
                  <a:pt x="5953" y="1634"/>
                  <a:pt x="5427" y="1082"/>
                </a:cubicBezTo>
                <a:lnTo>
                  <a:pt x="5408" y="1063"/>
                </a:lnTo>
                <a:lnTo>
                  <a:pt x="5375" y="1030"/>
                </a:lnTo>
                <a:cubicBezTo>
                  <a:pt x="4819" y="473"/>
                  <a:pt x="4051" y="130"/>
                  <a:pt x="3203" y="130"/>
                </a:cubicBezTo>
                <a:close/>
                <a:moveTo>
                  <a:pt x="3203" y="0"/>
                </a:moveTo>
                <a:cubicBezTo>
                  <a:pt x="4087" y="0"/>
                  <a:pt x="4887" y="358"/>
                  <a:pt x="5467" y="938"/>
                </a:cubicBezTo>
                <a:lnTo>
                  <a:pt x="5501" y="973"/>
                </a:lnTo>
                <a:lnTo>
                  <a:pt x="5521" y="993"/>
                </a:lnTo>
                <a:cubicBezTo>
                  <a:pt x="6069" y="1568"/>
                  <a:pt x="6405" y="2346"/>
                  <a:pt x="6405" y="3203"/>
                </a:cubicBezTo>
                <a:cubicBezTo>
                  <a:pt x="6405" y="4059"/>
                  <a:pt x="6069" y="4837"/>
                  <a:pt x="5521" y="5412"/>
                </a:cubicBezTo>
                <a:lnTo>
                  <a:pt x="5501" y="5432"/>
                </a:lnTo>
                <a:lnTo>
                  <a:pt x="5467" y="5467"/>
                </a:lnTo>
                <a:cubicBezTo>
                  <a:pt x="4887" y="6047"/>
                  <a:pt x="4087" y="6405"/>
                  <a:pt x="3203" y="6405"/>
                </a:cubicBezTo>
                <a:cubicBezTo>
                  <a:pt x="2318" y="6405"/>
                  <a:pt x="1518" y="6047"/>
                  <a:pt x="938" y="5467"/>
                </a:cubicBezTo>
                <a:lnTo>
                  <a:pt x="904" y="5432"/>
                </a:lnTo>
                <a:lnTo>
                  <a:pt x="884" y="5412"/>
                </a:lnTo>
                <a:cubicBezTo>
                  <a:pt x="336" y="4837"/>
                  <a:pt x="0" y="4059"/>
                  <a:pt x="0" y="3203"/>
                </a:cubicBezTo>
                <a:cubicBezTo>
                  <a:pt x="0" y="2346"/>
                  <a:pt x="336" y="1568"/>
                  <a:pt x="884" y="993"/>
                </a:cubicBezTo>
                <a:lnTo>
                  <a:pt x="904" y="973"/>
                </a:lnTo>
                <a:lnTo>
                  <a:pt x="938" y="938"/>
                </a:lnTo>
                <a:cubicBezTo>
                  <a:pt x="1518" y="358"/>
                  <a:pt x="2318" y="0"/>
                  <a:pt x="3203" y="0"/>
                </a:cubicBezTo>
                <a:close/>
              </a:path>
            </a:pathLst>
          </a:custGeom>
          <a:solidFill>
            <a:srgbClr val="25609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椭圆 16"/>
          <p:cNvSpPr/>
          <p:nvPr userDrawn="1">
            <p:custDataLst>
              <p:tags r:id="rId10"/>
            </p:custDataLst>
          </p:nvPr>
        </p:nvSpPr>
        <p:spPr>
          <a:xfrm>
            <a:off x="1339850" y="1918335"/>
            <a:ext cx="3825240" cy="382524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椭圆 20"/>
          <p:cNvSpPr/>
          <p:nvPr userDrawn="1">
            <p:custDataLst>
              <p:tags r:id="rId11"/>
            </p:custDataLst>
          </p:nvPr>
        </p:nvSpPr>
        <p:spPr>
          <a:xfrm>
            <a:off x="1339850" y="4681220"/>
            <a:ext cx="1805305" cy="1805305"/>
          </a:xfrm>
          <a:prstGeom prst="ellipse">
            <a:avLst/>
          </a:prstGeom>
          <a:blipFill rotWithShape="1">
            <a:blip r:embed="rId20"/>
            <a:stretch>
              <a:fillRect/>
            </a:stretch>
          </a:blip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custDataLst>
              <p:tags r:id="rId12"/>
            </p:custDataLst>
          </p:nvPr>
        </p:nvSpPr>
        <p:spPr>
          <a:xfrm>
            <a:off x="4672330" y="2036445"/>
            <a:ext cx="1288415" cy="1288415"/>
          </a:xfrm>
          <a:prstGeom prst="ellipse">
            <a:avLst/>
          </a:prstGeom>
          <a:blipFill rotWithShape="1">
            <a:blip r:embed="rId21"/>
            <a:stretch>
              <a:fillRect/>
            </a:stretch>
          </a:blip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custDataLst>
              <p:tags r:id="rId13"/>
            </p:custDataLst>
          </p:nvPr>
        </p:nvSpPr>
        <p:spPr>
          <a:xfrm>
            <a:off x="4237355" y="4681220"/>
            <a:ext cx="1004570" cy="1004570"/>
          </a:xfrm>
          <a:prstGeom prst="ellipse">
            <a:avLst/>
          </a:prstGeom>
          <a:blipFill rotWithShape="1">
            <a:blip r:embed="rId22"/>
            <a:stretch>
              <a:fillRect/>
            </a:stretch>
          </a:blip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custDataLst>
              <p:tags r:id="rId14"/>
            </p:custDataLst>
          </p:nvPr>
        </p:nvSpPr>
        <p:spPr>
          <a:xfrm>
            <a:off x="1339850" y="1795145"/>
            <a:ext cx="738505" cy="738505"/>
          </a:xfrm>
          <a:prstGeom prst="ellipse">
            <a:avLst/>
          </a:prstGeom>
          <a:solidFill>
            <a:srgbClr val="7030A0">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12000" y="6314400"/>
            <a:ext cx="2700000" cy="316800"/>
          </a:xfrm>
          <a:prstGeom prst="rect">
            <a:avLst/>
          </a:prstGeom>
        </p:spPr>
        <p:txBody>
          <a:bodyPr/>
          <a:lstStyle/>
          <a:p>
            <a:fld id="{760FBDFE-C587-4B4C-A407-44438C67B59E}" type="datetimeFigureOut">
              <a:rPr lang="zh-CN" altLang="en-US" smtClean="0"/>
              <a:t>2026/10/29</a:t>
            </a:fld>
            <a:endParaRPr lang="zh-CN" altLang="en-US"/>
          </a:p>
        </p:txBody>
      </p:sp>
      <p:sp>
        <p:nvSpPr>
          <p:cNvPr id="3" name="页脚占位符 2"/>
          <p:cNvSpPr>
            <a:spLocks noGrp="1"/>
          </p:cNvSpPr>
          <p:nvPr>
            <p:ph type="ftr" sz="quarter" idx="11"/>
            <p:custDataLst>
              <p:tags r:id="rId2"/>
            </p:custDataLst>
          </p:nvPr>
        </p:nvSpPr>
        <p:spPr>
          <a:xfrm>
            <a:off x="4116000" y="6314400"/>
            <a:ext cx="3960000" cy="316800"/>
          </a:xfrm>
          <a:prstGeom prst="rect">
            <a:avLst/>
          </a:prstGeom>
        </p:spPr>
        <p:txBody>
          <a:bodyPr/>
          <a:lstStyle/>
          <a:p>
            <a:endParaRPr lang="zh-CN" altLang="en-US"/>
          </a:p>
        </p:txBody>
      </p:sp>
      <p:sp>
        <p:nvSpPr>
          <p:cNvPr id="4" name="灯片编号占位符 3"/>
          <p:cNvSpPr>
            <a:spLocks noGrp="1"/>
          </p:cNvSpPr>
          <p:nvPr>
            <p:ph type="sldNum" sz="quarter" idx="12"/>
            <p:custDataLst>
              <p:tags r:id="rId3"/>
            </p:custDataLst>
          </p:nvPr>
        </p:nvSpPr>
        <p:spPr>
          <a:xfrm>
            <a:off x="8877600" y="6314400"/>
            <a:ext cx="2700000" cy="316800"/>
          </a:xfrm>
          <a:prstGeom prst="rect">
            <a:avLst/>
          </a:prstGeom>
        </p:spPr>
        <p:txBody>
          <a:bodyPr/>
          <a:lstStyle/>
          <a:p>
            <a:fld id="{49AE70B2-8BF9-45C0-BB95-33D1B9D3A854}" type="slidenum">
              <a:rPr lang="zh-CN" altLang="en-US" smtClean="0"/>
              <a:t>‹#›</a:t>
            </a:fld>
            <a:endParaRPr lang="zh-CN"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1131993" y="3198412"/>
            <a:ext cx="6496474" cy="1988866"/>
          </a:xfrm>
          <a:prstGeom prst="rect">
            <a:avLst/>
          </a:prstGeom>
        </p:spPr>
        <p:txBody>
          <a:bodyPr wrap="square" anchor="t">
            <a:normAutofit/>
          </a:bodyPr>
          <a:lstStyle>
            <a:lvl1pPr algn="l">
              <a:defRPr sz="5000">
                <a:latin typeface="MiSans Bold" panose="00000800000000000000" charset="-122"/>
                <a:ea typeface="MiSans Bold" panose="00000800000000000000" charset="-122"/>
                <a:sym typeface="MiSans Bold" panose="00000800000000000000" charset="-122"/>
              </a:defRPr>
            </a:lvl1pPr>
          </a:lstStyle>
          <a:p>
            <a:r>
              <a:rPr lang="zh-CN" altLang="en-US"/>
              <a:t>单击此处编辑母版标题样式</a:t>
            </a:r>
          </a:p>
        </p:txBody>
      </p:sp>
      <p:sp>
        <p:nvSpPr>
          <p:cNvPr id="8" name="节编号 3"/>
          <p:cNvSpPr>
            <a:spLocks noGrp="1"/>
          </p:cNvSpPr>
          <p:nvPr>
            <p:ph type="body" sz="quarter" idx="13" hasCustomPrompt="1"/>
            <p:custDataLst>
              <p:tags r:id="rId2"/>
            </p:custDataLst>
          </p:nvPr>
        </p:nvSpPr>
        <p:spPr>
          <a:xfrm>
            <a:off x="1131993" y="712258"/>
            <a:ext cx="6496474" cy="2242867"/>
          </a:xfrm>
          <a:prstGeom prst="rect">
            <a:avLst/>
          </a:prstGeom>
        </p:spPr>
        <p:txBody>
          <a:bodyPr wrap="square" anchor="b">
            <a:normAutofit/>
          </a:bodyPr>
          <a:lstStyle>
            <a:lvl1pPr marL="0" indent="0" algn="l">
              <a:buNone/>
              <a:defRPr sz="8900" b="1">
                <a:solidFill>
                  <a:schemeClr val="accent1"/>
                </a:solidFill>
                <a:latin typeface="MiSans Bold" panose="00000800000000000000" charset="-122"/>
                <a:ea typeface="MiSans Bold" panose="00000800000000000000" charset="-122"/>
                <a:sym typeface="MiSans Bold" panose="00000800000000000000" charset="-122"/>
              </a:defRPr>
            </a:lvl1pPr>
          </a:lstStyle>
          <a:p>
            <a:pPr lvl="0"/>
            <a:r>
              <a:rPr lang="zh-CN" altLang="en-US"/>
              <a:t>节编号</a:t>
            </a:r>
          </a:p>
        </p:txBody>
      </p:sp>
      <p:sp>
        <p:nvSpPr>
          <p:cNvPr id="4" name="日期占位符 4"/>
          <p:cNvSpPr>
            <a:spLocks noGrp="1"/>
          </p:cNvSpPr>
          <p:nvPr>
            <p:ph type="dt" sz="half" idx="10"/>
            <p:custDataLst>
              <p:tags r:id="rId3"/>
            </p:custDataLst>
          </p:nvPr>
        </p:nvSpPr>
        <p:spPr>
          <a:xfrm>
            <a:off x="612000" y="6314400"/>
            <a:ext cx="2700000" cy="316800"/>
          </a:xfrm>
          <a:prstGeom prst="rect">
            <a:avLst/>
          </a:prstGeom>
        </p:spPr>
        <p:txBody>
          <a:bodyPr wrap="square">
            <a:normAutofit/>
          </a:bodyPr>
          <a:lstStyle>
            <a:lvl1pPr>
              <a:defRPr>
                <a:latin typeface="MiSans Bold" panose="00000800000000000000" charset="-122"/>
                <a:ea typeface="MiSans Bold" panose="00000800000000000000" charset="-122"/>
                <a:sym typeface="MiSans Bold" panose="00000800000000000000" charset="-122"/>
              </a:defRPr>
            </a:lvl1pPr>
          </a:lstStyle>
          <a:p>
            <a:fld id="{5592522B-0F24-4480-B9DD-A9474A6880D6}" type="datetimeFigureOut">
              <a:rPr lang="zh-CN" altLang="en-US" smtClean="0"/>
              <a:t>2026/10/29</a:t>
            </a:fld>
            <a:endParaRPr lang="zh-CN" altLang="en-US"/>
          </a:p>
        </p:txBody>
      </p:sp>
      <p:sp>
        <p:nvSpPr>
          <p:cNvPr id="5" name="页脚占位符 5"/>
          <p:cNvSpPr>
            <a:spLocks noGrp="1"/>
          </p:cNvSpPr>
          <p:nvPr>
            <p:ph type="ftr" sz="quarter" idx="11"/>
            <p:custDataLst>
              <p:tags r:id="rId4"/>
            </p:custDataLst>
          </p:nvPr>
        </p:nvSpPr>
        <p:spPr>
          <a:xfrm>
            <a:off x="4116000" y="6314400"/>
            <a:ext cx="3960000" cy="316800"/>
          </a:xfrm>
          <a:prstGeom prst="rect">
            <a:avLst/>
          </a:prstGeom>
        </p:spPr>
        <p:txBody>
          <a:bodyPr/>
          <a:lstStyle>
            <a:lvl1pPr>
              <a:defRPr>
                <a:latin typeface="MiSans Bold" panose="00000800000000000000" charset="-122"/>
                <a:ea typeface="MiSans Bold" panose="00000800000000000000" charset="-122"/>
                <a:sym typeface="MiSans Bold" panose="00000800000000000000" charset="-122"/>
              </a:defRPr>
            </a:lvl1pPr>
          </a:lstStyle>
          <a:p>
            <a:endParaRPr lang="zh-CN" altLang="en-US"/>
          </a:p>
        </p:txBody>
      </p:sp>
      <p:sp>
        <p:nvSpPr>
          <p:cNvPr id="6" name="灯片编号占位符 6"/>
          <p:cNvSpPr>
            <a:spLocks noGrp="1"/>
          </p:cNvSpPr>
          <p:nvPr>
            <p:ph type="sldNum" sz="quarter" idx="12"/>
            <p:custDataLst>
              <p:tags r:id="rId5"/>
            </p:custDataLst>
          </p:nvPr>
        </p:nvSpPr>
        <p:spPr>
          <a:xfrm>
            <a:off x="8877600" y="6314400"/>
            <a:ext cx="2700000" cy="316800"/>
          </a:xfrm>
          <a:prstGeom prst="rect">
            <a:avLst/>
          </a:prstGeom>
        </p:spPr>
        <p:txBody>
          <a:bodyPr wrap="square">
            <a:normAutofit/>
          </a:bodyPr>
          <a:lstStyle>
            <a:lvl1pPr>
              <a:defRPr>
                <a:latin typeface="MiSans Bold" panose="00000800000000000000" charset="-122"/>
                <a:ea typeface="MiSans Bold" panose="00000800000000000000" charset="-122"/>
                <a:sym typeface="MiSans Bold" panose="00000800000000000000" charset="-122"/>
              </a:defRPr>
            </a:lvl1pPr>
          </a:lstStyle>
          <a:p>
            <a:fld id="{BE5F26B5-172A-4DC2-B0B7-181CFC56B87C}" type="slidenum">
              <a:rPr lang="zh-CN" altLang="en-US" smtClean="0"/>
              <a:t>‹#›</a:t>
            </a:fld>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9" name="矩形 8"/>
          <p:cNvSpPr/>
          <p:nvPr userDrawn="1">
            <p:custDataLst>
              <p:tags r:id="rId1"/>
            </p:custDataLst>
          </p:nvPr>
        </p:nvSpPr>
        <p:spPr>
          <a:xfrm>
            <a:off x="0" y="-1612"/>
            <a:ext cx="12192000" cy="704387"/>
          </a:xfrm>
          <a:prstGeom prst="rect">
            <a:avLst/>
          </a:prstGeom>
          <a:solidFill>
            <a:srgbClr val="1973BF">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3895"/>
            <a:endParaRPr lang="zh-CN" altLang="en-US" sz="1795">
              <a:solidFill>
                <a:prstClr val="white"/>
              </a:solidFill>
              <a:latin typeface="等线" panose="02010600030101010101" charset="-122"/>
              <a:ea typeface="等线" panose="02010600030101010101" charset="-122"/>
            </a:endParaRPr>
          </a:p>
        </p:txBody>
      </p:sp>
      <p:sp>
        <p:nvSpPr>
          <p:cNvPr id="10" name="矩形 9"/>
          <p:cNvSpPr/>
          <p:nvPr userDrawn="1">
            <p:custDataLst>
              <p:tags r:id="rId2"/>
            </p:custDataLst>
          </p:nvPr>
        </p:nvSpPr>
        <p:spPr>
          <a:xfrm flipV="1">
            <a:off x="0" y="653052"/>
            <a:ext cx="12192000" cy="61110"/>
          </a:xfrm>
          <a:prstGeom prst="rect">
            <a:avLst/>
          </a:prstGeom>
          <a:solidFill>
            <a:srgbClr val="0363A7"/>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3895"/>
            <a:endParaRPr lang="zh-CN" altLang="en-US" sz="1795">
              <a:solidFill>
                <a:prstClr val="white"/>
              </a:solidFill>
              <a:latin typeface="等线" panose="02010600030101010101" charset="-122"/>
              <a:ea typeface="等线" panose="02010600030101010101"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file:///D:\qq&#25991;&#20214;\712321467\Image\C2C\Image2\%7b75232B38-A165-1FB7-499C-2E1C792CACB5%7d.png" TargetMode="Externa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slideLayout" Target="../slideLayouts/slideLayout9.xml"/><Relationship Id="rId7" Type="http://schemas.openxmlformats.org/officeDocument/2006/relationships/tags" Target="../tags/tag41.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2.xml"/><Relationship Id="rId11" Type="http://schemas.openxmlformats.org/officeDocument/2006/relationships/image" Target="file:///D:\qq&#25991;&#20214;\712321467\Image\C2C\Image2\%7b75232B38-A165-1FB7-499C-2E1C792CACB5%7d.png" TargetMode="External"/><Relationship Id="rId5" Type="http://schemas.openxmlformats.org/officeDocument/2006/relationships/slideLayout" Target="../slideLayouts/slideLayout11.xml"/><Relationship Id="rId10" Type="http://schemas.openxmlformats.org/officeDocument/2006/relationships/image" Target="../media/image1.png"/><Relationship Id="rId4" Type="http://schemas.openxmlformats.org/officeDocument/2006/relationships/slideLayout" Target="../slideLayouts/slideLayout10.xml"/><Relationship Id="rId9" Type="http://schemas.openxmlformats.org/officeDocument/2006/relationships/tags" Target="../tags/tag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 name="图片 1073743875" descr="学科网 zxxk.com"/>
          <p:cNvPicPr>
            <a:picLocks noChangeAspect="1"/>
          </p:cNvPicPr>
          <p:nvPr>
            <p:custDataLst>
              <p:tags r:id="rId9"/>
            </p:custDataLst>
          </p:nvPr>
        </p:nvPicPr>
        <p:blipFill>
          <a:blip r:embed="rId11" r:link="rId12"/>
          <a:stretch>
            <a:fillRect/>
          </a:stretch>
        </p:blipFill>
        <p:spPr>
          <a:xfrm>
            <a:off x="838200" y="365125"/>
            <a:ext cx="9525" cy="9525"/>
          </a:xfrm>
          <a:prstGeom prst="rect">
            <a:avLst/>
          </a:prstGeom>
          <a:noFill/>
          <a:ln>
            <a:noFill/>
            <a:miter lim="800000"/>
          </a:ln>
        </p:spPr>
      </p:pic>
      <p:pic>
        <p:nvPicPr>
          <p:cNvPr id="3" name="图片 1073743875" descr="学科网 zxxk.com"/>
          <p:cNvPicPr>
            <a:picLocks noChangeAspect="1"/>
          </p:cNvPicPr>
          <p:nvPr>
            <p:custDataLst>
              <p:tags r:id="rId10"/>
            </p:custDataLst>
          </p:nvPr>
        </p:nvPicPr>
        <p:blipFill>
          <a:blip r:embed="rId11" r:link="rId12"/>
          <a:stretch>
            <a:fillRect/>
          </a:stretch>
        </p:blipFill>
        <p:spPr>
          <a:xfrm>
            <a:off x="838200" y="365125"/>
            <a:ext cx="9525" cy="9525"/>
          </a:xfrm>
          <a:prstGeom prst="rect">
            <a:avLst/>
          </a:prstGeom>
          <a:noFill/>
          <a:ln>
            <a:noFill/>
            <a:miter lim="800000"/>
          </a:ln>
        </p:spPr>
      </p:pic>
    </p:spTree>
    <p:custDataLst>
      <p:tags r:id="rId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 name="图片 1073743875" descr="学科网 zxxk.com"/>
          <p:cNvPicPr>
            <a:picLocks noChangeAspect="1"/>
          </p:cNvPicPr>
          <p:nvPr>
            <p:custDataLst>
              <p:tags r:id="rId8"/>
            </p:custDataLst>
          </p:nvPr>
        </p:nvPicPr>
        <p:blipFill>
          <a:blip r:embed="rId10" r:link="rId11"/>
          <a:stretch>
            <a:fillRect/>
          </a:stretch>
        </p:blipFill>
        <p:spPr>
          <a:xfrm>
            <a:off x="838200" y="365125"/>
            <a:ext cx="9525" cy="9525"/>
          </a:xfrm>
          <a:prstGeom prst="rect">
            <a:avLst/>
          </a:prstGeom>
          <a:noFill/>
          <a:ln>
            <a:noFill/>
            <a:miter lim="800000"/>
          </a:ln>
        </p:spPr>
      </p:pic>
      <p:pic>
        <p:nvPicPr>
          <p:cNvPr id="3" name="图片 1073743875" descr="学科网 zxxk.com"/>
          <p:cNvPicPr>
            <a:picLocks noChangeAspect="1"/>
          </p:cNvPicPr>
          <p:nvPr>
            <p:custDataLst>
              <p:tags r:id="rId9"/>
            </p:custDataLst>
          </p:nvPr>
        </p:nvPicPr>
        <p:blipFill>
          <a:blip r:embed="rId10" r:link="rId11"/>
          <a:stretch>
            <a:fillRect/>
          </a:stretch>
        </p:blipFill>
        <p:spPr>
          <a:xfrm>
            <a:off x="838200" y="365125"/>
            <a:ext cx="9525" cy="9525"/>
          </a:xfrm>
          <a:prstGeom prst="rect">
            <a:avLst/>
          </a:prstGeom>
          <a:noFill/>
          <a:ln>
            <a:noFill/>
            <a:miter lim="800000"/>
          </a:ln>
        </p:spPr>
      </p:pic>
    </p:spTree>
    <p:custDataLst>
      <p:tags r:id="rId7"/>
    </p:custData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Lst>
  <p:transition/>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5.xml"/><Relationship Id="rId13" Type="http://schemas.openxmlformats.org/officeDocument/2006/relationships/tags" Target="../tags/tag90.xml"/><Relationship Id="rId18" Type="http://schemas.openxmlformats.org/officeDocument/2006/relationships/image" Target="../media/image9.svg"/><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tags" Target="../tags/tag89.xml"/><Relationship Id="rId17" Type="http://schemas.openxmlformats.org/officeDocument/2006/relationships/slideLayout" Target="../slideLayouts/slideLayout7.xml"/><Relationship Id="rId2" Type="http://schemas.openxmlformats.org/officeDocument/2006/relationships/tags" Target="../tags/tag79.xml"/><Relationship Id="rId16" Type="http://schemas.openxmlformats.org/officeDocument/2006/relationships/tags" Target="../tags/tag93.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tags" Target="../tags/tag88.xml"/><Relationship Id="rId5" Type="http://schemas.openxmlformats.org/officeDocument/2006/relationships/tags" Target="../tags/tag82.xml"/><Relationship Id="rId15" Type="http://schemas.openxmlformats.org/officeDocument/2006/relationships/tags" Target="../tags/tag92.xml"/><Relationship Id="rId10" Type="http://schemas.openxmlformats.org/officeDocument/2006/relationships/tags" Target="../tags/tag87.xml"/><Relationship Id="rId19" Type="http://schemas.openxmlformats.org/officeDocument/2006/relationships/image" Target="../media/image7.png"/><Relationship Id="rId4" Type="http://schemas.openxmlformats.org/officeDocument/2006/relationships/tags" Target="../tags/tag81.xml"/><Relationship Id="rId9" Type="http://schemas.openxmlformats.org/officeDocument/2006/relationships/tags" Target="../tags/tag86.xml"/><Relationship Id="rId14" Type="http://schemas.openxmlformats.org/officeDocument/2006/relationships/tags" Target="../tags/tag91.xml"/></Relationships>
</file>

<file path=ppt/slides/_rels/slide2.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10.jpeg"/><Relationship Id="rId5" Type="http://schemas.openxmlformats.org/officeDocument/2006/relationships/slideLayout" Target="../slideLayouts/slideLayout3.xml"/><Relationship Id="rId4" Type="http://schemas.openxmlformats.org/officeDocument/2006/relationships/tags" Target="../tags/tag97.xml"/></Relationships>
</file>

<file path=ppt/slides/_rels/slide3.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tags" Target="../tags/tag100.xml"/><Relationship Id="rId7" Type="http://schemas.openxmlformats.org/officeDocument/2006/relationships/slideLayout" Target="../slideLayouts/slideLayout3.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s>
</file>

<file path=ppt/slides/_rels/slide4.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tags" Target="../tags/tag106.xml"/><Relationship Id="rId7" Type="http://schemas.openxmlformats.org/officeDocument/2006/relationships/slideLayout" Target="../slideLayouts/slideLayout3.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s>
</file>

<file path=ppt/slides/_rels/slide5.xml.rels><?xml version="1.0" encoding="UTF-8" standalone="yes"?>
<Relationships xmlns="http://schemas.openxmlformats.org/package/2006/relationships"><Relationship Id="rId3" Type="http://schemas.openxmlformats.org/officeDocument/2006/relationships/tags" Target="../tags/tag112.xml"/><Relationship Id="rId7" Type="http://schemas.openxmlformats.org/officeDocument/2006/relationships/image" Target="../media/image13.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slideLayout" Target="../slideLayouts/slideLayout3.xml"/><Relationship Id="rId5" Type="http://schemas.openxmlformats.org/officeDocument/2006/relationships/tags" Target="../tags/tag114.xml"/><Relationship Id="rId4" Type="http://schemas.openxmlformats.org/officeDocument/2006/relationships/tags" Target="../tags/tag113.xml"/></Relationships>
</file>

<file path=ppt/slides/_rels/slide6.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image" Target="../media/image13.png"/><Relationship Id="rId5" Type="http://schemas.openxmlformats.org/officeDocument/2006/relationships/slideLayout" Target="../slideLayouts/slideLayout3.xml"/><Relationship Id="rId4" Type="http://schemas.openxmlformats.org/officeDocument/2006/relationships/tags" Target="../tags/tag118.xml"/></Relationships>
</file>

<file path=ppt/slides/_rels/slide7.xml.rels><?xml version="1.0" encoding="UTF-8" standalone="yes"?>
<Relationships xmlns="http://schemas.openxmlformats.org/package/2006/relationships"><Relationship Id="rId3" Type="http://schemas.openxmlformats.org/officeDocument/2006/relationships/video" Target="../media/media1.mp4"/><Relationship Id="rId7" Type="http://schemas.openxmlformats.org/officeDocument/2006/relationships/image" Target="../media/image14.png"/><Relationship Id="rId2" Type="http://schemas.microsoft.com/office/2007/relationships/media" Target="../media/media1.mp4"/><Relationship Id="rId1" Type="http://schemas.openxmlformats.org/officeDocument/2006/relationships/tags" Target="../tags/tag119.xml"/><Relationship Id="rId6" Type="http://schemas.openxmlformats.org/officeDocument/2006/relationships/slideLayout" Target="../slideLayouts/slideLayout3.xml"/><Relationship Id="rId5" Type="http://schemas.openxmlformats.org/officeDocument/2006/relationships/tags" Target="../tags/tag121.xml"/><Relationship Id="rId4" Type="http://schemas.openxmlformats.org/officeDocument/2006/relationships/tags" Target="../tags/tag120.xml"/></Relationships>
</file>

<file path=ppt/slides/_rels/slide8.xml.rels><?xml version="1.0" encoding="UTF-8" standalone="yes"?>
<Relationships xmlns="http://schemas.openxmlformats.org/package/2006/relationships"><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 Id="rId5" Type="http://schemas.openxmlformats.org/officeDocument/2006/relationships/slideLayout" Target="../slideLayouts/slideLayout3.xml"/><Relationship Id="rId4" Type="http://schemas.openxmlformats.org/officeDocument/2006/relationships/tags" Target="../tags/tag125.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128.xml"/><Relationship Id="rId7" Type="http://schemas.openxmlformats.org/officeDocument/2006/relationships/slideLayout" Target="../slideLayouts/slideLayout3.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s>
</file>

<file path=ppt/slides/_rels/slide10.xml.rels><?xml version="1.0" encoding="UTF-8" standalone="yes"?>
<Relationships xmlns="http://schemas.openxmlformats.org/package/2006/relationships"><Relationship Id="rId3" Type="http://schemas.openxmlformats.org/officeDocument/2006/relationships/tags" Target="../tags/tag134.xml"/><Relationship Id="rId7" Type="http://schemas.openxmlformats.org/officeDocument/2006/relationships/image" Target="../media/image16.png"/><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slideLayout" Target="../slideLayouts/slideLayout3.xml"/><Relationship Id="rId5" Type="http://schemas.openxmlformats.org/officeDocument/2006/relationships/tags" Target="../tags/tag136.xml"/><Relationship Id="rId4" Type="http://schemas.openxmlformats.org/officeDocument/2006/relationships/tags" Target="../tags/tag135.xml"/></Relationships>
</file>

<file path=ppt/slides/_rels/slide11.xml.rels><?xml version="1.0" encoding="UTF-8" standalone="yes"?>
<Relationships xmlns="http://schemas.openxmlformats.org/package/2006/relationships"><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 Id="rId4"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3" Type="http://schemas.openxmlformats.org/officeDocument/2006/relationships/tags" Target="../tags/tag152.xml"/><Relationship Id="rId18" Type="http://schemas.openxmlformats.org/officeDocument/2006/relationships/tags" Target="../tags/tag157.xml"/><Relationship Id="rId26" Type="http://schemas.openxmlformats.org/officeDocument/2006/relationships/tags" Target="../tags/tag165.xml"/><Relationship Id="rId39" Type="http://schemas.openxmlformats.org/officeDocument/2006/relationships/tags" Target="../tags/tag178.xml"/><Relationship Id="rId21" Type="http://schemas.openxmlformats.org/officeDocument/2006/relationships/tags" Target="../tags/tag160.xml"/><Relationship Id="rId34" Type="http://schemas.openxmlformats.org/officeDocument/2006/relationships/tags" Target="../tags/tag173.xml"/><Relationship Id="rId42" Type="http://schemas.openxmlformats.org/officeDocument/2006/relationships/image" Target="../media/image17.png"/><Relationship Id="rId7" Type="http://schemas.openxmlformats.org/officeDocument/2006/relationships/tags" Target="../tags/tag146.xml"/><Relationship Id="rId2" Type="http://schemas.openxmlformats.org/officeDocument/2006/relationships/tags" Target="../tags/tag141.xml"/><Relationship Id="rId16" Type="http://schemas.openxmlformats.org/officeDocument/2006/relationships/tags" Target="../tags/tag155.xml"/><Relationship Id="rId20" Type="http://schemas.openxmlformats.org/officeDocument/2006/relationships/tags" Target="../tags/tag159.xml"/><Relationship Id="rId29" Type="http://schemas.openxmlformats.org/officeDocument/2006/relationships/tags" Target="../tags/tag168.xml"/><Relationship Id="rId41" Type="http://schemas.openxmlformats.org/officeDocument/2006/relationships/slideLayout" Target="../slideLayouts/slideLayout2.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24" Type="http://schemas.openxmlformats.org/officeDocument/2006/relationships/tags" Target="../tags/tag163.xml"/><Relationship Id="rId32" Type="http://schemas.openxmlformats.org/officeDocument/2006/relationships/tags" Target="../tags/tag171.xml"/><Relationship Id="rId37" Type="http://schemas.openxmlformats.org/officeDocument/2006/relationships/tags" Target="../tags/tag176.xml"/><Relationship Id="rId40" Type="http://schemas.openxmlformats.org/officeDocument/2006/relationships/tags" Target="../tags/tag179.xml"/><Relationship Id="rId5" Type="http://schemas.openxmlformats.org/officeDocument/2006/relationships/tags" Target="../tags/tag144.xml"/><Relationship Id="rId15" Type="http://schemas.openxmlformats.org/officeDocument/2006/relationships/tags" Target="../tags/tag154.xml"/><Relationship Id="rId23" Type="http://schemas.openxmlformats.org/officeDocument/2006/relationships/tags" Target="../tags/tag162.xml"/><Relationship Id="rId28" Type="http://schemas.openxmlformats.org/officeDocument/2006/relationships/tags" Target="../tags/tag167.xml"/><Relationship Id="rId36" Type="http://schemas.openxmlformats.org/officeDocument/2006/relationships/tags" Target="../tags/tag175.xml"/><Relationship Id="rId10" Type="http://schemas.openxmlformats.org/officeDocument/2006/relationships/tags" Target="../tags/tag149.xml"/><Relationship Id="rId19" Type="http://schemas.openxmlformats.org/officeDocument/2006/relationships/tags" Target="../tags/tag158.xml"/><Relationship Id="rId31" Type="http://schemas.openxmlformats.org/officeDocument/2006/relationships/tags" Target="../tags/tag170.xml"/><Relationship Id="rId4" Type="http://schemas.openxmlformats.org/officeDocument/2006/relationships/tags" Target="../tags/tag143.xml"/><Relationship Id="rId9" Type="http://schemas.openxmlformats.org/officeDocument/2006/relationships/tags" Target="../tags/tag148.xml"/><Relationship Id="rId14" Type="http://schemas.openxmlformats.org/officeDocument/2006/relationships/tags" Target="../tags/tag153.xml"/><Relationship Id="rId22" Type="http://schemas.openxmlformats.org/officeDocument/2006/relationships/tags" Target="../tags/tag161.xml"/><Relationship Id="rId27" Type="http://schemas.openxmlformats.org/officeDocument/2006/relationships/tags" Target="../tags/tag166.xml"/><Relationship Id="rId30" Type="http://schemas.openxmlformats.org/officeDocument/2006/relationships/tags" Target="../tags/tag169.xml"/><Relationship Id="rId35" Type="http://schemas.openxmlformats.org/officeDocument/2006/relationships/tags" Target="../tags/tag174.xml"/><Relationship Id="rId8" Type="http://schemas.openxmlformats.org/officeDocument/2006/relationships/tags" Target="../tags/tag147.xml"/><Relationship Id="rId3" Type="http://schemas.openxmlformats.org/officeDocument/2006/relationships/tags" Target="../tags/tag142.xml"/><Relationship Id="rId12" Type="http://schemas.openxmlformats.org/officeDocument/2006/relationships/tags" Target="../tags/tag151.xml"/><Relationship Id="rId17" Type="http://schemas.openxmlformats.org/officeDocument/2006/relationships/tags" Target="../tags/tag156.xml"/><Relationship Id="rId25" Type="http://schemas.openxmlformats.org/officeDocument/2006/relationships/tags" Target="../tags/tag164.xml"/><Relationship Id="rId33" Type="http://schemas.openxmlformats.org/officeDocument/2006/relationships/tags" Target="../tags/tag172.xml"/><Relationship Id="rId38" Type="http://schemas.openxmlformats.org/officeDocument/2006/relationships/tags" Target="../tags/tag177.xml"/></Relationships>
</file>

<file path=ppt/slides/_rels/slide13.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tags" Target="../tags/tag182.xml"/><Relationship Id="rId7" Type="http://schemas.openxmlformats.org/officeDocument/2006/relationships/slideLayout" Target="../slideLayouts/slideLayout3.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tags" Target="../tags/tag185.xml"/><Relationship Id="rId5" Type="http://schemas.openxmlformats.org/officeDocument/2006/relationships/tags" Target="../tags/tag184.xml"/><Relationship Id="rId4" Type="http://schemas.openxmlformats.org/officeDocument/2006/relationships/tags" Target="../tags/tag183.xml"/></Relationships>
</file>

<file path=ppt/slides/_rels/slide14.xml.rels><?xml version="1.0" encoding="UTF-8" standalone="yes"?>
<Relationships xmlns="http://schemas.openxmlformats.org/package/2006/relationships"><Relationship Id="rId3" Type="http://schemas.openxmlformats.org/officeDocument/2006/relationships/video" Target="../media/media2.mp4"/><Relationship Id="rId7" Type="http://schemas.openxmlformats.org/officeDocument/2006/relationships/image" Target="../media/image19.png"/><Relationship Id="rId2" Type="http://schemas.microsoft.com/office/2007/relationships/media" Target="../media/media2.mp4"/><Relationship Id="rId1" Type="http://schemas.openxmlformats.org/officeDocument/2006/relationships/tags" Target="../tags/tag186.xml"/><Relationship Id="rId6" Type="http://schemas.openxmlformats.org/officeDocument/2006/relationships/slideLayout" Target="../slideLayouts/slideLayout3.xml"/><Relationship Id="rId5" Type="http://schemas.openxmlformats.org/officeDocument/2006/relationships/tags" Target="../tags/tag188.xml"/><Relationship Id="rId4" Type="http://schemas.openxmlformats.org/officeDocument/2006/relationships/tags" Target="../tags/tag187.xml"/></Relationships>
</file>

<file path=ppt/slides/_rels/slide15.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slideLayout" Target="../slideLayouts/slideLayout3.xml"/><Relationship Id="rId5" Type="http://schemas.openxmlformats.org/officeDocument/2006/relationships/tags" Target="../tags/tag193.xml"/><Relationship Id="rId4" Type="http://schemas.openxmlformats.org/officeDocument/2006/relationships/tags" Target="../tags/tag192.xml"/></Relationships>
</file>

<file path=ppt/slides/_rels/slide16.xml.rels><?xml version="1.0" encoding="UTF-8" standalone="yes"?>
<Relationships xmlns="http://schemas.openxmlformats.org/package/2006/relationships"><Relationship Id="rId3" Type="http://schemas.openxmlformats.org/officeDocument/2006/relationships/tags" Target="../tags/tag196.xml"/><Relationship Id="rId2" Type="http://schemas.openxmlformats.org/officeDocument/2006/relationships/tags" Target="../tags/tag195.xml"/><Relationship Id="rId1" Type="http://schemas.openxmlformats.org/officeDocument/2006/relationships/tags" Target="../tags/tag194.xml"/><Relationship Id="rId5" Type="http://schemas.openxmlformats.org/officeDocument/2006/relationships/slideLayout" Target="../slideLayouts/slideLayout3.xml"/><Relationship Id="rId4" Type="http://schemas.openxmlformats.org/officeDocument/2006/relationships/tags" Target="../tags/tag197.xml"/></Relationships>
</file>

<file path=ppt/slides/_rels/slide17.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4"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3" Type="http://schemas.openxmlformats.org/officeDocument/2006/relationships/tags" Target="../tags/tag213.xml"/><Relationship Id="rId18" Type="http://schemas.openxmlformats.org/officeDocument/2006/relationships/tags" Target="../tags/tag218.xml"/><Relationship Id="rId26" Type="http://schemas.openxmlformats.org/officeDocument/2006/relationships/tags" Target="../tags/tag226.xml"/><Relationship Id="rId39" Type="http://schemas.openxmlformats.org/officeDocument/2006/relationships/tags" Target="../tags/tag239.xml"/><Relationship Id="rId21" Type="http://schemas.openxmlformats.org/officeDocument/2006/relationships/tags" Target="../tags/tag221.xml"/><Relationship Id="rId34" Type="http://schemas.openxmlformats.org/officeDocument/2006/relationships/tags" Target="../tags/tag234.xml"/><Relationship Id="rId42" Type="http://schemas.openxmlformats.org/officeDocument/2006/relationships/image" Target="../media/image17.png"/><Relationship Id="rId7" Type="http://schemas.openxmlformats.org/officeDocument/2006/relationships/tags" Target="../tags/tag207.xml"/><Relationship Id="rId2" Type="http://schemas.openxmlformats.org/officeDocument/2006/relationships/tags" Target="../tags/tag202.xml"/><Relationship Id="rId16" Type="http://schemas.openxmlformats.org/officeDocument/2006/relationships/tags" Target="../tags/tag216.xml"/><Relationship Id="rId20" Type="http://schemas.openxmlformats.org/officeDocument/2006/relationships/tags" Target="../tags/tag220.xml"/><Relationship Id="rId29" Type="http://schemas.openxmlformats.org/officeDocument/2006/relationships/tags" Target="../tags/tag229.xml"/><Relationship Id="rId41" Type="http://schemas.openxmlformats.org/officeDocument/2006/relationships/slideLayout" Target="../slideLayouts/slideLayout2.xml"/><Relationship Id="rId1" Type="http://schemas.openxmlformats.org/officeDocument/2006/relationships/tags" Target="../tags/tag201.xml"/><Relationship Id="rId6" Type="http://schemas.openxmlformats.org/officeDocument/2006/relationships/tags" Target="../tags/tag206.xml"/><Relationship Id="rId11" Type="http://schemas.openxmlformats.org/officeDocument/2006/relationships/tags" Target="../tags/tag211.xml"/><Relationship Id="rId24" Type="http://schemas.openxmlformats.org/officeDocument/2006/relationships/tags" Target="../tags/tag224.xml"/><Relationship Id="rId32" Type="http://schemas.openxmlformats.org/officeDocument/2006/relationships/tags" Target="../tags/tag232.xml"/><Relationship Id="rId37" Type="http://schemas.openxmlformats.org/officeDocument/2006/relationships/tags" Target="../tags/tag237.xml"/><Relationship Id="rId40" Type="http://schemas.openxmlformats.org/officeDocument/2006/relationships/tags" Target="../tags/tag240.xml"/><Relationship Id="rId5" Type="http://schemas.openxmlformats.org/officeDocument/2006/relationships/tags" Target="../tags/tag205.xml"/><Relationship Id="rId15" Type="http://schemas.openxmlformats.org/officeDocument/2006/relationships/tags" Target="../tags/tag215.xml"/><Relationship Id="rId23" Type="http://schemas.openxmlformats.org/officeDocument/2006/relationships/tags" Target="../tags/tag223.xml"/><Relationship Id="rId28" Type="http://schemas.openxmlformats.org/officeDocument/2006/relationships/tags" Target="../tags/tag228.xml"/><Relationship Id="rId36" Type="http://schemas.openxmlformats.org/officeDocument/2006/relationships/tags" Target="../tags/tag236.xml"/><Relationship Id="rId10" Type="http://schemas.openxmlformats.org/officeDocument/2006/relationships/tags" Target="../tags/tag210.xml"/><Relationship Id="rId19" Type="http://schemas.openxmlformats.org/officeDocument/2006/relationships/tags" Target="../tags/tag219.xml"/><Relationship Id="rId31" Type="http://schemas.openxmlformats.org/officeDocument/2006/relationships/tags" Target="../tags/tag231.xml"/><Relationship Id="rId4" Type="http://schemas.openxmlformats.org/officeDocument/2006/relationships/tags" Target="../tags/tag204.xml"/><Relationship Id="rId9" Type="http://schemas.openxmlformats.org/officeDocument/2006/relationships/tags" Target="../tags/tag209.xml"/><Relationship Id="rId14" Type="http://schemas.openxmlformats.org/officeDocument/2006/relationships/tags" Target="../tags/tag214.xml"/><Relationship Id="rId22" Type="http://schemas.openxmlformats.org/officeDocument/2006/relationships/tags" Target="../tags/tag222.xml"/><Relationship Id="rId27" Type="http://schemas.openxmlformats.org/officeDocument/2006/relationships/tags" Target="../tags/tag227.xml"/><Relationship Id="rId30" Type="http://schemas.openxmlformats.org/officeDocument/2006/relationships/tags" Target="../tags/tag230.xml"/><Relationship Id="rId35" Type="http://schemas.openxmlformats.org/officeDocument/2006/relationships/tags" Target="../tags/tag235.xml"/><Relationship Id="rId8" Type="http://schemas.openxmlformats.org/officeDocument/2006/relationships/tags" Target="../tags/tag208.xml"/><Relationship Id="rId3" Type="http://schemas.openxmlformats.org/officeDocument/2006/relationships/tags" Target="../tags/tag203.xml"/><Relationship Id="rId12" Type="http://schemas.openxmlformats.org/officeDocument/2006/relationships/tags" Target="../tags/tag212.xml"/><Relationship Id="rId17" Type="http://schemas.openxmlformats.org/officeDocument/2006/relationships/tags" Target="../tags/tag217.xml"/><Relationship Id="rId25" Type="http://schemas.openxmlformats.org/officeDocument/2006/relationships/tags" Target="../tags/tag225.xml"/><Relationship Id="rId33" Type="http://schemas.openxmlformats.org/officeDocument/2006/relationships/tags" Target="../tags/tag233.xml"/><Relationship Id="rId38" Type="http://schemas.openxmlformats.org/officeDocument/2006/relationships/tags" Target="../tags/tag238.xml"/></Relationships>
</file>

<file path=ppt/slides/_rels/slide19.xml.rels><?xml version="1.0" encoding="UTF-8" standalone="yes"?>
<Relationships xmlns="http://schemas.openxmlformats.org/package/2006/relationships"><Relationship Id="rId3" Type="http://schemas.microsoft.com/office/2007/relationships/media" Target="../media/media3.mp4"/><Relationship Id="rId7" Type="http://schemas.openxmlformats.org/officeDocument/2006/relationships/image" Target="../media/image20.png"/><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slideLayout" Target="../slideLayouts/slideLayout3.xml"/><Relationship Id="rId5" Type="http://schemas.openxmlformats.org/officeDocument/2006/relationships/tags" Target="../tags/tag243.xml"/><Relationship Id="rId4" Type="http://schemas.openxmlformats.org/officeDocument/2006/relationships/video" Target="../media/media3.mp4"/></Relationships>
</file>

<file path=ppt/slides/_rels/slide20.xml.rels><?xml version="1.0" encoding="UTF-8" standalone="yes"?>
<Relationships xmlns="http://schemas.openxmlformats.org/package/2006/relationships"><Relationship Id="rId3" Type="http://schemas.openxmlformats.org/officeDocument/2006/relationships/tags" Target="../tags/tag246.xml"/><Relationship Id="rId2" Type="http://schemas.openxmlformats.org/officeDocument/2006/relationships/tags" Target="../tags/tag245.xml"/><Relationship Id="rId1" Type="http://schemas.openxmlformats.org/officeDocument/2006/relationships/tags" Target="../tags/tag244.xml"/><Relationship Id="rId6" Type="http://schemas.openxmlformats.org/officeDocument/2006/relationships/image" Target="../media/image21.png"/><Relationship Id="rId5" Type="http://schemas.openxmlformats.org/officeDocument/2006/relationships/slideLayout" Target="../slideLayouts/slideLayout3.xml"/><Relationship Id="rId4" Type="http://schemas.openxmlformats.org/officeDocument/2006/relationships/tags" Target="../tags/tag247.xml"/></Relationships>
</file>

<file path=ppt/slides/_rels/slide21.xml.rels><?xml version="1.0" encoding="UTF-8" standalone="yes"?>
<Relationships xmlns="http://schemas.openxmlformats.org/package/2006/relationships"><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slideLayout" Target="../slideLayouts/slideLayout3.xml"/><Relationship Id="rId5" Type="http://schemas.openxmlformats.org/officeDocument/2006/relationships/tags" Target="../tags/tag252.xml"/><Relationship Id="rId4" Type="http://schemas.openxmlformats.org/officeDocument/2006/relationships/tags" Target="../tags/tag251.xml"/></Relationships>
</file>

<file path=ppt/slides/_rels/slide22.xml.rels><?xml version="1.0" encoding="UTF-8" standalone="yes"?>
<Relationships xmlns="http://schemas.openxmlformats.org/package/2006/relationships"><Relationship Id="rId3" Type="http://schemas.openxmlformats.org/officeDocument/2006/relationships/video" Target="../media/media4.mp4"/><Relationship Id="rId7" Type="http://schemas.openxmlformats.org/officeDocument/2006/relationships/image" Target="../media/image22.png"/><Relationship Id="rId2" Type="http://schemas.microsoft.com/office/2007/relationships/media" Target="../media/media4.mp4"/><Relationship Id="rId1" Type="http://schemas.openxmlformats.org/officeDocument/2006/relationships/tags" Target="../tags/tag253.xml"/><Relationship Id="rId6" Type="http://schemas.openxmlformats.org/officeDocument/2006/relationships/slideLayout" Target="../slideLayouts/slideLayout3.xml"/><Relationship Id="rId5" Type="http://schemas.openxmlformats.org/officeDocument/2006/relationships/tags" Target="../tags/tag255.xml"/><Relationship Id="rId4" Type="http://schemas.openxmlformats.org/officeDocument/2006/relationships/tags" Target="../tags/tag254.xml"/></Relationships>
</file>

<file path=ppt/slides/_rels/slide23.xml.rels><?xml version="1.0" encoding="UTF-8" standalone="yes"?>
<Relationships xmlns="http://schemas.openxmlformats.org/package/2006/relationships"><Relationship Id="rId3" Type="http://schemas.openxmlformats.org/officeDocument/2006/relationships/tags" Target="../tags/tag258.xml"/><Relationship Id="rId2" Type="http://schemas.openxmlformats.org/officeDocument/2006/relationships/tags" Target="../tags/tag257.xml"/><Relationship Id="rId1" Type="http://schemas.openxmlformats.org/officeDocument/2006/relationships/tags" Target="../tags/tag256.xml"/><Relationship Id="rId6" Type="http://schemas.openxmlformats.org/officeDocument/2006/relationships/image" Target="../media/image23.png"/><Relationship Id="rId5" Type="http://schemas.openxmlformats.org/officeDocument/2006/relationships/slideLayout" Target="../slideLayouts/slideLayout3.xml"/><Relationship Id="rId4" Type="http://schemas.openxmlformats.org/officeDocument/2006/relationships/tags" Target="../tags/tag259.xml"/></Relationships>
</file>

<file path=ppt/slides/_rels/slide24.xml.rels><?xml version="1.0" encoding="UTF-8" standalone="yes"?>
<Relationships xmlns="http://schemas.openxmlformats.org/package/2006/relationships"><Relationship Id="rId3" Type="http://schemas.openxmlformats.org/officeDocument/2006/relationships/tags" Target="../tags/tag262.xml"/><Relationship Id="rId2" Type="http://schemas.openxmlformats.org/officeDocument/2006/relationships/tags" Target="../tags/tag261.xml"/><Relationship Id="rId1" Type="http://schemas.openxmlformats.org/officeDocument/2006/relationships/tags" Target="../tags/tag260.xml"/><Relationship Id="rId5" Type="http://schemas.openxmlformats.org/officeDocument/2006/relationships/slideLayout" Target="../slideLayouts/slideLayout3.xml"/><Relationship Id="rId4" Type="http://schemas.openxmlformats.org/officeDocument/2006/relationships/tags" Target="../tags/tag263.xml"/></Relationships>
</file>

<file path=ppt/slides/_rels/slide25.xml.rels><?xml version="1.0" encoding="UTF-8" standalone="yes"?>
<Relationships xmlns="http://schemas.openxmlformats.org/package/2006/relationships"><Relationship Id="rId3" Type="http://schemas.microsoft.com/office/2007/relationships/media" Target="../media/media5.mp4"/><Relationship Id="rId7" Type="http://schemas.openxmlformats.org/officeDocument/2006/relationships/image" Target="../media/image24.png"/><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slideLayout" Target="../slideLayouts/slideLayout3.xml"/><Relationship Id="rId5" Type="http://schemas.openxmlformats.org/officeDocument/2006/relationships/tags" Target="../tags/tag266.xml"/><Relationship Id="rId4" Type="http://schemas.openxmlformats.org/officeDocument/2006/relationships/video" Target="../media/media5.mp4"/></Relationships>
</file>

<file path=ppt/slides/_rels/slide26.xml.rels><?xml version="1.0" encoding="UTF-8" standalone="yes"?>
<Relationships xmlns="http://schemas.openxmlformats.org/package/2006/relationships"><Relationship Id="rId3" Type="http://schemas.openxmlformats.org/officeDocument/2006/relationships/video" Target="../media/media6.mp4"/><Relationship Id="rId7" Type="http://schemas.openxmlformats.org/officeDocument/2006/relationships/image" Target="../media/image25.png"/><Relationship Id="rId2" Type="http://schemas.microsoft.com/office/2007/relationships/media" Target="../media/media6.mp4"/><Relationship Id="rId1" Type="http://schemas.openxmlformats.org/officeDocument/2006/relationships/tags" Target="../tags/tag267.xml"/><Relationship Id="rId6" Type="http://schemas.openxmlformats.org/officeDocument/2006/relationships/slideLayout" Target="../slideLayouts/slideLayout3.xml"/><Relationship Id="rId5" Type="http://schemas.openxmlformats.org/officeDocument/2006/relationships/tags" Target="../tags/tag269.xml"/><Relationship Id="rId4" Type="http://schemas.openxmlformats.org/officeDocument/2006/relationships/tags" Target="../tags/tag268.xml"/></Relationships>
</file>

<file path=ppt/slides/_rels/slide27.xml.rels><?xml version="1.0" encoding="UTF-8" standalone="yes"?>
<Relationships xmlns="http://schemas.openxmlformats.org/package/2006/relationships"><Relationship Id="rId3" Type="http://schemas.openxmlformats.org/officeDocument/2006/relationships/tags" Target="../tags/tag272.xml"/><Relationship Id="rId2" Type="http://schemas.openxmlformats.org/officeDocument/2006/relationships/tags" Target="../tags/tag271.xml"/><Relationship Id="rId1" Type="http://schemas.openxmlformats.org/officeDocument/2006/relationships/tags" Target="../tags/tag270.xml"/><Relationship Id="rId5" Type="http://schemas.openxmlformats.org/officeDocument/2006/relationships/slideLayout" Target="../slideLayouts/slideLayout3.xml"/><Relationship Id="rId4" Type="http://schemas.openxmlformats.org/officeDocument/2006/relationships/tags" Target="../tags/tag273.xml"/></Relationships>
</file>

<file path=ppt/slides/_rels/slide28.xml.rels><?xml version="1.0" encoding="UTF-8" standalone="yes"?>
<Relationships xmlns="http://schemas.openxmlformats.org/package/2006/relationships"><Relationship Id="rId3" Type="http://schemas.openxmlformats.org/officeDocument/2006/relationships/tags" Target="../tags/tag276.xml"/><Relationship Id="rId2" Type="http://schemas.openxmlformats.org/officeDocument/2006/relationships/tags" Target="../tags/tag275.xml"/><Relationship Id="rId1" Type="http://schemas.openxmlformats.org/officeDocument/2006/relationships/tags" Target="../tags/tag274.xml"/><Relationship Id="rId4"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tags" Target="../tags/tag279.xml"/><Relationship Id="rId7" Type="http://schemas.openxmlformats.org/officeDocument/2006/relationships/image" Target="../media/image26.png"/><Relationship Id="rId2" Type="http://schemas.openxmlformats.org/officeDocument/2006/relationships/tags" Target="../tags/tag278.xml"/><Relationship Id="rId1" Type="http://schemas.openxmlformats.org/officeDocument/2006/relationships/tags" Target="../tags/tag277.xml"/><Relationship Id="rId6" Type="http://schemas.openxmlformats.org/officeDocument/2006/relationships/slideLayout" Target="../slideLayouts/slideLayout3.xml"/><Relationship Id="rId5" Type="http://schemas.openxmlformats.org/officeDocument/2006/relationships/tags" Target="../tags/tag281.xml"/><Relationship Id="rId4" Type="http://schemas.openxmlformats.org/officeDocument/2006/relationships/tags" Target="../tags/tag280.xml"/></Relationships>
</file>

<file path=ppt/slides/_rels/slide30.xml.rels><?xml version="1.0" encoding="UTF-8" standalone="yes"?>
<Relationships xmlns="http://schemas.openxmlformats.org/package/2006/relationships"><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tags" Target="../tags/tag282.xml"/><Relationship Id="rId4"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3" Type="http://schemas.openxmlformats.org/officeDocument/2006/relationships/tags" Target="../tags/tag297.xml"/><Relationship Id="rId18" Type="http://schemas.openxmlformats.org/officeDocument/2006/relationships/tags" Target="../tags/tag302.xml"/><Relationship Id="rId26" Type="http://schemas.openxmlformats.org/officeDocument/2006/relationships/tags" Target="../tags/tag310.xml"/><Relationship Id="rId39" Type="http://schemas.openxmlformats.org/officeDocument/2006/relationships/tags" Target="../tags/tag323.xml"/><Relationship Id="rId21" Type="http://schemas.openxmlformats.org/officeDocument/2006/relationships/tags" Target="../tags/tag305.xml"/><Relationship Id="rId34" Type="http://schemas.openxmlformats.org/officeDocument/2006/relationships/tags" Target="../tags/tag318.xml"/><Relationship Id="rId42" Type="http://schemas.openxmlformats.org/officeDocument/2006/relationships/image" Target="../media/image27.png"/><Relationship Id="rId7" Type="http://schemas.openxmlformats.org/officeDocument/2006/relationships/tags" Target="../tags/tag291.xml"/><Relationship Id="rId2" Type="http://schemas.openxmlformats.org/officeDocument/2006/relationships/tags" Target="../tags/tag286.xml"/><Relationship Id="rId16" Type="http://schemas.openxmlformats.org/officeDocument/2006/relationships/tags" Target="../tags/tag300.xml"/><Relationship Id="rId20" Type="http://schemas.openxmlformats.org/officeDocument/2006/relationships/tags" Target="../tags/tag304.xml"/><Relationship Id="rId29" Type="http://schemas.openxmlformats.org/officeDocument/2006/relationships/tags" Target="../tags/tag313.xml"/><Relationship Id="rId41" Type="http://schemas.openxmlformats.org/officeDocument/2006/relationships/slideLayout" Target="../slideLayouts/slideLayout2.xml"/><Relationship Id="rId1" Type="http://schemas.openxmlformats.org/officeDocument/2006/relationships/tags" Target="../tags/tag285.xml"/><Relationship Id="rId6" Type="http://schemas.openxmlformats.org/officeDocument/2006/relationships/tags" Target="../tags/tag290.xml"/><Relationship Id="rId11" Type="http://schemas.openxmlformats.org/officeDocument/2006/relationships/tags" Target="../tags/tag295.xml"/><Relationship Id="rId24" Type="http://schemas.openxmlformats.org/officeDocument/2006/relationships/tags" Target="../tags/tag308.xml"/><Relationship Id="rId32" Type="http://schemas.openxmlformats.org/officeDocument/2006/relationships/tags" Target="../tags/tag316.xml"/><Relationship Id="rId37" Type="http://schemas.openxmlformats.org/officeDocument/2006/relationships/tags" Target="../tags/tag321.xml"/><Relationship Id="rId40" Type="http://schemas.openxmlformats.org/officeDocument/2006/relationships/tags" Target="../tags/tag324.xml"/><Relationship Id="rId5" Type="http://schemas.openxmlformats.org/officeDocument/2006/relationships/tags" Target="../tags/tag289.xml"/><Relationship Id="rId15" Type="http://schemas.openxmlformats.org/officeDocument/2006/relationships/tags" Target="../tags/tag299.xml"/><Relationship Id="rId23" Type="http://schemas.openxmlformats.org/officeDocument/2006/relationships/tags" Target="../tags/tag307.xml"/><Relationship Id="rId28" Type="http://schemas.openxmlformats.org/officeDocument/2006/relationships/tags" Target="../tags/tag312.xml"/><Relationship Id="rId36" Type="http://schemas.openxmlformats.org/officeDocument/2006/relationships/tags" Target="../tags/tag320.xml"/><Relationship Id="rId10" Type="http://schemas.openxmlformats.org/officeDocument/2006/relationships/tags" Target="../tags/tag294.xml"/><Relationship Id="rId19" Type="http://schemas.openxmlformats.org/officeDocument/2006/relationships/tags" Target="../tags/tag303.xml"/><Relationship Id="rId31" Type="http://schemas.openxmlformats.org/officeDocument/2006/relationships/tags" Target="../tags/tag315.xml"/><Relationship Id="rId4" Type="http://schemas.openxmlformats.org/officeDocument/2006/relationships/tags" Target="../tags/tag288.xml"/><Relationship Id="rId9" Type="http://schemas.openxmlformats.org/officeDocument/2006/relationships/tags" Target="../tags/tag293.xml"/><Relationship Id="rId14" Type="http://schemas.openxmlformats.org/officeDocument/2006/relationships/tags" Target="../tags/tag298.xml"/><Relationship Id="rId22" Type="http://schemas.openxmlformats.org/officeDocument/2006/relationships/tags" Target="../tags/tag306.xml"/><Relationship Id="rId27" Type="http://schemas.openxmlformats.org/officeDocument/2006/relationships/tags" Target="../tags/tag311.xml"/><Relationship Id="rId30" Type="http://schemas.openxmlformats.org/officeDocument/2006/relationships/tags" Target="../tags/tag314.xml"/><Relationship Id="rId35" Type="http://schemas.openxmlformats.org/officeDocument/2006/relationships/tags" Target="../tags/tag319.xml"/><Relationship Id="rId8" Type="http://schemas.openxmlformats.org/officeDocument/2006/relationships/tags" Target="../tags/tag292.xml"/><Relationship Id="rId3" Type="http://schemas.openxmlformats.org/officeDocument/2006/relationships/tags" Target="../tags/tag287.xml"/><Relationship Id="rId12" Type="http://schemas.openxmlformats.org/officeDocument/2006/relationships/tags" Target="../tags/tag296.xml"/><Relationship Id="rId17" Type="http://schemas.openxmlformats.org/officeDocument/2006/relationships/tags" Target="../tags/tag301.xml"/><Relationship Id="rId25" Type="http://schemas.openxmlformats.org/officeDocument/2006/relationships/tags" Target="../tags/tag309.xml"/><Relationship Id="rId33" Type="http://schemas.openxmlformats.org/officeDocument/2006/relationships/tags" Target="../tags/tag317.xml"/><Relationship Id="rId38" Type="http://schemas.openxmlformats.org/officeDocument/2006/relationships/tags" Target="../tags/tag322.xml"/></Relationships>
</file>

<file path=ppt/slides/_rels/slide32.xml.rels><?xml version="1.0" encoding="UTF-8" standalone="yes"?>
<Relationships xmlns="http://schemas.openxmlformats.org/package/2006/relationships"><Relationship Id="rId13" Type="http://schemas.openxmlformats.org/officeDocument/2006/relationships/tags" Target="../tags/tag337.xml"/><Relationship Id="rId18" Type="http://schemas.openxmlformats.org/officeDocument/2006/relationships/tags" Target="../tags/tag342.xml"/><Relationship Id="rId26" Type="http://schemas.openxmlformats.org/officeDocument/2006/relationships/tags" Target="../tags/tag350.xml"/><Relationship Id="rId39" Type="http://schemas.openxmlformats.org/officeDocument/2006/relationships/tags" Target="../tags/tag363.xml"/><Relationship Id="rId21" Type="http://schemas.openxmlformats.org/officeDocument/2006/relationships/tags" Target="../tags/tag345.xml"/><Relationship Id="rId34" Type="http://schemas.openxmlformats.org/officeDocument/2006/relationships/tags" Target="../tags/tag358.xml"/><Relationship Id="rId42" Type="http://schemas.openxmlformats.org/officeDocument/2006/relationships/tags" Target="../tags/tag366.xml"/><Relationship Id="rId47" Type="http://schemas.openxmlformats.org/officeDocument/2006/relationships/tags" Target="../tags/tag371.xml"/><Relationship Id="rId7" Type="http://schemas.openxmlformats.org/officeDocument/2006/relationships/tags" Target="../tags/tag331.xml"/><Relationship Id="rId2" Type="http://schemas.openxmlformats.org/officeDocument/2006/relationships/tags" Target="../tags/tag326.xml"/><Relationship Id="rId16" Type="http://schemas.openxmlformats.org/officeDocument/2006/relationships/tags" Target="../tags/tag340.xml"/><Relationship Id="rId29" Type="http://schemas.openxmlformats.org/officeDocument/2006/relationships/tags" Target="../tags/tag353.xml"/><Relationship Id="rId11" Type="http://schemas.openxmlformats.org/officeDocument/2006/relationships/tags" Target="../tags/tag335.xml"/><Relationship Id="rId24" Type="http://schemas.openxmlformats.org/officeDocument/2006/relationships/tags" Target="../tags/tag348.xml"/><Relationship Id="rId32" Type="http://schemas.openxmlformats.org/officeDocument/2006/relationships/tags" Target="../tags/tag356.xml"/><Relationship Id="rId37" Type="http://schemas.openxmlformats.org/officeDocument/2006/relationships/tags" Target="../tags/tag361.xml"/><Relationship Id="rId40" Type="http://schemas.openxmlformats.org/officeDocument/2006/relationships/tags" Target="../tags/tag364.xml"/><Relationship Id="rId45" Type="http://schemas.openxmlformats.org/officeDocument/2006/relationships/tags" Target="../tags/tag369.xml"/><Relationship Id="rId5" Type="http://schemas.openxmlformats.org/officeDocument/2006/relationships/tags" Target="../tags/tag329.xml"/><Relationship Id="rId15" Type="http://schemas.openxmlformats.org/officeDocument/2006/relationships/tags" Target="../tags/tag339.xml"/><Relationship Id="rId23" Type="http://schemas.openxmlformats.org/officeDocument/2006/relationships/tags" Target="../tags/tag347.xml"/><Relationship Id="rId28" Type="http://schemas.openxmlformats.org/officeDocument/2006/relationships/tags" Target="../tags/tag352.xml"/><Relationship Id="rId36" Type="http://schemas.openxmlformats.org/officeDocument/2006/relationships/tags" Target="../tags/tag360.xml"/><Relationship Id="rId49" Type="http://schemas.openxmlformats.org/officeDocument/2006/relationships/notesSlide" Target="../notesSlides/notesSlide1.xml"/><Relationship Id="rId10" Type="http://schemas.openxmlformats.org/officeDocument/2006/relationships/tags" Target="../tags/tag334.xml"/><Relationship Id="rId19" Type="http://schemas.openxmlformats.org/officeDocument/2006/relationships/tags" Target="../tags/tag343.xml"/><Relationship Id="rId31" Type="http://schemas.openxmlformats.org/officeDocument/2006/relationships/tags" Target="../tags/tag355.xml"/><Relationship Id="rId44" Type="http://schemas.openxmlformats.org/officeDocument/2006/relationships/tags" Target="../tags/tag368.xml"/><Relationship Id="rId4" Type="http://schemas.openxmlformats.org/officeDocument/2006/relationships/tags" Target="../tags/tag328.xml"/><Relationship Id="rId9" Type="http://schemas.openxmlformats.org/officeDocument/2006/relationships/tags" Target="../tags/tag333.xml"/><Relationship Id="rId14" Type="http://schemas.openxmlformats.org/officeDocument/2006/relationships/tags" Target="../tags/tag338.xml"/><Relationship Id="rId22" Type="http://schemas.openxmlformats.org/officeDocument/2006/relationships/tags" Target="../tags/tag346.xml"/><Relationship Id="rId27" Type="http://schemas.openxmlformats.org/officeDocument/2006/relationships/tags" Target="../tags/tag351.xml"/><Relationship Id="rId30" Type="http://schemas.openxmlformats.org/officeDocument/2006/relationships/tags" Target="../tags/tag354.xml"/><Relationship Id="rId35" Type="http://schemas.openxmlformats.org/officeDocument/2006/relationships/tags" Target="../tags/tag359.xml"/><Relationship Id="rId43" Type="http://schemas.openxmlformats.org/officeDocument/2006/relationships/tags" Target="../tags/tag367.xml"/><Relationship Id="rId48" Type="http://schemas.openxmlformats.org/officeDocument/2006/relationships/slideLayout" Target="../slideLayouts/slideLayout2.xml"/><Relationship Id="rId8" Type="http://schemas.openxmlformats.org/officeDocument/2006/relationships/tags" Target="../tags/tag332.xml"/><Relationship Id="rId3" Type="http://schemas.openxmlformats.org/officeDocument/2006/relationships/tags" Target="../tags/tag327.xml"/><Relationship Id="rId12" Type="http://schemas.openxmlformats.org/officeDocument/2006/relationships/tags" Target="../tags/tag336.xml"/><Relationship Id="rId17" Type="http://schemas.openxmlformats.org/officeDocument/2006/relationships/tags" Target="../tags/tag341.xml"/><Relationship Id="rId25" Type="http://schemas.openxmlformats.org/officeDocument/2006/relationships/tags" Target="../tags/tag349.xml"/><Relationship Id="rId33" Type="http://schemas.openxmlformats.org/officeDocument/2006/relationships/tags" Target="../tags/tag357.xml"/><Relationship Id="rId38" Type="http://schemas.openxmlformats.org/officeDocument/2006/relationships/tags" Target="../tags/tag362.xml"/><Relationship Id="rId46" Type="http://schemas.openxmlformats.org/officeDocument/2006/relationships/tags" Target="../tags/tag370.xml"/><Relationship Id="rId20" Type="http://schemas.openxmlformats.org/officeDocument/2006/relationships/tags" Target="../tags/tag344.xml"/><Relationship Id="rId41" Type="http://schemas.openxmlformats.org/officeDocument/2006/relationships/tags" Target="../tags/tag365.xml"/><Relationship Id="rId1" Type="http://schemas.openxmlformats.org/officeDocument/2006/relationships/tags" Target="../tags/tag325.xml"/><Relationship Id="rId6" Type="http://schemas.openxmlformats.org/officeDocument/2006/relationships/tags" Target="../tags/tag330.xml"/></Relationships>
</file>

<file path=ppt/slides/_rels/slide33.xml.rels><?xml version="1.0" encoding="UTF-8" standalone="yes"?>
<Relationships xmlns="http://schemas.openxmlformats.org/package/2006/relationships"><Relationship Id="rId13" Type="http://schemas.openxmlformats.org/officeDocument/2006/relationships/tags" Target="../tags/tag386.xml"/><Relationship Id="rId18" Type="http://schemas.openxmlformats.org/officeDocument/2006/relationships/tags" Target="../tags/tag391.xml"/><Relationship Id="rId26" Type="http://schemas.openxmlformats.org/officeDocument/2006/relationships/tags" Target="../tags/tag399.xml"/><Relationship Id="rId39" Type="http://schemas.openxmlformats.org/officeDocument/2006/relationships/tags" Target="../tags/tag412.xml"/><Relationship Id="rId21" Type="http://schemas.openxmlformats.org/officeDocument/2006/relationships/tags" Target="../tags/tag394.xml"/><Relationship Id="rId34" Type="http://schemas.openxmlformats.org/officeDocument/2006/relationships/tags" Target="../tags/tag407.xml"/><Relationship Id="rId42" Type="http://schemas.openxmlformats.org/officeDocument/2006/relationships/image" Target="../media/image27.png"/><Relationship Id="rId7" Type="http://schemas.openxmlformats.org/officeDocument/2006/relationships/tags" Target="../tags/tag380.xml"/><Relationship Id="rId2" Type="http://schemas.openxmlformats.org/officeDocument/2006/relationships/tags" Target="../tags/tag375.xml"/><Relationship Id="rId16" Type="http://schemas.openxmlformats.org/officeDocument/2006/relationships/tags" Target="../tags/tag389.xml"/><Relationship Id="rId20" Type="http://schemas.openxmlformats.org/officeDocument/2006/relationships/tags" Target="../tags/tag393.xml"/><Relationship Id="rId29" Type="http://schemas.openxmlformats.org/officeDocument/2006/relationships/tags" Target="../tags/tag402.xml"/><Relationship Id="rId41" Type="http://schemas.openxmlformats.org/officeDocument/2006/relationships/slideLayout" Target="../slideLayouts/slideLayout2.xml"/><Relationship Id="rId1" Type="http://schemas.openxmlformats.org/officeDocument/2006/relationships/tags" Target="../tags/tag374.xml"/><Relationship Id="rId6" Type="http://schemas.openxmlformats.org/officeDocument/2006/relationships/tags" Target="../tags/tag379.xml"/><Relationship Id="rId11" Type="http://schemas.openxmlformats.org/officeDocument/2006/relationships/tags" Target="../tags/tag384.xml"/><Relationship Id="rId24" Type="http://schemas.openxmlformats.org/officeDocument/2006/relationships/tags" Target="../tags/tag397.xml"/><Relationship Id="rId32" Type="http://schemas.openxmlformats.org/officeDocument/2006/relationships/tags" Target="../tags/tag405.xml"/><Relationship Id="rId37" Type="http://schemas.openxmlformats.org/officeDocument/2006/relationships/tags" Target="../tags/tag410.xml"/><Relationship Id="rId40" Type="http://schemas.openxmlformats.org/officeDocument/2006/relationships/tags" Target="../tags/tag413.xml"/><Relationship Id="rId5" Type="http://schemas.openxmlformats.org/officeDocument/2006/relationships/tags" Target="../tags/tag378.xml"/><Relationship Id="rId15" Type="http://schemas.openxmlformats.org/officeDocument/2006/relationships/tags" Target="../tags/tag388.xml"/><Relationship Id="rId23" Type="http://schemas.openxmlformats.org/officeDocument/2006/relationships/tags" Target="../tags/tag396.xml"/><Relationship Id="rId28" Type="http://schemas.openxmlformats.org/officeDocument/2006/relationships/tags" Target="../tags/tag401.xml"/><Relationship Id="rId36" Type="http://schemas.openxmlformats.org/officeDocument/2006/relationships/tags" Target="../tags/tag409.xml"/><Relationship Id="rId10" Type="http://schemas.openxmlformats.org/officeDocument/2006/relationships/tags" Target="../tags/tag383.xml"/><Relationship Id="rId19" Type="http://schemas.openxmlformats.org/officeDocument/2006/relationships/tags" Target="../tags/tag392.xml"/><Relationship Id="rId31" Type="http://schemas.openxmlformats.org/officeDocument/2006/relationships/tags" Target="../tags/tag404.xml"/><Relationship Id="rId4" Type="http://schemas.openxmlformats.org/officeDocument/2006/relationships/tags" Target="../tags/tag377.xml"/><Relationship Id="rId9" Type="http://schemas.openxmlformats.org/officeDocument/2006/relationships/tags" Target="../tags/tag382.xml"/><Relationship Id="rId14" Type="http://schemas.openxmlformats.org/officeDocument/2006/relationships/tags" Target="../tags/tag387.xml"/><Relationship Id="rId22" Type="http://schemas.openxmlformats.org/officeDocument/2006/relationships/tags" Target="../tags/tag395.xml"/><Relationship Id="rId27" Type="http://schemas.openxmlformats.org/officeDocument/2006/relationships/tags" Target="../tags/tag400.xml"/><Relationship Id="rId30" Type="http://schemas.openxmlformats.org/officeDocument/2006/relationships/tags" Target="../tags/tag403.xml"/><Relationship Id="rId35" Type="http://schemas.openxmlformats.org/officeDocument/2006/relationships/tags" Target="../tags/tag408.xml"/><Relationship Id="rId8" Type="http://schemas.openxmlformats.org/officeDocument/2006/relationships/tags" Target="../tags/tag381.xml"/><Relationship Id="rId3" Type="http://schemas.openxmlformats.org/officeDocument/2006/relationships/tags" Target="../tags/tag376.xml"/><Relationship Id="rId12" Type="http://schemas.openxmlformats.org/officeDocument/2006/relationships/tags" Target="../tags/tag385.xml"/><Relationship Id="rId17" Type="http://schemas.openxmlformats.org/officeDocument/2006/relationships/tags" Target="../tags/tag390.xml"/><Relationship Id="rId25" Type="http://schemas.openxmlformats.org/officeDocument/2006/relationships/tags" Target="../tags/tag398.xml"/><Relationship Id="rId33" Type="http://schemas.openxmlformats.org/officeDocument/2006/relationships/tags" Target="../tags/tag406.xml"/><Relationship Id="rId38" Type="http://schemas.openxmlformats.org/officeDocument/2006/relationships/tags" Target="../tags/tag411.xml"/></Relationships>
</file>

<file path=ppt/slides/_rels/slide34.xml.rels><?xml version="1.0" encoding="UTF-8" standalone="yes"?>
<Relationships xmlns="http://schemas.openxmlformats.org/package/2006/relationships"><Relationship Id="rId8" Type="http://schemas.openxmlformats.org/officeDocument/2006/relationships/tags" Target="../tags/tag421.xml"/><Relationship Id="rId13" Type="http://schemas.openxmlformats.org/officeDocument/2006/relationships/tags" Target="../tags/tag426.xml"/><Relationship Id="rId3" Type="http://schemas.openxmlformats.org/officeDocument/2006/relationships/tags" Target="../tags/tag416.xml"/><Relationship Id="rId7" Type="http://schemas.openxmlformats.org/officeDocument/2006/relationships/tags" Target="../tags/tag420.xml"/><Relationship Id="rId12" Type="http://schemas.openxmlformats.org/officeDocument/2006/relationships/tags" Target="../tags/tag425.xml"/><Relationship Id="rId2" Type="http://schemas.openxmlformats.org/officeDocument/2006/relationships/tags" Target="../tags/tag415.xml"/><Relationship Id="rId16" Type="http://schemas.openxmlformats.org/officeDocument/2006/relationships/notesSlide" Target="../notesSlides/notesSlide2.xml"/><Relationship Id="rId1" Type="http://schemas.openxmlformats.org/officeDocument/2006/relationships/tags" Target="../tags/tag414.xml"/><Relationship Id="rId6" Type="http://schemas.openxmlformats.org/officeDocument/2006/relationships/tags" Target="../tags/tag419.xml"/><Relationship Id="rId11" Type="http://schemas.openxmlformats.org/officeDocument/2006/relationships/tags" Target="../tags/tag424.xml"/><Relationship Id="rId5" Type="http://schemas.openxmlformats.org/officeDocument/2006/relationships/tags" Target="../tags/tag418.xml"/><Relationship Id="rId15" Type="http://schemas.openxmlformats.org/officeDocument/2006/relationships/slideLayout" Target="../slideLayouts/slideLayout2.xml"/><Relationship Id="rId10" Type="http://schemas.openxmlformats.org/officeDocument/2006/relationships/tags" Target="../tags/tag423.xml"/><Relationship Id="rId4" Type="http://schemas.openxmlformats.org/officeDocument/2006/relationships/tags" Target="../tags/tag417.xml"/><Relationship Id="rId9" Type="http://schemas.openxmlformats.org/officeDocument/2006/relationships/tags" Target="../tags/tag422.xml"/><Relationship Id="rId14" Type="http://schemas.openxmlformats.org/officeDocument/2006/relationships/tags" Target="../tags/tag427.xml"/></Relationships>
</file>

<file path=ppt/slides/_rels/slide35.xml.rels><?xml version="1.0" encoding="UTF-8" standalone="yes"?>
<Relationships xmlns="http://schemas.openxmlformats.org/package/2006/relationships"><Relationship Id="rId8" Type="http://schemas.openxmlformats.org/officeDocument/2006/relationships/tags" Target="../tags/tag437.xml"/><Relationship Id="rId13" Type="http://schemas.openxmlformats.org/officeDocument/2006/relationships/tags" Target="../tags/tag442.xml"/><Relationship Id="rId3" Type="http://schemas.openxmlformats.org/officeDocument/2006/relationships/tags" Target="../tags/tag432.xml"/><Relationship Id="rId7" Type="http://schemas.openxmlformats.org/officeDocument/2006/relationships/tags" Target="../tags/tag436.xml"/><Relationship Id="rId12" Type="http://schemas.openxmlformats.org/officeDocument/2006/relationships/tags" Target="../tags/tag441.xml"/><Relationship Id="rId2" Type="http://schemas.openxmlformats.org/officeDocument/2006/relationships/tags" Target="../tags/tag431.xml"/><Relationship Id="rId1" Type="http://schemas.openxmlformats.org/officeDocument/2006/relationships/tags" Target="../tags/tag430.xml"/><Relationship Id="rId6" Type="http://schemas.openxmlformats.org/officeDocument/2006/relationships/tags" Target="../tags/tag435.xml"/><Relationship Id="rId11" Type="http://schemas.openxmlformats.org/officeDocument/2006/relationships/tags" Target="../tags/tag440.xml"/><Relationship Id="rId5" Type="http://schemas.openxmlformats.org/officeDocument/2006/relationships/tags" Target="../tags/tag434.xml"/><Relationship Id="rId15" Type="http://schemas.openxmlformats.org/officeDocument/2006/relationships/notesSlide" Target="../notesSlides/notesSlide3.xml"/><Relationship Id="rId10" Type="http://schemas.openxmlformats.org/officeDocument/2006/relationships/tags" Target="../tags/tag439.xml"/><Relationship Id="rId4" Type="http://schemas.openxmlformats.org/officeDocument/2006/relationships/tags" Target="../tags/tag433.xml"/><Relationship Id="rId9" Type="http://schemas.openxmlformats.org/officeDocument/2006/relationships/tags" Target="../tags/tag438.xml"/><Relationship Id="rId14"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tags" Target="../tags/tag452.xml"/><Relationship Id="rId13" Type="http://schemas.openxmlformats.org/officeDocument/2006/relationships/tags" Target="../tags/tag457.xml"/><Relationship Id="rId3" Type="http://schemas.openxmlformats.org/officeDocument/2006/relationships/tags" Target="../tags/tag447.xml"/><Relationship Id="rId7" Type="http://schemas.openxmlformats.org/officeDocument/2006/relationships/tags" Target="../tags/tag451.xml"/><Relationship Id="rId12" Type="http://schemas.openxmlformats.org/officeDocument/2006/relationships/tags" Target="../tags/tag456.xml"/><Relationship Id="rId2" Type="http://schemas.openxmlformats.org/officeDocument/2006/relationships/tags" Target="../tags/tag446.xml"/><Relationship Id="rId16" Type="http://schemas.openxmlformats.org/officeDocument/2006/relationships/notesSlide" Target="../notesSlides/notesSlide4.xml"/><Relationship Id="rId1" Type="http://schemas.openxmlformats.org/officeDocument/2006/relationships/tags" Target="../tags/tag445.xml"/><Relationship Id="rId6" Type="http://schemas.openxmlformats.org/officeDocument/2006/relationships/tags" Target="../tags/tag450.xml"/><Relationship Id="rId11" Type="http://schemas.openxmlformats.org/officeDocument/2006/relationships/tags" Target="../tags/tag455.xml"/><Relationship Id="rId5" Type="http://schemas.openxmlformats.org/officeDocument/2006/relationships/tags" Target="../tags/tag449.xml"/><Relationship Id="rId15" Type="http://schemas.openxmlformats.org/officeDocument/2006/relationships/slideLayout" Target="../slideLayouts/slideLayout2.xml"/><Relationship Id="rId10" Type="http://schemas.openxmlformats.org/officeDocument/2006/relationships/tags" Target="../tags/tag454.xml"/><Relationship Id="rId4" Type="http://schemas.openxmlformats.org/officeDocument/2006/relationships/tags" Target="../tags/tag448.xml"/><Relationship Id="rId9" Type="http://schemas.openxmlformats.org/officeDocument/2006/relationships/tags" Target="../tags/tag453.xml"/><Relationship Id="rId14" Type="http://schemas.openxmlformats.org/officeDocument/2006/relationships/tags" Target="../tags/tag458.xml"/></Relationships>
</file>

<file path=ppt/slides/_rels/slide37.xml.rels><?xml version="1.0" encoding="UTF-8" standalone="yes"?>
<Relationships xmlns="http://schemas.openxmlformats.org/package/2006/relationships"><Relationship Id="rId8" Type="http://schemas.openxmlformats.org/officeDocument/2006/relationships/tags" Target="../tags/tag468.xml"/><Relationship Id="rId13" Type="http://schemas.openxmlformats.org/officeDocument/2006/relationships/tags" Target="../tags/tag473.xml"/><Relationship Id="rId3" Type="http://schemas.openxmlformats.org/officeDocument/2006/relationships/tags" Target="../tags/tag463.xml"/><Relationship Id="rId7" Type="http://schemas.openxmlformats.org/officeDocument/2006/relationships/tags" Target="../tags/tag467.xml"/><Relationship Id="rId12" Type="http://schemas.openxmlformats.org/officeDocument/2006/relationships/tags" Target="../tags/tag472.xml"/><Relationship Id="rId2" Type="http://schemas.openxmlformats.org/officeDocument/2006/relationships/tags" Target="../tags/tag462.xml"/><Relationship Id="rId1" Type="http://schemas.openxmlformats.org/officeDocument/2006/relationships/tags" Target="../tags/tag461.xml"/><Relationship Id="rId6" Type="http://schemas.openxmlformats.org/officeDocument/2006/relationships/tags" Target="../tags/tag466.xml"/><Relationship Id="rId11" Type="http://schemas.openxmlformats.org/officeDocument/2006/relationships/tags" Target="../tags/tag471.xml"/><Relationship Id="rId5" Type="http://schemas.openxmlformats.org/officeDocument/2006/relationships/tags" Target="../tags/tag465.xml"/><Relationship Id="rId15" Type="http://schemas.openxmlformats.org/officeDocument/2006/relationships/notesSlide" Target="../notesSlides/notesSlide5.xml"/><Relationship Id="rId10" Type="http://schemas.openxmlformats.org/officeDocument/2006/relationships/tags" Target="../tags/tag470.xml"/><Relationship Id="rId4" Type="http://schemas.openxmlformats.org/officeDocument/2006/relationships/tags" Target="../tags/tag464.xml"/><Relationship Id="rId9" Type="http://schemas.openxmlformats.org/officeDocument/2006/relationships/tags" Target="../tags/tag469.xml"/><Relationship Id="rId14"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tags" Target="../tags/tag483.xml"/><Relationship Id="rId13" Type="http://schemas.openxmlformats.org/officeDocument/2006/relationships/tags" Target="../tags/tag488.xml"/><Relationship Id="rId3" Type="http://schemas.openxmlformats.org/officeDocument/2006/relationships/tags" Target="../tags/tag478.xml"/><Relationship Id="rId7" Type="http://schemas.openxmlformats.org/officeDocument/2006/relationships/tags" Target="../tags/tag482.xml"/><Relationship Id="rId12" Type="http://schemas.openxmlformats.org/officeDocument/2006/relationships/tags" Target="../tags/tag487.xml"/><Relationship Id="rId2" Type="http://schemas.openxmlformats.org/officeDocument/2006/relationships/tags" Target="../tags/tag477.xml"/><Relationship Id="rId16" Type="http://schemas.openxmlformats.org/officeDocument/2006/relationships/notesSlide" Target="../notesSlides/notesSlide6.xml"/><Relationship Id="rId1" Type="http://schemas.openxmlformats.org/officeDocument/2006/relationships/tags" Target="../tags/tag476.xml"/><Relationship Id="rId6" Type="http://schemas.openxmlformats.org/officeDocument/2006/relationships/tags" Target="../tags/tag481.xml"/><Relationship Id="rId11" Type="http://schemas.openxmlformats.org/officeDocument/2006/relationships/tags" Target="../tags/tag486.xml"/><Relationship Id="rId5" Type="http://schemas.openxmlformats.org/officeDocument/2006/relationships/tags" Target="../tags/tag480.xml"/><Relationship Id="rId15" Type="http://schemas.openxmlformats.org/officeDocument/2006/relationships/slideLayout" Target="../slideLayouts/slideLayout2.xml"/><Relationship Id="rId10" Type="http://schemas.openxmlformats.org/officeDocument/2006/relationships/tags" Target="../tags/tag485.xml"/><Relationship Id="rId4" Type="http://schemas.openxmlformats.org/officeDocument/2006/relationships/tags" Target="../tags/tag479.xml"/><Relationship Id="rId9" Type="http://schemas.openxmlformats.org/officeDocument/2006/relationships/tags" Target="../tags/tag484.xml"/><Relationship Id="rId14" Type="http://schemas.openxmlformats.org/officeDocument/2006/relationships/tags" Target="../tags/tag489.xml"/></Relationships>
</file>

<file path=ppt/slides/_rels/slide39.xml.rels><?xml version="1.0" encoding="UTF-8" standalone="yes"?>
<Relationships xmlns="http://schemas.openxmlformats.org/package/2006/relationships"><Relationship Id="rId8" Type="http://schemas.openxmlformats.org/officeDocument/2006/relationships/tags" Target="../tags/tag499.xml"/><Relationship Id="rId13" Type="http://schemas.openxmlformats.org/officeDocument/2006/relationships/tags" Target="../tags/tag504.xml"/><Relationship Id="rId3" Type="http://schemas.openxmlformats.org/officeDocument/2006/relationships/tags" Target="../tags/tag494.xml"/><Relationship Id="rId7" Type="http://schemas.openxmlformats.org/officeDocument/2006/relationships/tags" Target="../tags/tag498.xml"/><Relationship Id="rId12" Type="http://schemas.openxmlformats.org/officeDocument/2006/relationships/tags" Target="../tags/tag503.xml"/><Relationship Id="rId2" Type="http://schemas.openxmlformats.org/officeDocument/2006/relationships/tags" Target="../tags/tag493.xml"/><Relationship Id="rId1" Type="http://schemas.openxmlformats.org/officeDocument/2006/relationships/tags" Target="../tags/tag492.xml"/><Relationship Id="rId6" Type="http://schemas.openxmlformats.org/officeDocument/2006/relationships/tags" Target="../tags/tag497.xml"/><Relationship Id="rId11" Type="http://schemas.openxmlformats.org/officeDocument/2006/relationships/tags" Target="../tags/tag502.xml"/><Relationship Id="rId5" Type="http://schemas.openxmlformats.org/officeDocument/2006/relationships/tags" Target="../tags/tag496.xml"/><Relationship Id="rId15" Type="http://schemas.openxmlformats.org/officeDocument/2006/relationships/notesSlide" Target="../notesSlides/notesSlide7.xml"/><Relationship Id="rId10" Type="http://schemas.openxmlformats.org/officeDocument/2006/relationships/tags" Target="../tags/tag501.xml"/><Relationship Id="rId4" Type="http://schemas.openxmlformats.org/officeDocument/2006/relationships/tags" Target="../tags/tag495.xml"/><Relationship Id="rId9" Type="http://schemas.openxmlformats.org/officeDocument/2006/relationships/tags" Target="../tags/tag500.xml"/><Relationship Id="rId1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tags" Target="../tags/tag514.xml"/><Relationship Id="rId13" Type="http://schemas.openxmlformats.org/officeDocument/2006/relationships/tags" Target="../tags/tag519.xml"/><Relationship Id="rId3" Type="http://schemas.openxmlformats.org/officeDocument/2006/relationships/tags" Target="../tags/tag509.xml"/><Relationship Id="rId7" Type="http://schemas.openxmlformats.org/officeDocument/2006/relationships/tags" Target="../tags/tag513.xml"/><Relationship Id="rId12" Type="http://schemas.openxmlformats.org/officeDocument/2006/relationships/tags" Target="../tags/tag518.xml"/><Relationship Id="rId2" Type="http://schemas.openxmlformats.org/officeDocument/2006/relationships/tags" Target="../tags/tag508.xml"/><Relationship Id="rId16" Type="http://schemas.openxmlformats.org/officeDocument/2006/relationships/notesSlide" Target="../notesSlides/notesSlide8.xml"/><Relationship Id="rId1" Type="http://schemas.openxmlformats.org/officeDocument/2006/relationships/tags" Target="../tags/tag507.xml"/><Relationship Id="rId6" Type="http://schemas.openxmlformats.org/officeDocument/2006/relationships/tags" Target="../tags/tag512.xml"/><Relationship Id="rId11" Type="http://schemas.openxmlformats.org/officeDocument/2006/relationships/tags" Target="../tags/tag517.xml"/><Relationship Id="rId5" Type="http://schemas.openxmlformats.org/officeDocument/2006/relationships/tags" Target="../tags/tag511.xml"/><Relationship Id="rId15" Type="http://schemas.openxmlformats.org/officeDocument/2006/relationships/slideLayout" Target="../slideLayouts/slideLayout2.xml"/><Relationship Id="rId10" Type="http://schemas.openxmlformats.org/officeDocument/2006/relationships/tags" Target="../tags/tag516.xml"/><Relationship Id="rId4" Type="http://schemas.openxmlformats.org/officeDocument/2006/relationships/tags" Target="../tags/tag510.xml"/><Relationship Id="rId9" Type="http://schemas.openxmlformats.org/officeDocument/2006/relationships/tags" Target="../tags/tag515.xml"/><Relationship Id="rId14" Type="http://schemas.openxmlformats.org/officeDocument/2006/relationships/tags" Target="../tags/tag520.xml"/></Relationships>
</file>

<file path=ppt/slides/_rels/slide41.xml.rels><?xml version="1.0" encoding="UTF-8" standalone="yes"?>
<Relationships xmlns="http://schemas.openxmlformats.org/package/2006/relationships"><Relationship Id="rId8" Type="http://schemas.openxmlformats.org/officeDocument/2006/relationships/tags" Target="../tags/tag530.xml"/><Relationship Id="rId13" Type="http://schemas.openxmlformats.org/officeDocument/2006/relationships/tags" Target="../tags/tag535.xml"/><Relationship Id="rId3" Type="http://schemas.openxmlformats.org/officeDocument/2006/relationships/tags" Target="../tags/tag525.xml"/><Relationship Id="rId7" Type="http://schemas.openxmlformats.org/officeDocument/2006/relationships/tags" Target="../tags/tag529.xml"/><Relationship Id="rId12" Type="http://schemas.openxmlformats.org/officeDocument/2006/relationships/tags" Target="../tags/tag534.xml"/><Relationship Id="rId2" Type="http://schemas.openxmlformats.org/officeDocument/2006/relationships/tags" Target="../tags/tag524.xml"/><Relationship Id="rId1" Type="http://schemas.openxmlformats.org/officeDocument/2006/relationships/tags" Target="../tags/tag523.xml"/><Relationship Id="rId6" Type="http://schemas.openxmlformats.org/officeDocument/2006/relationships/tags" Target="../tags/tag528.xml"/><Relationship Id="rId11" Type="http://schemas.openxmlformats.org/officeDocument/2006/relationships/tags" Target="../tags/tag533.xml"/><Relationship Id="rId5" Type="http://schemas.openxmlformats.org/officeDocument/2006/relationships/tags" Target="../tags/tag527.xml"/><Relationship Id="rId15" Type="http://schemas.openxmlformats.org/officeDocument/2006/relationships/notesSlide" Target="../notesSlides/notesSlide9.xml"/><Relationship Id="rId10" Type="http://schemas.openxmlformats.org/officeDocument/2006/relationships/tags" Target="../tags/tag532.xml"/><Relationship Id="rId4" Type="http://schemas.openxmlformats.org/officeDocument/2006/relationships/tags" Target="../tags/tag526.xml"/><Relationship Id="rId9" Type="http://schemas.openxmlformats.org/officeDocument/2006/relationships/tags" Target="../tags/tag531.xml"/><Relationship Id="rId14"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tags" Target="../tags/tag545.xml"/><Relationship Id="rId13" Type="http://schemas.openxmlformats.org/officeDocument/2006/relationships/tags" Target="../tags/tag550.xml"/><Relationship Id="rId18" Type="http://schemas.openxmlformats.org/officeDocument/2006/relationships/image" Target="../media/image28.png"/><Relationship Id="rId3" Type="http://schemas.openxmlformats.org/officeDocument/2006/relationships/tags" Target="../tags/tag540.xml"/><Relationship Id="rId7" Type="http://schemas.openxmlformats.org/officeDocument/2006/relationships/tags" Target="../tags/tag544.xml"/><Relationship Id="rId12" Type="http://schemas.openxmlformats.org/officeDocument/2006/relationships/tags" Target="../tags/tag549.xml"/><Relationship Id="rId17" Type="http://schemas.openxmlformats.org/officeDocument/2006/relationships/notesSlide" Target="../notesSlides/notesSlide10.xml"/><Relationship Id="rId2" Type="http://schemas.openxmlformats.org/officeDocument/2006/relationships/tags" Target="../tags/tag539.xml"/><Relationship Id="rId16" Type="http://schemas.openxmlformats.org/officeDocument/2006/relationships/slideLayout" Target="../slideLayouts/slideLayout2.xml"/><Relationship Id="rId1" Type="http://schemas.openxmlformats.org/officeDocument/2006/relationships/tags" Target="../tags/tag538.xml"/><Relationship Id="rId6" Type="http://schemas.openxmlformats.org/officeDocument/2006/relationships/tags" Target="../tags/tag543.xml"/><Relationship Id="rId11" Type="http://schemas.openxmlformats.org/officeDocument/2006/relationships/tags" Target="../tags/tag548.xml"/><Relationship Id="rId5" Type="http://schemas.openxmlformats.org/officeDocument/2006/relationships/tags" Target="../tags/tag542.xml"/><Relationship Id="rId15" Type="http://schemas.openxmlformats.org/officeDocument/2006/relationships/tags" Target="../tags/tag552.xml"/><Relationship Id="rId10" Type="http://schemas.openxmlformats.org/officeDocument/2006/relationships/tags" Target="../tags/tag547.xml"/><Relationship Id="rId4" Type="http://schemas.openxmlformats.org/officeDocument/2006/relationships/tags" Target="../tags/tag541.xml"/><Relationship Id="rId9" Type="http://schemas.openxmlformats.org/officeDocument/2006/relationships/tags" Target="../tags/tag546.xml"/><Relationship Id="rId14" Type="http://schemas.openxmlformats.org/officeDocument/2006/relationships/tags" Target="../tags/tag551.xml"/></Relationships>
</file>

<file path=ppt/slides/_rels/slide43.xml.rels><?xml version="1.0" encoding="UTF-8" standalone="yes"?>
<Relationships xmlns="http://schemas.openxmlformats.org/package/2006/relationships"><Relationship Id="rId8" Type="http://schemas.openxmlformats.org/officeDocument/2006/relationships/tags" Target="../tags/tag562.xml"/><Relationship Id="rId13" Type="http://schemas.openxmlformats.org/officeDocument/2006/relationships/tags" Target="../tags/tag567.xml"/><Relationship Id="rId3" Type="http://schemas.openxmlformats.org/officeDocument/2006/relationships/tags" Target="../tags/tag557.xml"/><Relationship Id="rId7" Type="http://schemas.openxmlformats.org/officeDocument/2006/relationships/tags" Target="../tags/tag561.xml"/><Relationship Id="rId12" Type="http://schemas.openxmlformats.org/officeDocument/2006/relationships/tags" Target="../tags/tag566.xml"/><Relationship Id="rId2" Type="http://schemas.openxmlformats.org/officeDocument/2006/relationships/tags" Target="../tags/tag556.xml"/><Relationship Id="rId1" Type="http://schemas.openxmlformats.org/officeDocument/2006/relationships/tags" Target="../tags/tag555.xml"/><Relationship Id="rId6" Type="http://schemas.openxmlformats.org/officeDocument/2006/relationships/tags" Target="../tags/tag560.xml"/><Relationship Id="rId11" Type="http://schemas.openxmlformats.org/officeDocument/2006/relationships/tags" Target="../tags/tag565.xml"/><Relationship Id="rId5" Type="http://schemas.openxmlformats.org/officeDocument/2006/relationships/tags" Target="../tags/tag559.xml"/><Relationship Id="rId15" Type="http://schemas.openxmlformats.org/officeDocument/2006/relationships/notesSlide" Target="../notesSlides/notesSlide11.xml"/><Relationship Id="rId10" Type="http://schemas.openxmlformats.org/officeDocument/2006/relationships/tags" Target="../tags/tag564.xml"/><Relationship Id="rId4" Type="http://schemas.openxmlformats.org/officeDocument/2006/relationships/tags" Target="../tags/tag558.xml"/><Relationship Id="rId9" Type="http://schemas.openxmlformats.org/officeDocument/2006/relationships/tags" Target="../tags/tag563.xml"/><Relationship Id="rId14"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tags" Target="../tags/tag577.xml"/><Relationship Id="rId13" Type="http://schemas.openxmlformats.org/officeDocument/2006/relationships/tags" Target="../tags/tag582.xml"/><Relationship Id="rId18" Type="http://schemas.openxmlformats.org/officeDocument/2006/relationships/tags" Target="../tags/tag587.xml"/><Relationship Id="rId3" Type="http://schemas.openxmlformats.org/officeDocument/2006/relationships/tags" Target="../tags/tag572.xml"/><Relationship Id="rId21" Type="http://schemas.openxmlformats.org/officeDocument/2006/relationships/tags" Target="../tags/tag590.xml"/><Relationship Id="rId7" Type="http://schemas.openxmlformats.org/officeDocument/2006/relationships/tags" Target="../tags/tag576.xml"/><Relationship Id="rId12" Type="http://schemas.openxmlformats.org/officeDocument/2006/relationships/tags" Target="../tags/tag581.xml"/><Relationship Id="rId17" Type="http://schemas.openxmlformats.org/officeDocument/2006/relationships/tags" Target="../tags/tag586.xml"/><Relationship Id="rId2" Type="http://schemas.openxmlformats.org/officeDocument/2006/relationships/tags" Target="../tags/tag571.xml"/><Relationship Id="rId16" Type="http://schemas.openxmlformats.org/officeDocument/2006/relationships/tags" Target="../tags/tag585.xml"/><Relationship Id="rId20" Type="http://schemas.openxmlformats.org/officeDocument/2006/relationships/tags" Target="../tags/tag589.xml"/><Relationship Id="rId1" Type="http://schemas.openxmlformats.org/officeDocument/2006/relationships/tags" Target="../tags/tag570.xml"/><Relationship Id="rId6" Type="http://schemas.openxmlformats.org/officeDocument/2006/relationships/tags" Target="../tags/tag575.xml"/><Relationship Id="rId11" Type="http://schemas.openxmlformats.org/officeDocument/2006/relationships/tags" Target="../tags/tag580.xml"/><Relationship Id="rId5" Type="http://schemas.openxmlformats.org/officeDocument/2006/relationships/tags" Target="../tags/tag574.xml"/><Relationship Id="rId15" Type="http://schemas.openxmlformats.org/officeDocument/2006/relationships/tags" Target="../tags/tag584.xml"/><Relationship Id="rId23" Type="http://schemas.openxmlformats.org/officeDocument/2006/relationships/notesSlide" Target="../notesSlides/notesSlide12.xml"/><Relationship Id="rId10" Type="http://schemas.openxmlformats.org/officeDocument/2006/relationships/tags" Target="../tags/tag579.xml"/><Relationship Id="rId19" Type="http://schemas.openxmlformats.org/officeDocument/2006/relationships/tags" Target="../tags/tag588.xml"/><Relationship Id="rId4" Type="http://schemas.openxmlformats.org/officeDocument/2006/relationships/tags" Target="../tags/tag573.xml"/><Relationship Id="rId9" Type="http://schemas.openxmlformats.org/officeDocument/2006/relationships/tags" Target="../tags/tag578.xml"/><Relationship Id="rId14" Type="http://schemas.openxmlformats.org/officeDocument/2006/relationships/tags" Target="../tags/tag583.xml"/><Relationship Id="rId22"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tags" Target="../tags/tag600.xml"/><Relationship Id="rId3" Type="http://schemas.openxmlformats.org/officeDocument/2006/relationships/tags" Target="../tags/tag595.xml"/><Relationship Id="rId7" Type="http://schemas.openxmlformats.org/officeDocument/2006/relationships/tags" Target="../tags/tag599.xml"/><Relationship Id="rId12" Type="http://schemas.openxmlformats.org/officeDocument/2006/relationships/image" Target="../media/image7.png"/><Relationship Id="rId2" Type="http://schemas.openxmlformats.org/officeDocument/2006/relationships/tags" Target="../tags/tag594.xml"/><Relationship Id="rId1" Type="http://schemas.openxmlformats.org/officeDocument/2006/relationships/tags" Target="../tags/tag593.xml"/><Relationship Id="rId6" Type="http://schemas.openxmlformats.org/officeDocument/2006/relationships/tags" Target="../tags/tag598.xml"/><Relationship Id="rId11" Type="http://schemas.openxmlformats.org/officeDocument/2006/relationships/image" Target="../media/image2.png"/><Relationship Id="rId5" Type="http://schemas.openxmlformats.org/officeDocument/2006/relationships/tags" Target="../tags/tag597.xml"/><Relationship Id="rId10" Type="http://schemas.openxmlformats.org/officeDocument/2006/relationships/notesSlide" Target="../notesSlides/notesSlide13.xml"/><Relationship Id="rId4" Type="http://schemas.openxmlformats.org/officeDocument/2006/relationships/tags" Target="../tags/tag596.xml"/><Relationship Id="rId9"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userDrawn="1">
            <p:custDataLst>
              <p:tags r:id="rId2"/>
            </p:custDataLst>
          </p:nvPr>
        </p:nvSpPr>
        <p:spPr>
          <a:xfrm>
            <a:off x="635" y="0"/>
            <a:ext cx="12191365" cy="873760"/>
          </a:xfrm>
          <a:prstGeom prst="rect">
            <a:avLst/>
          </a:prstGeom>
          <a:solidFill>
            <a:schemeClr val="tx2">
              <a:lumMod val="10000"/>
              <a:lumOff val="90000"/>
            </a:schemeClr>
          </a:solidFill>
          <a:ln>
            <a:no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3"/>
            </p:custDataLst>
          </p:nvPr>
        </p:nvSpPr>
        <p:spPr>
          <a:xfrm>
            <a:off x="644525" y="3181985"/>
            <a:ext cx="4963795" cy="596900"/>
          </a:xfrm>
          <a:prstGeom prst="rect">
            <a:avLst/>
          </a:prstGeom>
        </p:spPr>
        <p:txBody>
          <a:bodyPr/>
          <a:lstStyle>
            <a:lvl1pPr marL="0" marR="0" lvl="0" indent="0" algn="l" defTabSz="914400" rtl="0" eaLnBrk="1" fontAlgn="auto" latinLnBrk="0" hangingPunct="1">
              <a:lnSpc>
                <a:spcPct val="100000"/>
              </a:lnSpc>
              <a:spcBef>
                <a:spcPct val="0"/>
              </a:spcBef>
              <a:spcAft>
                <a:spcPts val="1000"/>
              </a:spcAft>
              <a:buClrTx/>
              <a:buSzTx/>
              <a:buFontTx/>
              <a:buNone/>
              <a:defRPr kumimoji="0" lang="zh-CN" altLang="en-US" sz="4400" b="1" i="0" u="none" strike="noStrike" kern="1200" cap="none" spc="0" normalizeH="0" baseline="0" noProof="1">
                <a:solidFill>
                  <a:schemeClr val="tx2">
                    <a:lumMod val="75000"/>
                    <a:lumOff val="25000"/>
                  </a:schemeClr>
                </a:solidFill>
                <a:effectLst/>
                <a:uFillTx/>
                <a:latin typeface="+mj-ea"/>
                <a:ea typeface="+mj-ea"/>
                <a:cs typeface="+mj-ea"/>
                <a:sym typeface="+mn-ea"/>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sz="2800">
                <a:solidFill>
                  <a:srgbClr val="002060"/>
                </a:solidFill>
              </a:rPr>
              <a:t>第四章</a:t>
            </a:r>
            <a:r>
              <a:rPr lang="en-US" altLang="zh-CN" sz="2800">
                <a:solidFill>
                  <a:srgbClr val="002060"/>
                </a:solidFill>
              </a:rPr>
              <a:t> </a:t>
            </a:r>
            <a:r>
              <a:rPr sz="2800">
                <a:solidFill>
                  <a:srgbClr val="002060"/>
                </a:solidFill>
              </a:rPr>
              <a:t>运动和力的关系</a:t>
            </a:r>
          </a:p>
        </p:txBody>
      </p:sp>
      <p:sp>
        <p:nvSpPr>
          <p:cNvPr id="3" name="文本占位符 2"/>
          <p:cNvSpPr>
            <a:spLocks noGrp="1"/>
          </p:cNvSpPr>
          <p:nvPr>
            <p:custDataLst>
              <p:tags r:id="rId4"/>
            </p:custDataLst>
          </p:nvPr>
        </p:nvSpPr>
        <p:spPr>
          <a:xfrm>
            <a:off x="1167765" y="3931285"/>
            <a:ext cx="3917315" cy="567690"/>
          </a:xfrm>
          <a:prstGeom prst="rect">
            <a:avLst/>
          </a:prstGeom>
          <a:effectLst>
            <a:outerShdw blurRad="50800" dist="38100" dir="5400000" algn="t" rotWithShape="0">
              <a:prstClr val="black">
                <a:alpha val="40000"/>
              </a:prstClr>
            </a:outerShdw>
          </a:effectLst>
        </p:spPr>
        <p:txBody>
          <a:bodyPr/>
          <a:lstStyle>
            <a:lvl1pPr marL="0" marR="0" lvl="0" indent="0" algn="ctr" defTabSz="914400" rtl="0" eaLnBrk="1" fontAlgn="auto" latinLnBrk="0" hangingPunct="1">
              <a:lnSpc>
                <a:spcPct val="100000"/>
              </a:lnSpc>
              <a:spcBef>
                <a:spcPct val="0"/>
              </a:spcBef>
              <a:spcAft>
                <a:spcPts val="1000"/>
              </a:spcAft>
              <a:buClrTx/>
              <a:buSzTx/>
              <a:buFontTx/>
              <a:buNone/>
              <a:defRPr kumimoji="0" lang="zh-CN" altLang="en-US" sz="3200" b="0" i="0" u="none" strike="noStrike" kern="1200" cap="none" spc="0" normalizeH="0" baseline="0" noProof="1">
                <a:solidFill>
                  <a:schemeClr val="tx2">
                    <a:lumMod val="75000"/>
                    <a:lumOff val="25000"/>
                  </a:schemeClr>
                </a:solidFill>
                <a:effectLst>
                  <a:outerShdw blurRad="38100" dist="38100" dir="2700000" algn="tl">
                    <a:srgbClr val="000000">
                      <a:alpha val="43137"/>
                    </a:srgbClr>
                  </a:outerShdw>
                </a:effectLst>
                <a:uFillTx/>
                <a:latin typeface="Times New Roman" panose="02020603050405020304" charset="0"/>
                <a:ea typeface="+mj-ea"/>
                <a:cs typeface="Times New Roman" panose="02020603050405020304" charset="0"/>
                <a:sym typeface="+mn-ea"/>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a:solidFill>
                  <a:srgbClr val="002060"/>
                </a:solidFill>
                <a:effectLst/>
              </a:rPr>
              <a:t>1.</a:t>
            </a:r>
            <a:r>
              <a:rPr lang="zh-CN" altLang="en-US">
                <a:solidFill>
                  <a:srgbClr val="002060"/>
                </a:solidFill>
                <a:effectLst/>
              </a:rPr>
              <a:t>牛顿第一定律</a:t>
            </a:r>
          </a:p>
        </p:txBody>
      </p:sp>
      <p:grpSp>
        <p:nvGrpSpPr>
          <p:cNvPr id="10" name="组合 9"/>
          <p:cNvGrpSpPr/>
          <p:nvPr userDrawn="1">
            <p:custDataLst>
              <p:tags r:id="rId5"/>
            </p:custDataLst>
          </p:nvPr>
        </p:nvGrpSpPr>
        <p:grpSpPr>
          <a:xfrm>
            <a:off x="114300" y="213995"/>
            <a:ext cx="4624070" cy="452120"/>
            <a:chOff x="14204" y="9756"/>
            <a:chExt cx="7282" cy="712"/>
          </a:xfrm>
        </p:grpSpPr>
        <p:sp>
          <p:nvSpPr>
            <p:cNvPr id="11" name="椭圆 10"/>
            <p:cNvSpPr/>
            <p:nvPr userDrawn="1">
              <p:custDataLst>
                <p:tags r:id="rId13"/>
              </p:custDataLst>
            </p:nvPr>
          </p:nvSpPr>
          <p:spPr>
            <a:xfrm>
              <a:off x="14204" y="9756"/>
              <a:ext cx="701" cy="70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33"/>
            <p:cNvCxnSpPr/>
            <p:nvPr userDrawn="1">
              <p:custDataLst>
                <p:tags r:id="rId14"/>
              </p:custDataLst>
            </p:nvPr>
          </p:nvCxnSpPr>
          <p:spPr>
            <a:xfrm flipH="1">
              <a:off x="15217" y="9786"/>
              <a:ext cx="0" cy="640"/>
            </a:xfrm>
            <a:prstGeom prst="line">
              <a:avLst/>
            </a:prstGeom>
            <a:ln>
              <a:solidFill>
                <a:srgbClr val="0072CB"/>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userDrawn="1">
              <p:custDataLst>
                <p:tags r:id="rId15"/>
              </p:custDataLst>
            </p:nvPr>
          </p:nvSpPr>
          <p:spPr>
            <a:xfrm>
              <a:off x="15195" y="9840"/>
              <a:ext cx="6291" cy="628"/>
            </a:xfrm>
            <a:prstGeom prst="rect">
              <a:avLst/>
            </a:prstGeom>
            <a:noFill/>
          </p:spPr>
          <p:txBody>
            <a:bodyPr wrap="square" rtlCol="0">
              <a:spAutoFit/>
            </a:bodyPr>
            <a:lstStyle/>
            <a:p>
              <a:pPr algn="l"/>
              <a:r>
                <a:rPr lang="zh-CN" altLang="en-US" sz="2000">
                  <a:solidFill>
                    <a:srgbClr val="0072CB"/>
                  </a:solidFill>
                  <a:latin typeface="Source Han Sans CN" panose="020B0500000000000000" charset="-122"/>
                  <a:ea typeface="Source Han Sans CN" panose="020B0500000000000000" charset="-122"/>
                  <a:cs typeface="Source Han Sans CN" panose="020B0500000000000000" charset="-122"/>
                  <a:sym typeface="思源黑体 CN Light" panose="020B0400000000000000" pitchFamily="34" charset="-122"/>
                </a:rPr>
                <a:t>人教版·高一必修第一册</a:t>
              </a:r>
            </a:p>
          </p:txBody>
        </p:sp>
        <p:pic>
          <p:nvPicPr>
            <p:cNvPr id="15" name="图片 32" descr="浏览"/>
            <p:cNvPicPr>
              <a:picLocks noChangeAspect="1"/>
            </p:cNvPicPr>
            <p:nvPr userDrawn="1">
              <p:custDataLst>
                <p:tags r:id="rId16"/>
              </p:custDataLst>
            </p:nvPr>
          </p:nvPicPr>
          <p:blipFill>
            <a:blip>
              <a:extLst>
                <a:ext uri="{96DAC541-7B7A-43D3-8B79-37D633B846F1}">
                  <asvg:svgBlip xmlns:asvg="http://schemas.microsoft.com/office/drawing/2016/SVG/main" r:embed="rId18"/>
                </a:ext>
              </a:extLst>
            </a:blip>
            <a:stretch>
              <a:fillRect/>
            </a:stretch>
          </p:blipFill>
          <p:spPr>
            <a:xfrm>
              <a:off x="14320" y="9877"/>
              <a:ext cx="469" cy="469"/>
            </a:xfrm>
            <a:prstGeom prst="rect">
              <a:avLst/>
            </a:prstGeom>
          </p:spPr>
        </p:pic>
      </p:grpSp>
      <p:pic>
        <p:nvPicPr>
          <p:cNvPr id="16" name="图片 15"/>
          <p:cNvPicPr>
            <a:picLocks noChangeAspect="1"/>
          </p:cNvPicPr>
          <p:nvPr userDrawn="1">
            <p:custDataLst>
              <p:tags r:id="rId6"/>
            </p:custDataLst>
          </p:nvPr>
        </p:nvPicPr>
        <p:blipFill>
          <a:blip r:embed="rId19"/>
          <a:stretch>
            <a:fillRect/>
          </a:stretch>
        </p:blipFill>
        <p:spPr>
          <a:xfrm>
            <a:off x="9674225" y="219710"/>
            <a:ext cx="2343785" cy="368935"/>
          </a:xfrm>
          <a:prstGeom prst="rect">
            <a:avLst/>
          </a:prstGeom>
        </p:spPr>
      </p:pic>
      <p:grpSp>
        <p:nvGrpSpPr>
          <p:cNvPr id="18" name="组合 17"/>
          <p:cNvGrpSpPr/>
          <p:nvPr>
            <p:custDataLst>
              <p:tags r:id="rId7"/>
            </p:custDataLst>
          </p:nvPr>
        </p:nvGrpSpPr>
        <p:grpSpPr>
          <a:xfrm>
            <a:off x="10482580" y="1847850"/>
            <a:ext cx="1634490" cy="310515"/>
            <a:chOff x="16508" y="2910"/>
            <a:chExt cx="2574" cy="489"/>
          </a:xfrm>
        </p:grpSpPr>
        <p:sp>
          <p:nvSpPr>
            <p:cNvPr id="77" name="椭圆 76"/>
            <p:cNvSpPr/>
            <p:nvPr>
              <p:custDataLst>
                <p:tags r:id="rId9"/>
              </p:custDataLst>
            </p:nvPr>
          </p:nvSpPr>
          <p:spPr>
            <a:xfrm>
              <a:off x="17184" y="2910"/>
              <a:ext cx="472" cy="474"/>
            </a:xfrm>
            <a:prstGeom prst="ellipse">
              <a:avLst/>
            </a:prstGeom>
            <a:solidFill>
              <a:schemeClr val="tx2">
                <a:lumMod val="75000"/>
                <a:lumOff val="2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custDataLst>
                <p:tags r:id="rId10"/>
              </p:custDataLst>
            </p:nvPr>
          </p:nvSpPr>
          <p:spPr>
            <a:xfrm>
              <a:off x="16508" y="2910"/>
              <a:ext cx="472" cy="474"/>
            </a:xfrm>
            <a:prstGeom prst="ellipse">
              <a:avLst/>
            </a:prstGeom>
            <a:solidFill>
              <a:schemeClr val="tx2">
                <a:lumMod val="90000"/>
                <a:lumOff val="1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11"/>
              </p:custDataLst>
            </p:nvPr>
          </p:nvSpPr>
          <p:spPr>
            <a:xfrm>
              <a:off x="17889" y="2925"/>
              <a:ext cx="472" cy="474"/>
            </a:xfrm>
            <a:prstGeom prst="ellipse">
              <a:avLst/>
            </a:prstGeom>
            <a:solidFill>
              <a:schemeClr val="tx2">
                <a:lumMod val="50000"/>
                <a:lumOff val="5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12"/>
              </p:custDataLst>
            </p:nvPr>
          </p:nvSpPr>
          <p:spPr>
            <a:xfrm>
              <a:off x="18610" y="2925"/>
              <a:ext cx="472" cy="474"/>
            </a:xfrm>
            <a:prstGeom prst="ellipse">
              <a:avLst/>
            </a:prstGeom>
            <a:solidFill>
              <a:schemeClr val="tx2">
                <a:lumMod val="25000"/>
                <a:lumOff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任意多边形 24"/>
          <p:cNvSpPr/>
          <p:nvPr userDrawn="1">
            <p:custDataLst>
              <p:tags r:id="rId8"/>
            </p:custDataLst>
          </p:nvPr>
        </p:nvSpPr>
        <p:spPr>
          <a:xfrm>
            <a:off x="11445875" y="6334125"/>
            <a:ext cx="720725" cy="504825"/>
          </a:xfrm>
          <a:custGeom>
            <a:avLst/>
            <a:gdLst/>
            <a:ahLst/>
            <a:cxnLst>
              <a:cxn ang="3">
                <a:pos x="hc" y="t"/>
              </a:cxn>
              <a:cxn ang="cd2">
                <a:pos x="l" y="vc"/>
              </a:cxn>
              <a:cxn ang="cd4">
                <a:pos x="hc" y="b"/>
              </a:cxn>
              <a:cxn ang="0">
                <a:pos x="r" y="vc"/>
              </a:cxn>
            </a:cxnLst>
            <a:rect l="l" t="t" r="r" b="b"/>
            <a:pathLst>
              <a:path w="1135" h="795">
                <a:moveTo>
                  <a:pt x="710" y="0"/>
                </a:moveTo>
                <a:cubicBezTo>
                  <a:pt x="869" y="0"/>
                  <a:pt x="1016" y="52"/>
                  <a:pt x="1134" y="141"/>
                </a:cubicBezTo>
                <a:lnTo>
                  <a:pt x="1135" y="142"/>
                </a:lnTo>
                <a:lnTo>
                  <a:pt x="1135" y="774"/>
                </a:lnTo>
                <a:lnTo>
                  <a:pt x="8" y="774"/>
                </a:lnTo>
                <a:lnTo>
                  <a:pt x="8" y="795"/>
                </a:lnTo>
                <a:lnTo>
                  <a:pt x="5" y="795"/>
                </a:lnTo>
                <a:lnTo>
                  <a:pt x="3" y="778"/>
                </a:lnTo>
                <a:cubicBezTo>
                  <a:pt x="1" y="755"/>
                  <a:pt x="0" y="732"/>
                  <a:pt x="0" y="710"/>
                </a:cubicBezTo>
                <a:cubicBezTo>
                  <a:pt x="0" y="318"/>
                  <a:pt x="318" y="0"/>
                  <a:pt x="710" y="0"/>
                </a:cubicBezTo>
                <a:close/>
              </a:path>
            </a:pathLst>
          </a:custGeom>
          <a:solidFill>
            <a:schemeClr val="accent3">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608965" y="2109470"/>
            <a:ext cx="6537960" cy="3209925"/>
          </a:xfrm>
          <a:prstGeom prst="rect">
            <a:avLst/>
          </a:prstGeom>
          <a:noFill/>
        </p:spPr>
        <p:txBody>
          <a:bodyPr wrap="square" rtlCol="0">
            <a:noAutofit/>
          </a:bodyPr>
          <a:lstStyle/>
          <a:p>
            <a:pPr>
              <a:lnSpc>
                <a:spcPct val="150000"/>
              </a:lnSpc>
            </a:pPr>
            <a:r>
              <a:rPr lang="en-US" altLang="zh-CN" sz="3200">
                <a:latin typeface="Times New Roman" panose="02020603050405020304" charset="0"/>
                <a:ea typeface="黑体" panose="02010609060101010101" charset="-122"/>
                <a:cs typeface="Times New Roman" panose="02020603050405020304" charset="0"/>
              </a:rPr>
              <a:t>         </a:t>
            </a:r>
            <a:r>
              <a:rPr lang="zh-CN" altLang="en-US" sz="3200">
                <a:latin typeface="Times New Roman" panose="02020603050405020304" charset="0"/>
                <a:ea typeface="黑体" panose="02010609060101010101" charset="-122"/>
                <a:cs typeface="Times New Roman" panose="02020603050405020304" charset="0"/>
              </a:rPr>
              <a:t>玩滑板车时，滑板车运动一段时间就会停下来。再次蹬地，滑板车又运动起来。你是否认为运动需要力来维持？</a:t>
            </a:r>
            <a:r>
              <a:rPr lang="en-US" altLang="zh-CN" sz="3200">
                <a:latin typeface="Times New Roman" panose="02020603050405020304" charset="0"/>
                <a:ea typeface="黑体" panose="02010609060101010101" charset="-122"/>
                <a:cs typeface="Times New Roman" panose="02020603050405020304" charset="0"/>
              </a:rPr>
              <a:t> </a:t>
            </a:r>
          </a:p>
        </p:txBody>
      </p:sp>
      <p:sp>
        <p:nvSpPr>
          <p:cNvPr id="3" name="文本框 2"/>
          <p:cNvSpPr txBox="1"/>
          <p:nvPr>
            <p:custDataLst>
              <p:tags r:id="rId3"/>
            </p:custDataLst>
          </p:nvPr>
        </p:nvSpPr>
        <p:spPr>
          <a:xfrm>
            <a:off x="921385" y="254000"/>
            <a:ext cx="4872355" cy="526415"/>
          </a:xfrm>
          <a:prstGeom prst="rect">
            <a:avLst/>
          </a:prstGeom>
          <a:noFill/>
        </p:spPr>
        <p:txBody>
          <a:bodyPr wrap="square" rtlCol="0">
            <a:noAutofit/>
          </a:bodyPr>
          <a:lstStyle/>
          <a:p>
            <a:r>
              <a:rPr lang="zh-CN" altLang="en-US" sz="3000" b="1">
                <a:solidFill>
                  <a:srgbClr val="2169D3"/>
                </a:solidFill>
                <a:latin typeface="+mj-ea"/>
                <a:ea typeface="+mj-ea"/>
                <a:sym typeface="+mn-ea"/>
              </a:rPr>
              <a:t>课堂引入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思考与讨论</a:t>
            </a:r>
          </a:p>
        </p:txBody>
      </p:sp>
      <p:pic>
        <p:nvPicPr>
          <p:cNvPr id="4" name="图片 3"/>
          <p:cNvPicPr>
            <a:picLocks noChangeAspect="1"/>
          </p:cNvPicPr>
          <p:nvPr>
            <p:custDataLst>
              <p:tags r:id="rId4"/>
            </p:custDataLst>
          </p:nvPr>
        </p:nvPicPr>
        <p:blipFill>
          <a:blip r:embed="rId6"/>
          <a:stretch>
            <a:fillRect/>
          </a:stretch>
        </p:blipFill>
        <p:spPr>
          <a:xfrm flipH="1">
            <a:off x="7595870" y="1109980"/>
            <a:ext cx="3805555" cy="4803140"/>
          </a:xfrm>
          <a:prstGeom prst="rect">
            <a:avLst/>
          </a:prstGeom>
        </p:spPr>
      </p:pic>
    </p:spTree>
    <p:custDataLst>
      <p:tags r:id="rId1"/>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476885" y="2197735"/>
            <a:ext cx="7605395" cy="2463165"/>
          </a:xfrm>
          <a:prstGeom prst="rect">
            <a:avLst/>
          </a:prstGeom>
          <a:noFill/>
        </p:spPr>
        <p:txBody>
          <a:bodyPr wrap="square" rtlCol="0">
            <a:noAutofit/>
          </a:bodyPr>
          <a:lstStyle/>
          <a:p>
            <a:pPr>
              <a:lnSpc>
                <a:spcPct val="150000"/>
              </a:lnSpc>
            </a:pPr>
            <a:r>
              <a:rPr lang="en-US" altLang="zh-CN" sz="3600">
                <a:latin typeface="Times New Roman" panose="02020603050405020304" charset="0"/>
                <a:ea typeface="黑体" panose="02010609060101010101" charset="-122"/>
                <a:cs typeface="Times New Roman" panose="02020603050405020304" charset="0"/>
              </a:rPr>
              <a:t>        </a:t>
            </a:r>
            <a:r>
              <a:rPr lang="zh-CN" altLang="en-US" sz="3600">
                <a:latin typeface="Times New Roman" panose="02020603050405020304" charset="0"/>
                <a:ea typeface="黑体" panose="02010609060101010101" charset="-122"/>
                <a:cs typeface="Times New Roman" panose="02020603050405020304" charset="0"/>
              </a:rPr>
              <a:t>亚里士多德的观点：“必须有力作用在物体上，物体才能运动；没有力的作用，物体就要静止在某个地方”</a:t>
            </a:r>
          </a:p>
        </p:txBody>
      </p:sp>
      <p:sp>
        <p:nvSpPr>
          <p:cNvPr id="4" name="文本框 3"/>
          <p:cNvSpPr txBox="1"/>
          <p:nvPr>
            <p:custDataLst>
              <p:tags r:id="rId3"/>
            </p:custDataLst>
          </p:nvPr>
        </p:nvSpPr>
        <p:spPr>
          <a:xfrm>
            <a:off x="921385" y="254000"/>
            <a:ext cx="5850890" cy="526415"/>
          </a:xfrm>
          <a:prstGeom prst="rect">
            <a:avLst/>
          </a:prstGeom>
          <a:noFill/>
        </p:spPr>
        <p:txBody>
          <a:bodyPr wrap="square" rtlCol="0">
            <a:noAutofit/>
          </a:bodyPr>
          <a:lstStyle/>
          <a:p>
            <a:r>
              <a:rPr lang="zh-CN" altLang="en-US" sz="3000" b="1">
                <a:solidFill>
                  <a:srgbClr val="2169D3"/>
                </a:solidFill>
                <a:latin typeface="+mj-ea"/>
                <a:ea typeface="+mj-ea"/>
                <a:sym typeface="+mn-ea"/>
              </a:rPr>
              <a:t>课堂引入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亚里士多德的观点</a:t>
            </a:r>
          </a:p>
        </p:txBody>
      </p:sp>
      <p:grpSp>
        <p:nvGrpSpPr>
          <p:cNvPr id="8" name="组合 7"/>
          <p:cNvGrpSpPr/>
          <p:nvPr>
            <p:custDataLst>
              <p:tags r:id="rId4"/>
            </p:custDataLst>
          </p:nvPr>
        </p:nvGrpSpPr>
        <p:grpSpPr>
          <a:xfrm>
            <a:off x="8300720" y="1269365"/>
            <a:ext cx="3536950" cy="4453255"/>
            <a:chOff x="7232" y="2449"/>
            <a:chExt cx="5570" cy="7013"/>
          </a:xfrm>
        </p:grpSpPr>
        <p:pic>
          <p:nvPicPr>
            <p:cNvPr id="6" name="图片 5"/>
            <p:cNvPicPr/>
            <p:nvPr>
              <p:custDataLst>
                <p:tags r:id="rId5"/>
              </p:custDataLst>
            </p:nvPr>
          </p:nvPicPr>
          <p:blipFill>
            <a:blip r:embed="rId8"/>
            <a:stretch>
              <a:fillRect/>
            </a:stretch>
          </p:blipFill>
          <p:spPr>
            <a:xfrm>
              <a:off x="7232" y="2449"/>
              <a:ext cx="5570" cy="6416"/>
            </a:xfrm>
            <a:prstGeom prst="rect">
              <a:avLst/>
            </a:prstGeom>
          </p:spPr>
        </p:pic>
        <p:sp>
          <p:nvSpPr>
            <p:cNvPr id="7" name="Rectangle 2"/>
            <p:cNvSpPr>
              <a:spLocks noChangeArrowheads="1"/>
            </p:cNvSpPr>
            <p:nvPr>
              <p:custDataLst>
                <p:tags r:id="rId6"/>
              </p:custDataLst>
            </p:nvPr>
          </p:nvSpPr>
          <p:spPr bwMode="auto">
            <a:xfrm>
              <a:off x="8388" y="8562"/>
              <a:ext cx="3258" cy="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fontAlgn="base"/>
              <a:r>
                <a:rPr lang="zh-CN" altLang="en-US" sz="2800" b="1" strike="noStrike" noProof="1">
                  <a:solidFill>
                    <a:schemeClr val="tx1"/>
                  </a:solidFill>
                  <a:latin typeface="黑体" panose="02010609060101010101" charset="-122"/>
                  <a:ea typeface="黑体" panose="02010609060101010101" charset="-122"/>
                  <a:cs typeface="黑体" panose="02010609060101010101" charset="-122"/>
                </a:rPr>
                <a:t>亚里士多德</a:t>
              </a:r>
              <a:br>
                <a:rPr lang="zh-CN" altLang="en-US" sz="2800">
                  <a:solidFill>
                    <a:schemeClr val="tx1"/>
                  </a:solidFill>
                  <a:latin typeface="黑体" panose="02010609060101010101" charset="-122"/>
                  <a:ea typeface="黑体" panose="02010609060101010101" charset="-122"/>
                  <a:cs typeface="黑体" panose="02010609060101010101" charset="-122"/>
                </a:rPr>
              </a:br>
              <a:endParaRPr lang="zh-CN" altLang="en-US" sz="2800" i="1" strike="noStrike" noProof="1">
                <a:solidFill>
                  <a:schemeClr val="tx1"/>
                </a:solidFill>
                <a:latin typeface="黑体" panose="02010609060101010101" charset="-122"/>
                <a:ea typeface="黑体" panose="02010609060101010101" charset="-122"/>
                <a:cs typeface="黑体" panose="02010609060101010101" charset="-122"/>
              </a:endParaRPr>
            </a:p>
          </p:txBody>
        </p:sp>
      </p:grpSp>
    </p:spTree>
    <p:custDataLst>
      <p:tags r:id="rId1"/>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custDataLst>
              <p:tags r:id="rId2"/>
            </p:custDataLst>
          </p:nvPr>
        </p:nvSpPr>
        <p:spPr bwMode="auto">
          <a:xfrm>
            <a:off x="567690" y="1821815"/>
            <a:ext cx="7740650" cy="2651125"/>
          </a:xfrm>
          <a:prstGeom prst="rect">
            <a:avLst/>
          </a:prstGeom>
          <a:noFill/>
          <a:ln w="57150">
            <a:no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30000"/>
              </a:lnSpc>
            </a:pPr>
            <a:r>
              <a:rPr kumimoji="1" lang="en-US" altLang="zh-CN" sz="3200" strike="noStrike" noProof="1">
                <a:solidFill>
                  <a:schemeClr val="tx1"/>
                </a:solidFill>
                <a:latin typeface="黑体" panose="02010609060101010101" charset="-122"/>
                <a:ea typeface="黑体" panose="02010609060101010101" charset="-122"/>
                <a:cs typeface="黑体" panose="02010609060101010101" charset="-122"/>
              </a:rPr>
              <a:t>    </a:t>
            </a:r>
            <a:r>
              <a:rPr kumimoji="1" lang="zh-CN" sz="3200" strike="noStrike" noProof="1">
                <a:solidFill>
                  <a:schemeClr val="tx1"/>
                </a:solidFill>
                <a:latin typeface="黑体" panose="02010609060101010101" charset="-122"/>
                <a:ea typeface="黑体" panose="02010609060101010101" charset="-122"/>
                <a:cs typeface="黑体" panose="02010609060101010101" charset="-122"/>
              </a:rPr>
              <a:t>伽利略认为：将人们引入歧途的是摩擦。而物体在通常情况下运动时，摩擦又是难以避免的。若没有摩擦，物体将永远运动下去，</a:t>
            </a:r>
            <a:r>
              <a:rPr kumimoji="1" lang="zh-CN" sz="3200" strike="noStrike" noProof="1">
                <a:solidFill>
                  <a:srgbClr val="FF0000"/>
                </a:solidFill>
                <a:latin typeface="黑体" panose="02010609060101010101" charset="-122"/>
                <a:ea typeface="黑体" panose="02010609060101010101" charset="-122"/>
                <a:cs typeface="黑体" panose="02010609060101010101" charset="-122"/>
              </a:rPr>
              <a:t>不需要力来维持</a:t>
            </a:r>
            <a:r>
              <a:rPr kumimoji="1" lang="zh-CN" sz="3200" strike="noStrike" noProof="1">
                <a:solidFill>
                  <a:schemeClr val="tx1"/>
                </a:solidFill>
                <a:latin typeface="黑体" panose="02010609060101010101" charset="-122"/>
                <a:ea typeface="黑体" panose="02010609060101010101" charset="-122"/>
                <a:cs typeface="黑体" panose="02010609060101010101" charset="-122"/>
              </a:rPr>
              <a:t>。</a:t>
            </a:r>
            <a:endParaRPr kumimoji="1" lang="en-US" altLang="zh-CN" sz="3200" strike="noStrike" noProof="1">
              <a:solidFill>
                <a:schemeClr val="tx1"/>
              </a:solidFill>
              <a:latin typeface="黑体" panose="02010609060101010101" charset="-122"/>
              <a:ea typeface="黑体" panose="02010609060101010101" charset="-122"/>
              <a:cs typeface="黑体" panose="02010609060101010101" charset="-122"/>
            </a:endParaRPr>
          </a:p>
        </p:txBody>
      </p:sp>
      <p:sp>
        <p:nvSpPr>
          <p:cNvPr id="2" name="文本框 1"/>
          <p:cNvSpPr txBox="1"/>
          <p:nvPr>
            <p:custDataLst>
              <p:tags r:id="rId3"/>
            </p:custDataLst>
          </p:nvPr>
        </p:nvSpPr>
        <p:spPr>
          <a:xfrm>
            <a:off x="921385" y="254000"/>
            <a:ext cx="4872355"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伽利略的猜想</a:t>
            </a:r>
          </a:p>
        </p:txBody>
      </p:sp>
      <p:grpSp>
        <p:nvGrpSpPr>
          <p:cNvPr id="5" name="组合 4"/>
          <p:cNvGrpSpPr/>
          <p:nvPr>
            <p:custDataLst>
              <p:tags r:id="rId4"/>
            </p:custDataLst>
          </p:nvPr>
        </p:nvGrpSpPr>
        <p:grpSpPr>
          <a:xfrm>
            <a:off x="8472805" y="1370330"/>
            <a:ext cx="3126740" cy="4463415"/>
            <a:chOff x="7941" y="2158"/>
            <a:chExt cx="4924" cy="7029"/>
          </a:xfrm>
        </p:grpSpPr>
        <p:pic>
          <p:nvPicPr>
            <p:cNvPr id="3" name="图片 2"/>
            <p:cNvPicPr>
              <a:picLocks noChangeAspect="1"/>
            </p:cNvPicPr>
            <p:nvPr>
              <p:custDataLst>
                <p:tags r:id="rId5"/>
              </p:custDataLst>
            </p:nvPr>
          </p:nvPicPr>
          <p:blipFill>
            <a:blip r:embed="rId8"/>
            <a:srcRect l="14812" r="11066" b="18678"/>
            <a:stretch>
              <a:fillRect/>
            </a:stretch>
          </p:blipFill>
          <p:spPr>
            <a:xfrm>
              <a:off x="7941" y="2158"/>
              <a:ext cx="4925" cy="5974"/>
            </a:xfrm>
            <a:prstGeom prst="rect">
              <a:avLst/>
            </a:prstGeom>
          </p:spPr>
        </p:pic>
        <p:sp>
          <p:nvSpPr>
            <p:cNvPr id="4" name="文本框 3"/>
            <p:cNvSpPr txBox="1"/>
            <p:nvPr>
              <p:custDataLst>
                <p:tags r:id="rId6"/>
              </p:custDataLst>
            </p:nvPr>
          </p:nvSpPr>
          <p:spPr>
            <a:xfrm>
              <a:off x="8306" y="8365"/>
              <a:ext cx="4195" cy="822"/>
            </a:xfrm>
            <a:prstGeom prst="rect">
              <a:avLst/>
            </a:prstGeom>
            <a:noFill/>
          </p:spPr>
          <p:txBody>
            <a:bodyPr wrap="square" rtlCol="0">
              <a:spAutoFit/>
            </a:bodyPr>
            <a:lstStyle/>
            <a:p>
              <a:pPr algn="ctr"/>
              <a:r>
                <a:rPr lang="zh-CN" altLang="en-US" sz="2800">
                  <a:latin typeface="黑体" panose="02010609060101010101" charset="-122"/>
                  <a:ea typeface="黑体" panose="02010609060101010101" charset="-122"/>
                </a:rPr>
                <a:t>伽利略</a:t>
              </a:r>
            </a:p>
          </p:txBody>
        </p:sp>
      </p:grpSp>
    </p:spTree>
    <p:custDataLst>
      <p:tags r:id="rId1"/>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p:cNvPicPr>
            <a:picLocks noChangeAspect="1" noChangeArrowheads="1"/>
          </p:cNvPicPr>
          <p:nvPr>
            <p:custDataLst>
              <p:tags r:id="rId2"/>
            </p:custDataLst>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3051810" y="4681220"/>
            <a:ext cx="6864985" cy="157924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custDataLst>
              <p:tags r:id="rId3"/>
            </p:custDataLst>
          </p:nvPr>
        </p:nvSpPr>
        <p:spPr>
          <a:xfrm>
            <a:off x="921385" y="254000"/>
            <a:ext cx="4872355"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思考与讨论</a:t>
            </a:r>
          </a:p>
        </p:txBody>
      </p:sp>
      <p:sp>
        <p:nvSpPr>
          <p:cNvPr id="2" name="文本框 1"/>
          <p:cNvSpPr txBox="1"/>
          <p:nvPr>
            <p:custDataLst>
              <p:tags r:id="rId4"/>
            </p:custDataLst>
          </p:nvPr>
        </p:nvSpPr>
        <p:spPr>
          <a:xfrm>
            <a:off x="309880" y="969645"/>
            <a:ext cx="9113520" cy="1005840"/>
          </a:xfrm>
          <a:prstGeom prst="rect">
            <a:avLst/>
          </a:prstGeom>
          <a:noFill/>
        </p:spPr>
        <p:txBody>
          <a:bodyPr wrap="square" rtlCol="0" anchor="t">
            <a:noAutofit/>
          </a:bodyPr>
          <a:lstStyle/>
          <a:p>
            <a:pPr algn="just">
              <a:lnSpc>
                <a:spcPct val="150000"/>
              </a:lnSpc>
              <a:spcAft>
                <a:spcPct val="0"/>
              </a:spcAft>
              <a:tabLst>
                <a:tab pos="1620520" algn="l"/>
              </a:tabLst>
            </a:pPr>
            <a:r>
              <a:rPr lang="zh-CN" altLang="zh-CN" sz="2600" kern="100">
                <a:latin typeface="Times New Roman" panose="02020603050405020304" charset="0"/>
                <a:ea typeface="微软雅黑"/>
                <a:cs typeface="Times New Roman" panose="02020603050405020304" charset="0"/>
                <a:sym typeface="+mn-ea"/>
              </a:rPr>
              <a:t>小球沿斜面由静止滚下，再滚上另一斜面。</a:t>
            </a:r>
          </a:p>
        </p:txBody>
      </p:sp>
      <p:sp>
        <p:nvSpPr>
          <p:cNvPr id="7" name="矩形 6"/>
          <p:cNvSpPr/>
          <p:nvPr>
            <p:custDataLst>
              <p:tags r:id="rId5"/>
            </p:custDataLst>
          </p:nvPr>
        </p:nvSpPr>
        <p:spPr>
          <a:xfrm>
            <a:off x="309880" y="1623695"/>
            <a:ext cx="11607165" cy="2520950"/>
          </a:xfrm>
          <a:prstGeom prst="rect">
            <a:avLst/>
          </a:prstGeom>
        </p:spPr>
        <p:txBody>
          <a:bodyPr wrap="square" lIns="121898" tIns="60948" rIns="121898" bIns="60948">
            <a:spAutoFit/>
          </a:bodyPr>
          <a:lstStyle/>
          <a:p>
            <a:pPr lvl="0" algn="just">
              <a:lnSpc>
                <a:spcPct val="150000"/>
              </a:lnSpc>
              <a:spcAft>
                <a:spcPct val="0"/>
              </a:spcAft>
              <a:tabLst>
                <a:tab pos="1620520" algn="l"/>
              </a:tabLst>
            </a:pPr>
            <a:r>
              <a:rPr lang="en-US" sz="2600" kern="100">
                <a:latin typeface="Times New Roman" panose="02020603050405020304" charset="0"/>
                <a:ea typeface="微软雅黑"/>
                <a:cs typeface="Courier New" panose="02070309020205020404"/>
              </a:rPr>
              <a:t>(1)</a:t>
            </a:r>
            <a:r>
              <a:rPr lang="zh-CN" altLang="en-US" sz="2600" kern="100">
                <a:latin typeface="Times New Roman" panose="02020603050405020304" charset="0"/>
                <a:ea typeface="微软雅黑"/>
                <a:cs typeface="Courier New" panose="02070309020205020404"/>
              </a:rPr>
              <a:t>在实际情境里，小球滚上另一斜面所能达到的最大高度是否与</a:t>
            </a:r>
            <a:r>
              <a:rPr lang="en-US" altLang="zh-CN" sz="2600" kern="100">
                <a:latin typeface="Times New Roman" panose="02020603050405020304" charset="0"/>
                <a:ea typeface="微软雅黑"/>
                <a:cs typeface="Courier New" panose="02070309020205020404"/>
              </a:rPr>
              <a:t>h</a:t>
            </a:r>
            <a:r>
              <a:rPr lang="zh-CN" altLang="en-US" sz="2600" kern="100">
                <a:latin typeface="Times New Roman" panose="02020603050405020304" charset="0"/>
                <a:ea typeface="微软雅黑"/>
                <a:cs typeface="Courier New" panose="02070309020205020404"/>
              </a:rPr>
              <a:t>相等？</a:t>
            </a:r>
            <a:r>
              <a:rPr lang="en-US" altLang="zh-CN" sz="2600" kern="100">
                <a:latin typeface="Times New Roman" panose="02020603050405020304" charset="0"/>
                <a:ea typeface="微软雅黑"/>
                <a:cs typeface="Courier New" panose="02070309020205020404"/>
              </a:rPr>
              <a:t> </a:t>
            </a:r>
          </a:p>
          <a:p>
            <a:pPr lvl="0" algn="just">
              <a:lnSpc>
                <a:spcPct val="150000"/>
              </a:lnSpc>
              <a:spcAft>
                <a:spcPct val="0"/>
              </a:spcAft>
              <a:tabLst>
                <a:tab pos="1620520" algn="l"/>
              </a:tabLst>
            </a:pPr>
            <a:r>
              <a:rPr lang="en-US" sz="2600" kern="100">
                <a:latin typeface="Times New Roman" panose="02020603050405020304" charset="0"/>
                <a:ea typeface="微软雅黑"/>
                <a:cs typeface="Courier New" panose="02070309020205020404"/>
                <a:sym typeface="+mn-ea"/>
              </a:rPr>
              <a:t>(2)</a:t>
            </a:r>
            <a:r>
              <a:rPr lang="zh-CN" altLang="en-US" sz="2600" kern="100">
                <a:latin typeface="Times New Roman" panose="02020603050405020304" charset="0"/>
                <a:ea typeface="微软雅黑"/>
                <a:cs typeface="Courier New" panose="02070309020205020404"/>
              </a:rPr>
              <a:t>若斜面光滑，小球滚上另一斜面的最大高度是否等于</a:t>
            </a:r>
            <a:r>
              <a:rPr lang="en-US" altLang="zh-CN" sz="2600" kern="100">
                <a:latin typeface="Times New Roman" panose="02020603050405020304" charset="0"/>
                <a:ea typeface="微软雅黑"/>
                <a:cs typeface="Courier New" panose="02070309020205020404"/>
              </a:rPr>
              <a:t>h</a:t>
            </a:r>
            <a:r>
              <a:rPr lang="zh-CN" altLang="en-US" sz="2600" kern="100">
                <a:latin typeface="Times New Roman" panose="02020603050405020304" charset="0"/>
                <a:ea typeface="微软雅黑"/>
                <a:cs typeface="Courier New" panose="02070309020205020404"/>
              </a:rPr>
              <a:t>？</a:t>
            </a:r>
            <a:endParaRPr lang="en-US" altLang="zh-CN" sz="2600" kern="100">
              <a:latin typeface="Times New Roman" panose="02020603050405020304" charset="0"/>
              <a:ea typeface="微软雅黑"/>
              <a:cs typeface="Courier New" panose="02070309020205020404"/>
            </a:endParaRPr>
          </a:p>
          <a:p>
            <a:pPr lvl="0" algn="just">
              <a:lnSpc>
                <a:spcPct val="150000"/>
              </a:lnSpc>
              <a:spcAft>
                <a:spcPct val="0"/>
              </a:spcAft>
              <a:tabLst>
                <a:tab pos="1620520" algn="l"/>
              </a:tabLst>
            </a:pPr>
            <a:r>
              <a:rPr lang="en-US" sz="2600" kern="100">
                <a:latin typeface="Times New Roman" panose="02020603050405020304" charset="0"/>
                <a:ea typeface="微软雅黑"/>
                <a:cs typeface="Courier New" panose="02070309020205020404"/>
                <a:sym typeface="+mn-ea"/>
              </a:rPr>
              <a:t>(3)</a:t>
            </a:r>
            <a:r>
              <a:rPr lang="zh-CN" altLang="en-US" sz="2600" kern="100">
                <a:latin typeface="Times New Roman" panose="02020603050405020304" charset="0"/>
                <a:ea typeface="微软雅黑"/>
                <a:cs typeface="Courier New" panose="02070309020205020404"/>
              </a:rPr>
              <a:t>若斜面光滑，减小第二个斜面的倾角，小球能否滚到</a:t>
            </a:r>
            <a:r>
              <a:rPr lang="en-US" altLang="zh-CN" sz="2600" kern="100">
                <a:latin typeface="Times New Roman" panose="02020603050405020304" charset="0"/>
                <a:ea typeface="微软雅黑"/>
                <a:cs typeface="Courier New" panose="02070309020205020404"/>
              </a:rPr>
              <a:t>h</a:t>
            </a:r>
            <a:r>
              <a:rPr lang="zh-CN" altLang="en-US" sz="2600" kern="100">
                <a:latin typeface="Times New Roman" panose="02020603050405020304" charset="0"/>
                <a:ea typeface="微软雅黑"/>
                <a:cs typeface="Courier New" panose="02070309020205020404"/>
              </a:rPr>
              <a:t>高度处？相较倾角减小前，小球滚至该高度所经过的路程有何变化？</a:t>
            </a:r>
          </a:p>
        </p:txBody>
      </p:sp>
    </p:spTree>
    <p:custDataLst>
      <p:tags r:id="rId1"/>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p:cNvPicPr>
            <a:picLocks noChangeAspect="1" noChangeArrowheads="1"/>
          </p:cNvPicPr>
          <p:nvPr>
            <p:custDataLst>
              <p:tags r:id="rId2"/>
            </p:custDataLst>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3366770" y="4093845"/>
            <a:ext cx="6699250" cy="154114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custDataLst>
              <p:tags r:id="rId3"/>
            </p:custDataLst>
          </p:nvPr>
        </p:nvSpPr>
        <p:spPr>
          <a:xfrm>
            <a:off x="921385" y="254000"/>
            <a:ext cx="4872355"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思考与讨论</a:t>
            </a:r>
          </a:p>
        </p:txBody>
      </p:sp>
      <p:sp>
        <p:nvSpPr>
          <p:cNvPr id="7" name="矩形 6"/>
          <p:cNvSpPr/>
          <p:nvPr>
            <p:custDataLst>
              <p:tags r:id="rId4"/>
            </p:custDataLst>
          </p:nvPr>
        </p:nvSpPr>
        <p:spPr>
          <a:xfrm>
            <a:off x="309880" y="1240790"/>
            <a:ext cx="11441430" cy="2059305"/>
          </a:xfrm>
          <a:prstGeom prst="rect">
            <a:avLst/>
          </a:prstGeom>
        </p:spPr>
        <p:txBody>
          <a:bodyPr wrap="square" lIns="121898" tIns="60948" rIns="121898" bIns="60948">
            <a:spAutoFit/>
          </a:bodyPr>
          <a:lstStyle/>
          <a:p>
            <a:pPr lvl="0" algn="just">
              <a:lnSpc>
                <a:spcPct val="150000"/>
              </a:lnSpc>
              <a:spcAft>
                <a:spcPct val="0"/>
              </a:spcAft>
              <a:tabLst>
                <a:tab pos="1620520" algn="l"/>
              </a:tabLst>
            </a:pPr>
            <a:r>
              <a:rPr lang="en-US" altLang="zh-CN" sz="2800" kern="100">
                <a:latin typeface="Times New Roman" panose="02020603050405020304" charset="0"/>
                <a:ea typeface="微软雅黑"/>
                <a:cs typeface="Courier New" panose="02070309020205020404"/>
              </a:rPr>
              <a:t>(4)</a:t>
            </a:r>
            <a:r>
              <a:rPr lang="zh-CN" altLang="en-US" sz="2800" kern="100">
                <a:latin typeface="Times New Roman" panose="02020603050405020304" charset="0"/>
                <a:ea typeface="微软雅黑"/>
                <a:cs typeface="Courier New" panose="02070309020205020404"/>
              </a:rPr>
              <a:t>设想第二个斜面变为水平面，小球欲达等同高度却终不可得，此时其运动是否可以停下？</a:t>
            </a:r>
          </a:p>
          <a:p>
            <a:pPr lvl="0" algn="just">
              <a:lnSpc>
                <a:spcPct val="150000"/>
              </a:lnSpc>
              <a:spcAft>
                <a:spcPct val="0"/>
              </a:spcAft>
              <a:tabLst>
                <a:tab pos="1620520" algn="l"/>
              </a:tabLst>
            </a:pPr>
            <a:r>
              <a:rPr lang="en-US" altLang="zh-CN" sz="2800" kern="100">
                <a:latin typeface="Times New Roman" panose="02020603050405020304" charset="0"/>
                <a:ea typeface="微软雅黑"/>
                <a:cs typeface="Courier New" panose="02070309020205020404"/>
              </a:rPr>
              <a:t>(5)</a:t>
            </a:r>
            <a:r>
              <a:rPr lang="zh-CN" altLang="en-US" sz="2800" kern="100">
                <a:latin typeface="Times New Roman" panose="02020603050405020304" charset="0"/>
                <a:ea typeface="微软雅黑"/>
                <a:cs typeface="Courier New" panose="02070309020205020404"/>
              </a:rPr>
              <a:t>伽利略理想实验揭示了揭示了什么道理？</a:t>
            </a:r>
          </a:p>
        </p:txBody>
      </p:sp>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伽利略斜面实验">
            <a:hlinkClick r:id="" action="ppaction://media"/>
          </p:cNvPr>
          <p:cNvPicPr/>
          <p:nvPr>
            <a:videoFile r:link="rId3"/>
            <p:custDataLst>
              <p:tags r:id="rId4"/>
            </p:custDataLst>
            <p:extLst>
              <p:ext uri="{DAA4B4D4-6D71-4841-9C94-3DE7FCFB9230}">
                <p14:media xmlns:p14="http://schemas.microsoft.com/office/powerpoint/2010/main" r:embed="rId2"/>
              </p:ext>
            </p:extLst>
          </p:nvPr>
        </p:nvPicPr>
        <p:blipFill>
          <a:blip r:embed="rId7"/>
          <a:stretch>
            <a:fillRect/>
          </a:stretch>
        </p:blipFill>
        <p:spPr>
          <a:xfrm>
            <a:off x="1155700" y="1046480"/>
            <a:ext cx="9753600" cy="5486400"/>
          </a:xfrm>
          <a:prstGeom prst="rect">
            <a:avLst/>
          </a:prstGeom>
        </p:spPr>
      </p:pic>
      <p:sp>
        <p:nvSpPr>
          <p:cNvPr id="6" name="文本框 5"/>
          <p:cNvSpPr txBox="1"/>
          <p:nvPr>
            <p:custDataLst>
              <p:tags r:id="rId5"/>
            </p:custDataLst>
          </p:nvPr>
        </p:nvSpPr>
        <p:spPr>
          <a:xfrm>
            <a:off x="921385" y="254000"/>
            <a:ext cx="6076315"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——伽利略</a:t>
            </a:r>
            <a:r>
              <a:rPr lang="zh-CN" altLang="en-US" sz="3000" b="1">
                <a:solidFill>
                  <a:srgbClr val="2169D3"/>
                </a:solidFill>
                <a:latin typeface="+mj-ea"/>
                <a:ea typeface="+mj-ea"/>
                <a:sym typeface="+mn-ea"/>
              </a:rPr>
              <a:t>理想斜面实验</a:t>
            </a:r>
          </a:p>
        </p:txBody>
      </p:sp>
    </p:spTree>
    <p:custDataLst>
      <p:tags r:id="rId1"/>
    </p:custDataLst>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nodeType="clickPar">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additive="base">
                                        <p:cTn id="6" dur="1" fill="hold"/>
                                        <p:tgtEl>
                                          <p:spTgt spid="3"/>
                                        </p:tgtEl>
                                      </p:cBhvr>
                                    </p:cmd>
                                  </p:childTnLst>
                                </p:cTn>
                              </p:par>
                            </p:childTnLst>
                          </p:cTn>
                        </p:par>
                      </p:childTnLst>
                    </p:cTn>
                  </p:par>
                </p:childTnLst>
              </p:cTn>
              <p:nextCondLst>
                <p:cond evt="onClick" delay="0">
                  <p:tgtEl>
                    <p:spTgt spid="3"/>
                  </p:tgtEl>
                </p:cond>
              </p:nextCondLst>
            </p:seq>
            <p:video>
              <p:cMediaNode>
                <p:cTn id="7" fill="hold" display="0">
                  <p:stCondLst>
                    <p:cond delay="indefinite"/>
                  </p:st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921385" y="254000"/>
            <a:ext cx="4872355"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结论与意义</a:t>
            </a:r>
          </a:p>
        </p:txBody>
      </p:sp>
      <p:sp>
        <p:nvSpPr>
          <p:cNvPr id="4" name="矩形 3"/>
          <p:cNvSpPr/>
          <p:nvPr>
            <p:custDataLst>
              <p:tags r:id="rId3"/>
            </p:custDataLst>
          </p:nvPr>
        </p:nvSpPr>
        <p:spPr>
          <a:xfrm>
            <a:off x="322580" y="1208405"/>
            <a:ext cx="11483340" cy="989330"/>
          </a:xfrm>
          <a:prstGeom prst="rect">
            <a:avLst/>
          </a:prstGeom>
        </p:spPr>
        <p:txBody>
          <a:bodyPr wrap="square" lIns="121898" tIns="60948" rIns="121898" bIns="60948">
            <a:noAutofit/>
          </a:bodyPr>
          <a:lstStyle/>
          <a:p>
            <a:pPr algn="just">
              <a:lnSpc>
                <a:spcPct val="150000"/>
              </a:lnSpc>
              <a:spcAft>
                <a:spcPct val="0"/>
              </a:spcAft>
              <a:tabLst>
                <a:tab pos="1620520" algn="l"/>
              </a:tabLst>
            </a:pPr>
            <a:r>
              <a:rPr lang="en-US" altLang="zh-CN" sz="3200" kern="100">
                <a:latin typeface="Times New Roman" panose="02020603050405020304" charset="0"/>
                <a:ea typeface="黑体" panose="02010609060101010101" charset="-122"/>
                <a:cs typeface="Times New Roman" panose="02020603050405020304" charset="0"/>
              </a:rPr>
              <a:t>1.</a:t>
            </a:r>
            <a:r>
              <a:rPr lang="zh-CN" altLang="zh-CN" sz="3200" kern="100">
                <a:latin typeface="Times New Roman" panose="02020603050405020304" charset="0"/>
                <a:ea typeface="黑体" panose="02010609060101010101" charset="-122"/>
                <a:cs typeface="Times New Roman" panose="02020603050405020304" charset="0"/>
              </a:rPr>
              <a:t>结论：</a:t>
            </a:r>
            <a:r>
              <a:rPr lang="zh-CN" altLang="zh-CN" sz="3200" kern="100">
                <a:solidFill>
                  <a:srgbClr val="FF0000"/>
                </a:solidFill>
                <a:latin typeface="Times New Roman" panose="02020603050405020304" charset="0"/>
                <a:ea typeface="黑体" panose="02010609060101010101" charset="-122"/>
                <a:cs typeface="Times New Roman" panose="02020603050405020304" charset="0"/>
              </a:rPr>
              <a:t>力不是</a:t>
            </a:r>
            <a:r>
              <a:rPr lang="zh-CN" altLang="en-US" sz="3200" kern="100">
                <a:solidFill>
                  <a:srgbClr val="FF0000"/>
                </a:solidFill>
                <a:latin typeface="Times New Roman" panose="02020603050405020304" charset="0"/>
                <a:ea typeface="黑体" panose="02010609060101010101" charset="-122"/>
                <a:cs typeface="Times New Roman" panose="02020603050405020304" charset="0"/>
                <a:sym typeface="Times New Roman" panose="02020603050405020304" charset="0"/>
              </a:rPr>
              <a:t>维持</a:t>
            </a:r>
            <a:r>
              <a:rPr lang="zh-CN" altLang="zh-CN" sz="3200" kern="100">
                <a:solidFill>
                  <a:srgbClr val="FF0000"/>
                </a:solidFill>
                <a:latin typeface="Times New Roman" panose="02020603050405020304" charset="0"/>
                <a:ea typeface="黑体" panose="02010609060101010101" charset="-122"/>
                <a:cs typeface="Times New Roman" panose="02020603050405020304" charset="0"/>
              </a:rPr>
              <a:t>物体运动的原因。</a:t>
            </a:r>
            <a:endParaRPr lang="zh-CN" altLang="zh-CN" sz="3200" kern="100">
              <a:latin typeface="Times New Roman" panose="02020603050405020304" charset="0"/>
              <a:ea typeface="黑体" panose="02010609060101010101" charset="-122"/>
              <a:cs typeface="Times New Roman" panose="02020603050405020304" charset="0"/>
            </a:endParaRPr>
          </a:p>
          <a:p>
            <a:pPr algn="just">
              <a:lnSpc>
                <a:spcPct val="150000"/>
              </a:lnSpc>
              <a:spcAft>
                <a:spcPct val="0"/>
              </a:spcAft>
              <a:tabLst>
                <a:tab pos="1620520" algn="l"/>
              </a:tabLst>
            </a:pPr>
            <a:endParaRPr lang="zh-CN" altLang="zh-CN" sz="3200" kern="100">
              <a:effectLst/>
              <a:latin typeface="Times New Roman" panose="02020603050405020304" charset="0"/>
              <a:ea typeface="黑体" panose="02010609060101010101" charset="-122"/>
              <a:cs typeface="Times New Roman" panose="02020603050405020304" charset="0"/>
            </a:endParaRPr>
          </a:p>
        </p:txBody>
      </p:sp>
      <p:sp>
        <p:nvSpPr>
          <p:cNvPr id="2" name="矩形 1"/>
          <p:cNvSpPr/>
          <p:nvPr>
            <p:custDataLst>
              <p:tags r:id="rId4"/>
            </p:custDataLst>
          </p:nvPr>
        </p:nvSpPr>
        <p:spPr>
          <a:xfrm>
            <a:off x="322580" y="3201035"/>
            <a:ext cx="11483340" cy="2195830"/>
          </a:xfrm>
          <a:prstGeom prst="rect">
            <a:avLst/>
          </a:prstGeom>
        </p:spPr>
        <p:txBody>
          <a:bodyPr wrap="square" lIns="121898" tIns="60948" rIns="121898" bIns="60948">
            <a:noAutofit/>
          </a:bodyPr>
          <a:lstStyle/>
          <a:p>
            <a:pPr algn="just">
              <a:lnSpc>
                <a:spcPct val="150000"/>
              </a:lnSpc>
              <a:spcAft>
                <a:spcPct val="0"/>
              </a:spcAft>
              <a:tabLst>
                <a:tab pos="1620520" algn="l"/>
              </a:tabLst>
            </a:pPr>
            <a:r>
              <a:rPr lang="en-US" altLang="zh-CN" sz="2800" kern="100">
                <a:latin typeface="Times New Roman" panose="02020603050405020304" charset="0"/>
                <a:ea typeface="黑体" panose="02010609060101010101" charset="-122"/>
                <a:cs typeface="Times New Roman" panose="02020603050405020304" charset="0"/>
              </a:rPr>
              <a:t>2.</a:t>
            </a:r>
            <a:r>
              <a:rPr lang="zh-CN" altLang="zh-CN" sz="2800" kern="100">
                <a:latin typeface="Times New Roman" panose="02020603050405020304" charset="0"/>
                <a:ea typeface="黑体" panose="02010609060101010101" charset="-122"/>
                <a:cs typeface="Times New Roman" panose="02020603050405020304" charset="0"/>
              </a:rPr>
              <a:t>意义：伽利略理想实验是以可靠的实验事实为基础，经过抽象思维，抓住主要因素，忽略次要因素，从而更深刻地揭示了自然规律。伽利略的研究方法的核心是把实验和逻辑推理相结合。</a:t>
            </a:r>
          </a:p>
          <a:p>
            <a:pPr algn="just">
              <a:lnSpc>
                <a:spcPct val="150000"/>
              </a:lnSpc>
              <a:spcAft>
                <a:spcPct val="0"/>
              </a:spcAft>
              <a:tabLst>
                <a:tab pos="1620520" algn="l"/>
              </a:tabLst>
            </a:pPr>
            <a:endParaRPr lang="zh-CN" altLang="zh-CN" sz="2800" kern="100">
              <a:effectLst/>
              <a:latin typeface="Times New Roman" panose="02020603050405020304" charset="0"/>
              <a:ea typeface="黑体" panose="02010609060101010101" charset="-122"/>
              <a:cs typeface="Times New Roman" panose="02020603050405020304" charset="0"/>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921385" y="254000"/>
            <a:ext cx="4872355" cy="526415"/>
          </a:xfrm>
          <a:prstGeom prst="rect">
            <a:avLst/>
          </a:prstGeom>
          <a:noFill/>
        </p:spPr>
        <p:txBody>
          <a:bodyPr wrap="square" rtlCol="0">
            <a:noAutofit/>
          </a:bodyPr>
          <a:lstStyle/>
          <a:p>
            <a:r>
              <a:rPr lang="zh-CN" altLang="en-US" sz="3000">
                <a:solidFill>
                  <a:schemeClr val="accent1">
                    <a:lumMod val="50000"/>
                  </a:schemeClr>
                </a:solidFill>
                <a:latin typeface="+mj-ea"/>
                <a:ea typeface="+mj-ea"/>
                <a:sym typeface="+mn-ea"/>
              </a:rPr>
              <a:t>探索新知</a:t>
            </a:r>
            <a:r>
              <a:rPr lang="en-US" altLang="zh-CN" sz="3000">
                <a:solidFill>
                  <a:schemeClr val="accent1">
                    <a:lumMod val="50000"/>
                  </a:schemeClr>
                </a:solidFill>
                <a:latin typeface="+mj-ea"/>
                <a:ea typeface="+mj-ea"/>
                <a:sym typeface="+mn-ea"/>
              </a:rPr>
              <a:t>——</a:t>
            </a:r>
            <a:r>
              <a:rPr lang="zh-CN" altLang="en-US" sz="3000">
                <a:solidFill>
                  <a:schemeClr val="accent1">
                    <a:lumMod val="50000"/>
                  </a:schemeClr>
                </a:solidFill>
                <a:latin typeface="+mj-ea"/>
                <a:ea typeface="+mj-ea"/>
                <a:sym typeface="+mn-ea"/>
              </a:rPr>
              <a:t>笛卡儿的观点</a:t>
            </a:r>
            <a:endParaRPr lang="en-US" altLang="zh-CN" sz="3000">
              <a:solidFill>
                <a:schemeClr val="accent1">
                  <a:lumMod val="50000"/>
                </a:schemeClr>
              </a:solidFill>
              <a:latin typeface="+mj-ea"/>
              <a:ea typeface="+mj-ea"/>
              <a:sym typeface="+mn-ea"/>
            </a:endParaRPr>
          </a:p>
        </p:txBody>
      </p:sp>
      <p:sp>
        <p:nvSpPr>
          <p:cNvPr id="2" name="文本框 1"/>
          <p:cNvSpPr txBox="1"/>
          <p:nvPr>
            <p:custDataLst>
              <p:tags r:id="rId3"/>
            </p:custDataLst>
          </p:nvPr>
        </p:nvSpPr>
        <p:spPr>
          <a:xfrm>
            <a:off x="921385" y="1906270"/>
            <a:ext cx="6080760" cy="3046095"/>
          </a:xfrm>
          <a:prstGeom prst="rect">
            <a:avLst/>
          </a:prstGeom>
          <a:noFill/>
        </p:spPr>
        <p:txBody>
          <a:bodyPr wrap="square" rtlCol="0" anchor="t">
            <a:spAutoFit/>
          </a:bodyPr>
          <a:lstStyle/>
          <a:p>
            <a:pPr marL="29210" indent="-29210" algn="just">
              <a:lnSpc>
                <a:spcPct val="150000"/>
              </a:lnSpc>
              <a:spcAft>
                <a:spcPct val="0"/>
              </a:spcAft>
              <a:tabLst>
                <a:tab pos="1620520" algn="l"/>
              </a:tabLst>
            </a:pPr>
            <a:r>
              <a:rPr lang="en-US" altLang="zh-CN" sz="3200" kern="100">
                <a:latin typeface="Times New Roman" panose="02020603050405020304" charset="0"/>
                <a:ea typeface="微软雅黑"/>
                <a:cs typeface="Times New Roman" panose="02020603050405020304" charset="0"/>
                <a:sym typeface="+mn-ea"/>
              </a:rPr>
              <a:t>        </a:t>
            </a:r>
            <a:r>
              <a:rPr lang="zh-CN" altLang="zh-CN" sz="3200" kern="100">
                <a:latin typeface="Times New Roman" panose="02020603050405020304" charset="0"/>
                <a:ea typeface="微软雅黑"/>
                <a:cs typeface="Times New Roman" panose="02020603050405020304" charset="0"/>
                <a:sym typeface="+mn-ea"/>
              </a:rPr>
              <a:t>如果运动中的物体没有受到力的作用，它将继续以同一</a:t>
            </a:r>
            <a:r>
              <a:rPr lang="zh-CN" altLang="en-US" sz="3200" kern="100">
                <a:latin typeface="Times New Roman" panose="02020603050405020304" charset="0"/>
                <a:ea typeface="微软雅黑"/>
                <a:cs typeface="Times New Roman" panose="02020603050405020304" charset="0"/>
                <a:sym typeface="Times New Roman" panose="02020603050405020304" charset="0"/>
              </a:rPr>
              <a:t>速度</a:t>
            </a:r>
            <a:r>
              <a:rPr lang="zh-CN" altLang="zh-CN" sz="3200" kern="100">
                <a:latin typeface="Times New Roman" panose="02020603050405020304" charset="0"/>
                <a:ea typeface="微软雅黑"/>
                <a:cs typeface="Times New Roman" panose="02020603050405020304" charset="0"/>
                <a:sym typeface="+mn-ea"/>
              </a:rPr>
              <a:t>沿同一直线运动，既不会停下来，也不会偏离原来的方向。</a:t>
            </a:r>
          </a:p>
        </p:txBody>
      </p:sp>
      <p:grpSp>
        <p:nvGrpSpPr>
          <p:cNvPr id="5" name="组合 4"/>
          <p:cNvGrpSpPr/>
          <p:nvPr>
            <p:custDataLst>
              <p:tags r:id="rId4"/>
            </p:custDataLst>
          </p:nvPr>
        </p:nvGrpSpPr>
        <p:grpSpPr>
          <a:xfrm>
            <a:off x="7990205" y="1161415"/>
            <a:ext cx="3598545" cy="4860925"/>
            <a:chOff x="12405" y="1900"/>
            <a:chExt cx="5667" cy="7655"/>
          </a:xfrm>
        </p:grpSpPr>
        <p:pic>
          <p:nvPicPr>
            <p:cNvPr id="3" name="图片 2"/>
            <p:cNvPicPr/>
            <p:nvPr>
              <p:custDataLst>
                <p:tags r:id="rId5"/>
              </p:custDataLst>
            </p:nvPr>
          </p:nvPicPr>
          <p:blipFill>
            <a:blip r:embed="rId8"/>
            <a:srcRect l="14974" t="7870" r="9191" b="17769"/>
            <a:stretch>
              <a:fillRect/>
            </a:stretch>
          </p:blipFill>
          <p:spPr>
            <a:xfrm>
              <a:off x="12405" y="1900"/>
              <a:ext cx="5667" cy="6598"/>
            </a:xfrm>
            <a:prstGeom prst="rect">
              <a:avLst/>
            </a:prstGeom>
          </p:spPr>
        </p:pic>
        <p:sp>
          <p:nvSpPr>
            <p:cNvPr id="4" name="文本框 3"/>
            <p:cNvSpPr txBox="1"/>
            <p:nvPr>
              <p:custDataLst>
                <p:tags r:id="rId6"/>
              </p:custDataLst>
            </p:nvPr>
          </p:nvSpPr>
          <p:spPr>
            <a:xfrm>
              <a:off x="13141" y="8733"/>
              <a:ext cx="4195" cy="822"/>
            </a:xfrm>
            <a:prstGeom prst="rect">
              <a:avLst/>
            </a:prstGeom>
            <a:noFill/>
          </p:spPr>
          <p:txBody>
            <a:bodyPr wrap="square" rtlCol="0">
              <a:spAutoFit/>
            </a:bodyPr>
            <a:lstStyle/>
            <a:p>
              <a:pPr algn="ctr"/>
              <a:r>
                <a:rPr lang="zh-CN" altLang="en-US" sz="2800">
                  <a:latin typeface="黑体" panose="02010609060101010101" charset="-122"/>
                  <a:ea typeface="黑体" panose="02010609060101010101" charset="-122"/>
                </a:rPr>
                <a:t>笛卡尔</a:t>
              </a:r>
            </a:p>
          </p:txBody>
        </p:sp>
      </p:grpSp>
    </p:spTree>
    <p:custDataLst>
      <p:tags r:id="rId1"/>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921385" y="254000"/>
            <a:ext cx="4959985" cy="553085"/>
          </a:xfrm>
          <a:prstGeom prst="rect">
            <a:avLst/>
          </a:prstGeom>
          <a:noFill/>
        </p:spPr>
        <p:txBody>
          <a:bodyPr wrap="square" rtlCol="0">
            <a:spAutoFit/>
          </a:bodyPr>
          <a:lstStyle/>
          <a:p>
            <a:r>
              <a:rPr lang="zh-CN" altLang="en-US" sz="3000" b="1">
                <a:solidFill>
                  <a:srgbClr val="2169D3"/>
                </a:solidFill>
                <a:latin typeface="+mj-ea"/>
                <a:ea typeface="+mj-ea"/>
                <a:sym typeface="+mn-ea"/>
              </a:rPr>
              <a:t>典例解析</a:t>
            </a:r>
          </a:p>
        </p:txBody>
      </p:sp>
      <p:sp>
        <p:nvSpPr>
          <p:cNvPr id="7" name="文本框 6"/>
          <p:cNvSpPr txBox="1"/>
          <p:nvPr>
            <p:custDataLst>
              <p:tags r:id="rId3"/>
            </p:custDataLst>
          </p:nvPr>
        </p:nvSpPr>
        <p:spPr>
          <a:xfrm>
            <a:off x="6384766" y="1141413"/>
            <a:ext cx="719455" cy="551815"/>
          </a:xfrm>
          <a:prstGeom prst="rect">
            <a:avLst/>
          </a:prstGeom>
          <a:noFill/>
        </p:spPr>
        <p:txBody>
          <a:bodyPr wrap="square" rtlCol="0">
            <a:noAutofit/>
          </a:bodyPr>
          <a:lstStyle/>
          <a:p>
            <a:pPr algn="l"/>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B</a:t>
            </a:r>
          </a:p>
        </p:txBody>
      </p:sp>
      <p:pic>
        <p:nvPicPr>
          <p:cNvPr id="100003" name="图片 100003"/>
          <p:cNvPicPr>
            <a:picLocks noChangeAspect="1"/>
          </p:cNvPicPr>
          <p:nvPr>
            <p:custDataLst>
              <p:tags r:id="rId4"/>
            </p:custDataLst>
          </p:nvPr>
        </p:nvPicPr>
        <p:blipFill>
          <a:blip r:embed="rId7"/>
          <a:stretch>
            <a:fillRect/>
          </a:stretch>
        </p:blipFill>
        <p:spPr>
          <a:xfrm>
            <a:off x="2198370" y="4438015"/>
            <a:ext cx="7517130" cy="1866900"/>
          </a:xfrm>
          <a:prstGeom prst="rect">
            <a:avLst/>
          </a:prstGeom>
        </p:spPr>
      </p:pic>
      <p:sp>
        <p:nvSpPr>
          <p:cNvPr id="11" name="文本框 10"/>
          <p:cNvSpPr txBox="1"/>
          <p:nvPr>
            <p:custDataLst>
              <p:tags r:id="rId5"/>
            </p:custDataLst>
          </p:nvPr>
        </p:nvSpPr>
        <p:spPr>
          <a:xfrm>
            <a:off x="312420" y="1089025"/>
            <a:ext cx="11408410" cy="3431540"/>
          </a:xfrm>
          <a:prstGeom prst="rect">
            <a:avLst/>
          </a:prstGeom>
        </p:spPr>
        <p:txBody>
          <a:bodyPr>
            <a:noAutofit/>
          </a:bodyPr>
          <a:lstStyle/>
          <a:p>
            <a:pPr marL="0" indent="0" algn="l" defTabSz="266700">
              <a:lnSpc>
                <a:spcPct val="150000"/>
              </a:lnSpc>
              <a:spcBef>
                <a:spcPct val="0"/>
              </a:spcBef>
              <a:spcAft>
                <a:spcPct val="0"/>
              </a:spcAft>
            </a:pPr>
            <a:r>
              <a:rPr lang="zh-CN" altLang="en-US" sz="2200">
                <a:latin typeface="黑体" panose="02010609060101010101" charset="-122"/>
                <a:ea typeface="黑体" panose="02010609060101010101" charset="-122"/>
              </a:rPr>
              <a:t>【例1】关于下图中实验的分析，说法正确的是（</a:t>
            </a:r>
            <a:r>
              <a:rPr lang="en-US" altLang="zh-CN" sz="2200">
                <a:latin typeface="Times New Roman" panose="02020603050405020304" charset="0"/>
                <a:ea typeface="黑体" panose="02010609060101010101" charset="-122"/>
              </a:rPr>
              <a:t>     </a:t>
            </a:r>
            <a:r>
              <a:rPr lang="zh-CN" altLang="en-US" sz="2200">
                <a:latin typeface="黑体" panose="02010609060101010101" charset="-122"/>
                <a:ea typeface="黑体" panose="02010609060101010101" charset="-122"/>
              </a:rPr>
              <a:t>）</a:t>
            </a:r>
            <a:endParaRPr lang="en-US" altLang="zh-CN" sz="2200">
              <a:latin typeface="Times New Roman" panose="02020603050405020304" charset="0"/>
              <a:ea typeface="黑体" panose="02010609060101010101" charset="-122"/>
            </a:endParaRPr>
          </a:p>
          <a:p>
            <a:pPr marL="190500" indent="0" algn="l" defTabSz="266700">
              <a:lnSpc>
                <a:spcPct val="150000"/>
              </a:lnSpc>
              <a:spcBef>
                <a:spcPct val="0"/>
              </a:spcBef>
              <a:spcAft>
                <a:spcPct val="0"/>
              </a:spcAft>
            </a:pPr>
            <a:r>
              <a:rPr lang="en-US" altLang="zh-CN" sz="2200">
                <a:latin typeface="Times New Roman" panose="02020603050405020304" charset="0"/>
                <a:ea typeface="黑体" panose="02010609060101010101" charset="-122"/>
              </a:rPr>
              <a:t>A</a:t>
            </a:r>
            <a:r>
              <a:rPr lang="zh-CN" altLang="en-US" sz="2200">
                <a:latin typeface="黑体" panose="02010609060101010101" charset="-122"/>
                <a:ea typeface="黑体" panose="02010609060101010101" charset="-122"/>
              </a:rPr>
              <a:t>．如图甲，伽利略用斜面</a:t>
            </a:r>
            <a:r>
              <a:rPr lang="zh-CN" altLang="en-US" sz="2200">
                <a:latin typeface="Times New Roman" panose="02020603050405020304" charset="0"/>
                <a:ea typeface="黑体" panose="02010609060101010101" charset="-122"/>
              </a:rPr>
              <a:t>“</a:t>
            </a:r>
            <a:r>
              <a:rPr lang="zh-CN" altLang="en-US" sz="2200">
                <a:latin typeface="黑体" panose="02010609060101010101" charset="-122"/>
                <a:ea typeface="黑体" panose="02010609060101010101" charset="-122"/>
              </a:rPr>
              <a:t>冲淡重力</a:t>
            </a:r>
            <a:r>
              <a:rPr lang="zh-CN" altLang="en-US" sz="2200">
                <a:latin typeface="Times New Roman" panose="02020603050405020304" charset="0"/>
                <a:ea typeface="黑体" panose="02010609060101010101" charset="-122"/>
              </a:rPr>
              <a:t>”</a:t>
            </a:r>
            <a:r>
              <a:rPr lang="zh-CN" altLang="en-US" sz="2200">
                <a:latin typeface="黑体" panose="02010609060101010101" charset="-122"/>
                <a:ea typeface="黑体" panose="02010609060101010101" charset="-122"/>
              </a:rPr>
              <a:t>，通过研究小球自由落体运动推出匀变速直线运动特点</a:t>
            </a:r>
          </a:p>
          <a:p>
            <a:pPr marL="190500" indent="0" algn="l" defTabSz="266700">
              <a:lnSpc>
                <a:spcPct val="150000"/>
              </a:lnSpc>
              <a:spcBef>
                <a:spcPct val="0"/>
              </a:spcBef>
              <a:spcAft>
                <a:spcPct val="0"/>
              </a:spcAft>
            </a:pPr>
            <a:r>
              <a:rPr lang="en-US" altLang="zh-CN" sz="2200">
                <a:latin typeface="Times New Roman" panose="02020603050405020304" charset="0"/>
                <a:ea typeface="黑体" panose="02010609060101010101" charset="-122"/>
              </a:rPr>
              <a:t>B</a:t>
            </a:r>
            <a:r>
              <a:rPr lang="zh-CN" altLang="en-US" sz="2200">
                <a:latin typeface="黑体" panose="02010609060101010101" charset="-122"/>
                <a:ea typeface="黑体" panose="02010609060101010101" charset="-122"/>
              </a:rPr>
              <a:t>．如图甲，伽利略把实验和逻辑推理和谐地结合起来，从而发展了人类的科学研究方法</a:t>
            </a:r>
          </a:p>
          <a:p>
            <a:pPr marL="190500" indent="0" algn="l" defTabSz="266700">
              <a:lnSpc>
                <a:spcPct val="150000"/>
              </a:lnSpc>
              <a:spcBef>
                <a:spcPct val="0"/>
              </a:spcBef>
              <a:spcAft>
                <a:spcPct val="0"/>
              </a:spcAft>
            </a:pPr>
            <a:r>
              <a:rPr lang="en-US" altLang="zh-CN" sz="2200">
                <a:latin typeface="Times New Roman" panose="02020603050405020304" charset="0"/>
                <a:ea typeface="黑体" panose="02010609060101010101" charset="-122"/>
              </a:rPr>
              <a:t>C</a:t>
            </a:r>
            <a:r>
              <a:rPr lang="zh-CN" altLang="en-US" sz="2200">
                <a:latin typeface="黑体" panose="02010609060101010101" charset="-122"/>
                <a:ea typeface="黑体" panose="02010609060101010101" charset="-122"/>
              </a:rPr>
              <a:t>．如图乙，伽利略用理想斜面实验直接证实了</a:t>
            </a:r>
            <a:r>
              <a:rPr lang="zh-CN" altLang="en-US" sz="2200">
                <a:latin typeface="Times New Roman" panose="02020603050405020304" charset="0"/>
                <a:ea typeface="黑体" panose="02010609060101010101" charset="-122"/>
              </a:rPr>
              <a:t>“</a:t>
            </a:r>
            <a:r>
              <a:rPr lang="zh-CN" altLang="en-US" sz="2200">
                <a:latin typeface="黑体" panose="02010609060101010101" charset="-122"/>
                <a:ea typeface="黑体" panose="02010609060101010101" charset="-122"/>
              </a:rPr>
              <a:t>力不是维持物体运动的原因</a:t>
            </a:r>
            <a:r>
              <a:rPr lang="zh-CN" altLang="en-US" sz="2200">
                <a:latin typeface="Times New Roman" panose="02020603050405020304" charset="0"/>
                <a:ea typeface="黑体" panose="02010609060101010101" charset="-122"/>
              </a:rPr>
              <a:t>”</a:t>
            </a:r>
            <a:r>
              <a:rPr lang="zh-CN" altLang="en-US" sz="2200">
                <a:latin typeface="黑体" panose="02010609060101010101" charset="-122"/>
                <a:ea typeface="黑体" panose="02010609060101010101" charset="-122"/>
              </a:rPr>
              <a:t>这一观点</a:t>
            </a:r>
          </a:p>
          <a:p>
            <a:pPr marL="190500" indent="0" algn="l" defTabSz="266700">
              <a:lnSpc>
                <a:spcPct val="150000"/>
              </a:lnSpc>
              <a:spcBef>
                <a:spcPct val="0"/>
              </a:spcBef>
              <a:spcAft>
                <a:spcPct val="0"/>
              </a:spcAft>
            </a:pPr>
            <a:r>
              <a:rPr lang="en-US" altLang="zh-CN" sz="2200">
                <a:latin typeface="Times New Roman" panose="02020603050405020304" charset="0"/>
                <a:ea typeface="黑体" panose="02010609060101010101" charset="-122"/>
              </a:rPr>
              <a:t>D</a:t>
            </a:r>
            <a:r>
              <a:rPr lang="zh-CN" altLang="en-US" sz="2200">
                <a:latin typeface="黑体" panose="02010609060101010101" charset="-122"/>
                <a:ea typeface="黑体" panose="02010609060101010101" charset="-122"/>
              </a:rPr>
              <a:t>．如图乙，</a:t>
            </a:r>
            <a:r>
              <a:rPr lang="zh-CN" altLang="en-US" sz="2200">
                <a:latin typeface="Times New Roman" panose="02020603050405020304" charset="0"/>
                <a:ea typeface="黑体" panose="02010609060101010101" charset="-122"/>
              </a:rPr>
              <a:t>“</a:t>
            </a:r>
            <a:r>
              <a:rPr lang="zh-CN" altLang="en-US" sz="2200">
                <a:latin typeface="黑体" panose="02010609060101010101" charset="-122"/>
                <a:ea typeface="黑体" panose="02010609060101010101" charset="-122"/>
              </a:rPr>
              <a:t>小球将到达另一边斜面的同一高度处</a:t>
            </a:r>
            <a:r>
              <a:rPr lang="zh-CN" altLang="en-US" sz="2200">
                <a:latin typeface="Times New Roman" panose="02020603050405020304" charset="0"/>
                <a:ea typeface="黑体" panose="02010609060101010101" charset="-122"/>
              </a:rPr>
              <a:t>”</a:t>
            </a:r>
            <a:r>
              <a:rPr lang="zh-CN" altLang="en-US" sz="2200">
                <a:latin typeface="黑体" panose="02010609060101010101" charset="-122"/>
                <a:ea typeface="黑体" panose="02010609060101010101" charset="-122"/>
              </a:rPr>
              <a:t>这一现象可以通过实验直接观察到</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921385" y="254000"/>
            <a:ext cx="4959985" cy="553085"/>
          </a:xfrm>
          <a:prstGeom prst="rect">
            <a:avLst/>
          </a:prstGeom>
          <a:noFill/>
        </p:spPr>
        <p:txBody>
          <a:bodyPr wrap="square" rtlCol="0">
            <a:spAutoFit/>
          </a:bodyPr>
          <a:lstStyle/>
          <a:p>
            <a:r>
              <a:rPr lang="zh-CN" altLang="en-US" sz="3000" b="1">
                <a:solidFill>
                  <a:srgbClr val="2169D3"/>
                </a:solidFill>
                <a:latin typeface="+mj-ea"/>
                <a:ea typeface="+mj-ea"/>
                <a:sym typeface="+mn-ea"/>
              </a:rPr>
              <a:t>典例解析</a:t>
            </a:r>
          </a:p>
        </p:txBody>
      </p:sp>
      <p:sp>
        <p:nvSpPr>
          <p:cNvPr id="3" name="文本框 2"/>
          <p:cNvSpPr txBox="1"/>
          <p:nvPr>
            <p:custDataLst>
              <p:tags r:id="rId3"/>
            </p:custDataLst>
          </p:nvPr>
        </p:nvSpPr>
        <p:spPr>
          <a:xfrm>
            <a:off x="380365" y="1099820"/>
            <a:ext cx="11370945" cy="5631180"/>
          </a:xfrm>
          <a:prstGeom prst="rect">
            <a:avLst/>
          </a:prstGeom>
        </p:spPr>
        <p:txBody>
          <a:bodyPr wrap="square">
            <a:spAutoFit/>
          </a:bodyPr>
          <a:lstStyle/>
          <a:p>
            <a:pPr marL="0" indent="0" algn="l" defTabSz="266700">
              <a:lnSpc>
                <a:spcPct val="150000"/>
              </a:lnSpc>
              <a:spcBef>
                <a:spcPct val="0"/>
              </a:spcBef>
              <a:spcAft>
                <a:spcPct val="0"/>
              </a:spcAft>
            </a:pPr>
            <a:r>
              <a:rPr lang="zh-CN" altLang="en-US" sz="2400">
                <a:solidFill>
                  <a:srgbClr val="FF0000"/>
                </a:solidFill>
                <a:latin typeface="黑体" panose="02010609060101010101" charset="-122"/>
                <a:ea typeface="黑体" panose="02010609060101010101" charset="-122"/>
              </a:rPr>
              <a:t>【答案】</a:t>
            </a:r>
            <a:r>
              <a:rPr lang="en-US" altLang="zh-CN" sz="2400">
                <a:solidFill>
                  <a:srgbClr val="FF0000"/>
                </a:solidFill>
                <a:latin typeface="Times New Roman" panose="02020603050405020304" charset="0"/>
                <a:ea typeface="黑体" panose="02010609060101010101" charset="-122"/>
              </a:rPr>
              <a:t>B</a:t>
            </a:r>
          </a:p>
          <a:p>
            <a:pPr marL="0" indent="0" algn="l" defTabSz="266700">
              <a:lnSpc>
                <a:spcPct val="150000"/>
              </a:lnSpc>
              <a:spcBef>
                <a:spcPct val="0"/>
              </a:spcBef>
              <a:spcAft>
                <a:spcPct val="0"/>
              </a:spcAft>
            </a:pPr>
            <a:r>
              <a:rPr lang="zh-CN" altLang="en-US" sz="2400">
                <a:solidFill>
                  <a:srgbClr val="FF0000"/>
                </a:solidFill>
                <a:latin typeface="黑体" panose="02010609060101010101" charset="-122"/>
                <a:ea typeface="黑体" panose="02010609060101010101" charset="-122"/>
              </a:rPr>
              <a:t>【详解】</a:t>
            </a: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．图甲伽利略根据实验现象通过逻辑思维进行推理，得到了自由落体运动是初速度为零的匀加速直线运动的结论，</a:t>
            </a: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错误；</a:t>
            </a:r>
          </a:p>
          <a:p>
            <a:pPr marL="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．图甲伽利略实验和逻辑推理和谐地结合起来，从而发展了人类的科学思维方式和科学研究方法，</a:t>
            </a: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正确；</a:t>
            </a:r>
          </a:p>
          <a:p>
            <a:pPr marL="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C</a:t>
            </a:r>
            <a:r>
              <a:rPr lang="zh-CN" altLang="en-US" sz="2400">
                <a:latin typeface="黑体" panose="02010609060101010101" charset="-122"/>
                <a:ea typeface="黑体" panose="02010609060101010101" charset="-122"/>
              </a:rPr>
              <a:t>．图乙是伽利略根据实验现象通过逻辑思维进行推理，得到了力不是维持物体运动的原因的结论，</a:t>
            </a:r>
            <a:r>
              <a:rPr lang="en-US" altLang="zh-CN" sz="2400">
                <a:latin typeface="Times New Roman" panose="02020603050405020304" charset="0"/>
                <a:ea typeface="黑体" panose="02010609060101010101" charset="-122"/>
              </a:rPr>
              <a:t>C</a:t>
            </a:r>
            <a:r>
              <a:rPr lang="zh-CN" altLang="en-US" sz="2400">
                <a:latin typeface="黑体" panose="02010609060101010101" charset="-122"/>
                <a:ea typeface="黑体" panose="02010609060101010101" charset="-122"/>
              </a:rPr>
              <a:t>错误；</a:t>
            </a:r>
          </a:p>
          <a:p>
            <a:pPr marL="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．图乙中无摩擦斜面小球上升到等高位置是理想化推理，现实中不能完全消除摩擦，所以不可以通过实验直接观察到，</a:t>
            </a: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错误。</a:t>
            </a:r>
          </a:p>
          <a:p>
            <a:pPr marL="0" indent="0" algn="l" defTabSz="266700">
              <a:lnSpc>
                <a:spcPct val="150000"/>
              </a:lnSpc>
              <a:spcBef>
                <a:spcPct val="0"/>
              </a:spcBef>
              <a:spcAft>
                <a:spcPct val="0"/>
              </a:spcAft>
            </a:pPr>
            <a:r>
              <a:rPr lang="zh-CN" altLang="en-US" sz="2400">
                <a:latin typeface="黑体" panose="02010609060101010101" charset="-122"/>
                <a:ea typeface="黑体" panose="02010609060101010101" charset="-122"/>
              </a:rPr>
              <a:t>故选</a:t>
            </a: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a:t>
            </a:r>
          </a:p>
        </p:txBody>
      </p:sp>
    </p:spTree>
    <p:custDataLst>
      <p:tags r:id="rId1"/>
    </p:custData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2"/>
            </p:custDataLst>
          </p:nvPr>
        </p:nvSpPr>
        <p:spPr>
          <a:xfrm>
            <a:off x="-635" y="4896485"/>
            <a:ext cx="12193270" cy="2028825"/>
          </a:xfrm>
          <a:prstGeom prst="rect">
            <a:avLst/>
          </a:prstGeom>
          <a:solidFill>
            <a:schemeClr val="bg2">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1" name="组合 20"/>
          <p:cNvGrpSpPr/>
          <p:nvPr>
            <p:custDataLst>
              <p:tags r:id="rId3"/>
            </p:custDataLst>
          </p:nvPr>
        </p:nvGrpSpPr>
        <p:grpSpPr>
          <a:xfrm>
            <a:off x="3335655" y="5020310"/>
            <a:ext cx="6030595" cy="1192530"/>
            <a:chOff x="4464017" y="4375953"/>
            <a:chExt cx="3329674" cy="483670"/>
          </a:xfrm>
          <a:gradFill rotWithShape="0">
            <a:gsLst>
              <a:gs pos="100000">
                <a:srgbClr val="F5C5D6"/>
              </a:gs>
              <a:gs pos="0">
                <a:srgbClr val="9A97EF"/>
              </a:gs>
            </a:gsLst>
            <a:lin ang="2700000" scaled="1"/>
          </a:gradFill>
        </p:grpSpPr>
        <p:sp>
          <p:nvSpPr>
            <p:cNvPr id="120" name="矩形 119"/>
            <p:cNvSpPr/>
            <p:nvPr>
              <p:custDataLst>
                <p:tags r:id="rId6"/>
              </p:custDataLst>
            </p:nvPr>
          </p:nvSpPr>
          <p:spPr>
            <a:xfrm rot="5400000">
              <a:off x="4944989"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1" name="矩形 120"/>
            <p:cNvSpPr/>
            <p:nvPr>
              <p:custDataLst>
                <p:tags r:id="rId7"/>
              </p:custDataLst>
            </p:nvPr>
          </p:nvSpPr>
          <p:spPr>
            <a:xfrm rot="5400000">
              <a:off x="5260296"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2" name="矩形 121"/>
            <p:cNvSpPr/>
            <p:nvPr>
              <p:custDataLst>
                <p:tags r:id="rId8"/>
              </p:custDataLst>
            </p:nvPr>
          </p:nvSpPr>
          <p:spPr>
            <a:xfrm rot="5400000">
              <a:off x="5575603"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3" name="矩形 122"/>
            <p:cNvSpPr/>
            <p:nvPr>
              <p:custDataLst>
                <p:tags r:id="rId9"/>
              </p:custDataLst>
            </p:nvPr>
          </p:nvSpPr>
          <p:spPr>
            <a:xfrm rot="5400000">
              <a:off x="4629682"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nvGrpSpPr>
            <p:cNvPr id="125" name="组合 124"/>
            <p:cNvGrpSpPr/>
            <p:nvPr>
              <p:custDataLst>
                <p:tags r:id="rId10"/>
              </p:custDataLst>
            </p:nvPr>
          </p:nvGrpSpPr>
          <p:grpSpPr>
            <a:xfrm rot="5400000">
              <a:off x="5096010" y="3896362"/>
              <a:ext cx="178868" cy="1442854"/>
              <a:chOff x="3527101" y="3650859"/>
              <a:chExt cx="108391" cy="874346"/>
            </a:xfrm>
            <a:grpFill/>
          </p:grpSpPr>
          <p:sp>
            <p:nvSpPr>
              <p:cNvPr id="126" name="矩形 125"/>
              <p:cNvSpPr/>
              <p:nvPr>
                <p:custDataLst>
                  <p:tags r:id="rId36"/>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7" name="矩形 126"/>
              <p:cNvSpPr/>
              <p:nvPr>
                <p:custDataLst>
                  <p:tags r:id="rId37"/>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8" name="矩形 127"/>
              <p:cNvSpPr/>
              <p:nvPr>
                <p:custDataLst>
                  <p:tags r:id="rId38"/>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9" name="矩形 128"/>
              <p:cNvSpPr/>
              <p:nvPr>
                <p:custDataLst>
                  <p:tags r:id="rId39"/>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0" name="矩形 129"/>
              <p:cNvSpPr/>
              <p:nvPr>
                <p:custDataLst>
                  <p:tags r:id="rId40"/>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grpSp>
          <p:nvGrpSpPr>
            <p:cNvPr id="131" name="组合 130"/>
            <p:cNvGrpSpPr/>
            <p:nvPr>
              <p:custDataLst>
                <p:tags r:id="rId11"/>
              </p:custDataLst>
            </p:nvPr>
          </p:nvGrpSpPr>
          <p:grpSpPr>
            <a:xfrm rot="5400000">
              <a:off x="5248410" y="4048762"/>
              <a:ext cx="178868" cy="1442854"/>
              <a:chOff x="3527101" y="3650859"/>
              <a:chExt cx="108391" cy="874346"/>
            </a:xfrm>
            <a:grpFill/>
          </p:grpSpPr>
          <p:sp>
            <p:nvSpPr>
              <p:cNvPr id="132" name="矩形 131"/>
              <p:cNvSpPr/>
              <p:nvPr>
                <p:custDataLst>
                  <p:tags r:id="rId31"/>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3" name="矩形 132"/>
              <p:cNvSpPr/>
              <p:nvPr>
                <p:custDataLst>
                  <p:tags r:id="rId32"/>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4" name="矩形 133"/>
              <p:cNvSpPr/>
              <p:nvPr>
                <p:custDataLst>
                  <p:tags r:id="rId33"/>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5" name="矩形 134"/>
              <p:cNvSpPr/>
              <p:nvPr>
                <p:custDataLst>
                  <p:tags r:id="rId34"/>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6" name="矩形 135"/>
              <p:cNvSpPr/>
              <p:nvPr>
                <p:custDataLst>
                  <p:tags r:id="rId35"/>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sp>
          <p:nvSpPr>
            <p:cNvPr id="164" name="矩形 163"/>
            <p:cNvSpPr/>
            <p:nvPr>
              <p:custDataLst>
                <p:tags r:id="rId12"/>
              </p:custDataLst>
            </p:nvPr>
          </p:nvSpPr>
          <p:spPr>
            <a:xfrm rot="16200000" flipH="1">
              <a:off x="7133851"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5" name="矩形 164"/>
            <p:cNvSpPr/>
            <p:nvPr>
              <p:custDataLst>
                <p:tags r:id="rId13"/>
              </p:custDataLst>
            </p:nvPr>
          </p:nvSpPr>
          <p:spPr>
            <a:xfrm rot="16200000" flipH="1">
              <a:off x="6818544"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6" name="矩形 165"/>
            <p:cNvSpPr/>
            <p:nvPr>
              <p:custDataLst>
                <p:tags r:id="rId14"/>
              </p:custDataLst>
            </p:nvPr>
          </p:nvSpPr>
          <p:spPr>
            <a:xfrm rot="16200000" flipH="1">
              <a:off x="6503237"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7" name="矩形 166"/>
            <p:cNvSpPr/>
            <p:nvPr>
              <p:custDataLst>
                <p:tags r:id="rId15"/>
              </p:custDataLst>
            </p:nvPr>
          </p:nvSpPr>
          <p:spPr>
            <a:xfrm rot="16200000" flipH="1">
              <a:off x="7449158"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nvGrpSpPr>
            <p:cNvPr id="146" name="组合 145"/>
            <p:cNvGrpSpPr/>
            <p:nvPr>
              <p:custDataLst>
                <p:tags r:id="rId16"/>
              </p:custDataLst>
            </p:nvPr>
          </p:nvGrpSpPr>
          <p:grpSpPr>
            <a:xfrm rot="16200000" flipH="1">
              <a:off x="6982830" y="3896362"/>
              <a:ext cx="178868" cy="1442854"/>
              <a:chOff x="3527101" y="3650859"/>
              <a:chExt cx="108391" cy="874346"/>
            </a:xfrm>
            <a:grpFill/>
          </p:grpSpPr>
          <p:sp>
            <p:nvSpPr>
              <p:cNvPr id="159" name="矩形 158"/>
              <p:cNvSpPr/>
              <p:nvPr>
                <p:custDataLst>
                  <p:tags r:id="rId26"/>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0" name="矩形 159"/>
              <p:cNvSpPr/>
              <p:nvPr>
                <p:custDataLst>
                  <p:tags r:id="rId27"/>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1" name="矩形 160"/>
              <p:cNvSpPr/>
              <p:nvPr>
                <p:custDataLst>
                  <p:tags r:id="rId28"/>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2" name="矩形 161"/>
              <p:cNvSpPr/>
              <p:nvPr>
                <p:custDataLst>
                  <p:tags r:id="rId29"/>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3" name="矩形 162"/>
              <p:cNvSpPr/>
              <p:nvPr>
                <p:custDataLst>
                  <p:tags r:id="rId30"/>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grpSp>
          <p:nvGrpSpPr>
            <p:cNvPr id="147" name="组合 146"/>
            <p:cNvGrpSpPr/>
            <p:nvPr>
              <p:custDataLst>
                <p:tags r:id="rId17"/>
              </p:custDataLst>
            </p:nvPr>
          </p:nvGrpSpPr>
          <p:grpSpPr>
            <a:xfrm rot="16200000" flipH="1">
              <a:off x="6830430" y="4048762"/>
              <a:ext cx="178868" cy="1442854"/>
              <a:chOff x="3527101" y="3650859"/>
              <a:chExt cx="108391" cy="874346"/>
            </a:xfrm>
            <a:grpFill/>
          </p:grpSpPr>
          <p:sp>
            <p:nvSpPr>
              <p:cNvPr id="154" name="矩形 153"/>
              <p:cNvSpPr/>
              <p:nvPr>
                <p:custDataLst>
                  <p:tags r:id="rId21"/>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5" name="矩形 154"/>
              <p:cNvSpPr/>
              <p:nvPr>
                <p:custDataLst>
                  <p:tags r:id="rId22"/>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6" name="矩形 155"/>
              <p:cNvSpPr/>
              <p:nvPr>
                <p:custDataLst>
                  <p:tags r:id="rId23"/>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7" name="矩形 156"/>
              <p:cNvSpPr/>
              <p:nvPr>
                <p:custDataLst>
                  <p:tags r:id="rId24"/>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8" name="矩形 157"/>
              <p:cNvSpPr/>
              <p:nvPr>
                <p:custDataLst>
                  <p:tags r:id="rId25"/>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sp>
          <p:nvSpPr>
            <p:cNvPr id="207" name="矩形 206"/>
            <p:cNvSpPr/>
            <p:nvPr>
              <p:custDataLst>
                <p:tags r:id="rId18"/>
              </p:custDataLst>
            </p:nvPr>
          </p:nvSpPr>
          <p:spPr>
            <a:xfrm flipH="1">
              <a:off x="6045601" y="4528353"/>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08" name="矩形 207"/>
            <p:cNvSpPr/>
            <p:nvPr>
              <p:custDataLst>
                <p:tags r:id="rId19"/>
              </p:custDataLst>
            </p:nvPr>
          </p:nvSpPr>
          <p:spPr>
            <a:xfrm flipH="1">
              <a:off x="5893201" y="4375953"/>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10" name="矩形 209"/>
            <p:cNvSpPr/>
            <p:nvPr>
              <p:custDataLst>
                <p:tags r:id="rId20"/>
              </p:custDataLst>
            </p:nvPr>
          </p:nvSpPr>
          <p:spPr>
            <a:xfrm flipH="1">
              <a:off x="6204324" y="4375953"/>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sp>
        <p:nvSpPr>
          <p:cNvPr id="52" name="文本框 51"/>
          <p:cNvSpPr txBox="1"/>
          <p:nvPr>
            <p:custDataLst>
              <p:tags r:id="rId4"/>
            </p:custDataLst>
          </p:nvPr>
        </p:nvSpPr>
        <p:spPr>
          <a:xfrm>
            <a:off x="2963545" y="5229225"/>
            <a:ext cx="6893560" cy="754380"/>
          </a:xfrm>
          <a:prstGeom prst="rect">
            <a:avLst/>
          </a:prstGeom>
          <a:solidFill>
            <a:schemeClr val="bg1">
              <a:alpha val="58000"/>
            </a:schemeClr>
          </a:solidFill>
          <a:effectLst>
            <a:softEdge rad="127000"/>
          </a:effectLst>
        </p:spPr>
        <p:txBody>
          <a:bodyPr wrap="square">
            <a:noAutofit/>
          </a:bodyPr>
          <a:lstStyle/>
          <a:p>
            <a:pPr algn="ctr"/>
            <a:r>
              <a:rPr lang="zh-CN" altLang="en-US" sz="4800" b="1" spc="300">
                <a:solidFill>
                  <a:srgbClr val="002060"/>
                </a:solidFill>
                <a:latin typeface="+mn-ea"/>
                <a:cs typeface="+mn-ea"/>
              </a:rPr>
              <a:t>知识点</a:t>
            </a:r>
            <a:r>
              <a:rPr lang="en-US" altLang="zh-CN" sz="4800" b="1" spc="300">
                <a:solidFill>
                  <a:srgbClr val="002060"/>
                </a:solidFill>
                <a:latin typeface="+mn-ea"/>
                <a:cs typeface="+mn-ea"/>
              </a:rPr>
              <a:t>2  </a:t>
            </a:r>
            <a:r>
              <a:rPr lang="zh-CN" altLang="en-US" sz="4800" b="1" spc="300">
                <a:solidFill>
                  <a:srgbClr val="002060"/>
                </a:solidFill>
                <a:latin typeface="+mn-ea"/>
                <a:cs typeface="+mn-ea"/>
              </a:rPr>
              <a:t>牛顿第一定律</a:t>
            </a:r>
          </a:p>
        </p:txBody>
      </p:sp>
      <p:pic>
        <p:nvPicPr>
          <p:cNvPr id="2" name="图片 1"/>
          <p:cNvPicPr>
            <a:picLocks noChangeAspect="1"/>
          </p:cNvPicPr>
          <p:nvPr>
            <p:custDataLst>
              <p:tags r:id="rId5"/>
            </p:custDataLst>
          </p:nvPr>
        </p:nvPicPr>
        <p:blipFill>
          <a:blip r:embed="rId42"/>
          <a:stretch>
            <a:fillRect/>
          </a:stretch>
        </p:blipFill>
        <p:spPr>
          <a:xfrm>
            <a:off x="10160" y="902335"/>
            <a:ext cx="12192000" cy="4079875"/>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7" presetClass="entr" presetSubtype="4" fill="hold" nodeType="withEffect">
                                  <p:stCondLst>
                                    <p:cond delay="0"/>
                                  </p:stCondLst>
                                  <p:childTnLst>
                                    <p:set>
                                      <p:cBhvr>
                                        <p:cTn id="6" dur="500"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7" presetClass="entr" presetSubtype="4" fill="hold" grpId="0" nodeType="withEffect">
                                  <p:stCondLst>
                                    <p:cond delay="0"/>
                                  </p:stCondLst>
                                  <p:childTnLst>
                                    <p:set>
                                      <p:cBhvr>
                                        <p:cTn id="10" dur="500"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ppt_x"/>
                                          </p:val>
                                        </p:tav>
                                        <p:tav tm="100000">
                                          <p:val>
                                            <p:strVal val="#ppt_x"/>
                                          </p:val>
                                        </p:tav>
                                      </p:tavLst>
                                    </p:anim>
                                    <p:anim calcmode="lin" valueType="num">
                                      <p:cBhvr additive="base">
                                        <p:cTn id="12"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custDataLst>
              <p:tags r:id="rId2"/>
            </p:custDataLst>
          </p:nvPr>
        </p:nvSpPr>
        <p:spPr bwMode="auto">
          <a:xfrm>
            <a:off x="417195" y="1670685"/>
            <a:ext cx="7366635" cy="337629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square">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lnSpc>
                <a:spcPct val="150000"/>
              </a:lnSpc>
            </a:pPr>
            <a:r>
              <a:rPr kumimoji="1" lang="en-US" altLang="zh-CN" sz="3600" strike="noStrike" noProof="1">
                <a:latin typeface="黑体" panose="02010609060101010101" charset="-122"/>
                <a:ea typeface="黑体" panose="02010609060101010101" charset="-122"/>
                <a:cs typeface="黑体" panose="02010609060101010101" charset="-122"/>
              </a:rPr>
              <a:t>1.</a:t>
            </a:r>
            <a:r>
              <a:rPr kumimoji="1" lang="zh-CN" altLang="en-US" sz="3600" strike="noStrike" noProof="1">
                <a:latin typeface="黑体" panose="02010609060101010101" charset="-122"/>
                <a:ea typeface="黑体" panose="02010609060101010101" charset="-122"/>
                <a:cs typeface="黑体" panose="02010609060101010101" charset="-122"/>
              </a:rPr>
              <a:t>内容：</a:t>
            </a:r>
            <a:r>
              <a:rPr kumimoji="1" lang="zh-CN" altLang="en-US" sz="3600">
                <a:latin typeface="黑体" panose="02010609060101010101" charset="-122"/>
                <a:ea typeface="黑体" panose="02010609060101010101" charset="-122"/>
                <a:cs typeface="黑体" panose="02010609060101010101" charset="-122"/>
                <a:sym typeface="+mn-ea"/>
              </a:rPr>
              <a:t>一切物体总保持</a:t>
            </a:r>
            <a:r>
              <a:rPr kumimoji="1" lang="zh-CN" altLang="en-US" sz="3600">
                <a:solidFill>
                  <a:srgbClr val="FF0000"/>
                </a:solidFill>
                <a:latin typeface="黑体" panose="02010609060101010101" charset="-122"/>
                <a:ea typeface="黑体" panose="02010609060101010101" charset="-122"/>
                <a:cs typeface="黑体" panose="02010609060101010101" charset="-122"/>
                <a:sym typeface="+mn-ea"/>
              </a:rPr>
              <a:t>匀速直线运动</a:t>
            </a:r>
            <a:r>
              <a:rPr kumimoji="1" lang="zh-CN" altLang="en-US" sz="3600">
                <a:latin typeface="黑体" panose="02010609060101010101" charset="-122"/>
                <a:ea typeface="黑体" panose="02010609060101010101" charset="-122"/>
                <a:cs typeface="黑体" panose="02010609060101010101" charset="-122"/>
                <a:sym typeface="+mn-ea"/>
              </a:rPr>
              <a:t>状态或</a:t>
            </a:r>
            <a:r>
              <a:rPr kumimoji="1" lang="zh-CN" altLang="en-US" sz="3600">
                <a:solidFill>
                  <a:srgbClr val="FF0000"/>
                </a:solidFill>
                <a:latin typeface="黑体" panose="02010609060101010101" charset="-122"/>
                <a:ea typeface="黑体" panose="02010609060101010101" charset="-122"/>
                <a:cs typeface="黑体" panose="02010609060101010101" charset="-122"/>
                <a:sym typeface="+mn-ea"/>
              </a:rPr>
              <a:t>静止</a:t>
            </a:r>
            <a:r>
              <a:rPr kumimoji="1" lang="zh-CN" altLang="en-US" sz="3600">
                <a:latin typeface="黑体" panose="02010609060101010101" charset="-122"/>
                <a:ea typeface="黑体" panose="02010609060101010101" charset="-122"/>
                <a:cs typeface="黑体" panose="02010609060101010101" charset="-122"/>
                <a:sym typeface="+mn-ea"/>
              </a:rPr>
              <a:t>状态，除非作用在它上面的</a:t>
            </a:r>
            <a:r>
              <a:rPr kumimoji="1" lang="zh-CN" altLang="en-US" sz="3600">
                <a:solidFill>
                  <a:srgbClr val="FF0000"/>
                </a:solidFill>
                <a:latin typeface="黑体" panose="02010609060101010101" charset="-122"/>
                <a:ea typeface="黑体" panose="02010609060101010101" charset="-122"/>
                <a:cs typeface="黑体" panose="02010609060101010101" charset="-122"/>
                <a:sym typeface="+mn-ea"/>
              </a:rPr>
              <a:t>力</a:t>
            </a:r>
            <a:r>
              <a:rPr kumimoji="1" lang="zh-CN" altLang="en-US" sz="3600">
                <a:latin typeface="黑体" panose="02010609060101010101" charset="-122"/>
                <a:ea typeface="黑体" panose="02010609060101010101" charset="-122"/>
                <a:cs typeface="黑体" panose="02010609060101010101" charset="-122"/>
                <a:sym typeface="+mn-ea"/>
              </a:rPr>
              <a:t>迫使它改变这种状态。这就是牛顿第一定律。</a:t>
            </a:r>
            <a:endParaRPr kumimoji="1" lang="zh-CN" altLang="en-US" sz="3600" strike="noStrike" noProof="1">
              <a:latin typeface="黑体" panose="02010609060101010101" charset="-122"/>
              <a:ea typeface="黑体" panose="02010609060101010101" charset="-122"/>
              <a:cs typeface="黑体" panose="02010609060101010101" charset="-122"/>
              <a:sym typeface="+mn-ea"/>
            </a:endParaRPr>
          </a:p>
        </p:txBody>
      </p:sp>
      <p:sp>
        <p:nvSpPr>
          <p:cNvPr id="6" name="文本框 5"/>
          <p:cNvSpPr txBox="1"/>
          <p:nvPr>
            <p:custDataLst>
              <p:tags r:id="rId3"/>
            </p:custDataLst>
          </p:nvPr>
        </p:nvSpPr>
        <p:spPr>
          <a:xfrm>
            <a:off x="921385" y="254000"/>
            <a:ext cx="4872355"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牛顿第一定律</a:t>
            </a:r>
          </a:p>
        </p:txBody>
      </p:sp>
      <p:grpSp>
        <p:nvGrpSpPr>
          <p:cNvPr id="8" name="组合 7"/>
          <p:cNvGrpSpPr/>
          <p:nvPr>
            <p:custDataLst>
              <p:tags r:id="rId4"/>
            </p:custDataLst>
          </p:nvPr>
        </p:nvGrpSpPr>
        <p:grpSpPr>
          <a:xfrm>
            <a:off x="8328660" y="1381760"/>
            <a:ext cx="3216910" cy="4512310"/>
            <a:chOff x="8172" y="2011"/>
            <a:chExt cx="5066" cy="7106"/>
          </a:xfrm>
        </p:grpSpPr>
        <p:pic>
          <p:nvPicPr>
            <p:cNvPr id="5" name="图片 4"/>
            <p:cNvPicPr/>
            <p:nvPr>
              <p:custDataLst>
                <p:tags r:id="rId5"/>
              </p:custDataLst>
            </p:nvPr>
          </p:nvPicPr>
          <p:blipFill>
            <a:blip r:embed="rId8"/>
            <a:stretch>
              <a:fillRect/>
            </a:stretch>
          </p:blipFill>
          <p:spPr>
            <a:xfrm>
              <a:off x="8172" y="2011"/>
              <a:ext cx="5066" cy="6119"/>
            </a:xfrm>
            <a:prstGeom prst="rect">
              <a:avLst/>
            </a:prstGeom>
          </p:spPr>
        </p:pic>
        <p:sp>
          <p:nvSpPr>
            <p:cNvPr id="7" name="文本框 6"/>
            <p:cNvSpPr txBox="1"/>
            <p:nvPr>
              <p:custDataLst>
                <p:tags r:id="rId6"/>
              </p:custDataLst>
            </p:nvPr>
          </p:nvSpPr>
          <p:spPr>
            <a:xfrm>
              <a:off x="9913" y="8295"/>
              <a:ext cx="1585" cy="822"/>
            </a:xfrm>
            <a:prstGeom prst="rect">
              <a:avLst/>
            </a:prstGeom>
            <a:noFill/>
          </p:spPr>
          <p:txBody>
            <a:bodyPr wrap="square" rtlCol="0" anchor="t">
              <a:spAutoFit/>
            </a:bodyPr>
            <a:lstStyle/>
            <a:p>
              <a:r>
                <a:rPr kumimoji="1" lang="zh-CN" altLang="en-US" sz="2800" b="1">
                  <a:latin typeface="黑体" panose="02010609060101010101" charset="-122"/>
                  <a:ea typeface="黑体" panose="02010609060101010101" charset="-122"/>
                  <a:cs typeface="+mn-ea"/>
                  <a:sym typeface="+mn-ea"/>
                </a:rPr>
                <a:t>牛顿</a:t>
              </a:r>
            </a:p>
          </p:txBody>
        </p:sp>
      </p:grpSp>
    </p:spTree>
    <p:custDataLst>
      <p:tags r:id="rId1"/>
    </p:custData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太空抛“冰墩墩”实验">
            <a:hlinkClick r:id="" action="ppaction://media"/>
          </p:cNvPr>
          <p:cNvPicPr/>
          <p:nvPr>
            <a:videoFile r:link="rId3"/>
            <p:custDataLst>
              <p:tags r:id="rId4"/>
            </p:custDataLst>
            <p:extLst>
              <p:ext uri="{DAA4B4D4-6D71-4841-9C94-3DE7FCFB9230}">
                <p14:media xmlns:p14="http://schemas.microsoft.com/office/powerpoint/2010/main" r:embed="rId2"/>
              </p:ext>
            </p:extLst>
          </p:nvPr>
        </p:nvPicPr>
        <p:blipFill>
          <a:blip r:embed="rId7"/>
          <a:stretch>
            <a:fillRect/>
          </a:stretch>
        </p:blipFill>
        <p:spPr>
          <a:xfrm>
            <a:off x="822960" y="1095375"/>
            <a:ext cx="10505440" cy="5372100"/>
          </a:xfrm>
          <a:prstGeom prst="rect">
            <a:avLst/>
          </a:prstGeom>
        </p:spPr>
      </p:pic>
      <p:sp>
        <p:nvSpPr>
          <p:cNvPr id="8" name="文本框 7"/>
          <p:cNvSpPr txBox="1"/>
          <p:nvPr>
            <p:custDataLst>
              <p:tags r:id="rId5"/>
            </p:custDataLst>
          </p:nvPr>
        </p:nvSpPr>
        <p:spPr>
          <a:xfrm>
            <a:off x="921385" y="254000"/>
            <a:ext cx="4872355"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观察与思考</a:t>
            </a:r>
          </a:p>
        </p:txBody>
      </p:sp>
    </p:spTree>
    <p:custDataLst>
      <p:tags r:id="rId1"/>
    </p:custDataLst>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additive="base">
                                        <p:cTn id="6" dur="1" fill="hold"/>
                                        <p:tgtEl>
                                          <p:spTgt spid="2"/>
                                        </p:tgtEl>
                                      </p:cBhvr>
                                    </p:cmd>
                                  </p:childTnLst>
                                </p:cTn>
                              </p:par>
                            </p:childTnLst>
                          </p:cTn>
                        </p:par>
                      </p:childTnLst>
                    </p:cTn>
                  </p:par>
                </p:childTnLst>
              </p:cTn>
              <p:nextCondLst>
                <p:cond evt="onClick" delay="0">
                  <p:tgtEl>
                    <p:spTgt spid="2"/>
                  </p:tgtEl>
                </p:cond>
              </p:nextCondLst>
            </p:seq>
            <p:video>
              <p:cMediaNode>
                <p:cTn id="7" fill="hold" display="0">
                  <p:stCondLst>
                    <p:cond delay="indefinite"/>
                  </p:stCondLst>
                </p:cTn>
                <p:tgtEl>
                  <p:spTgt spid="2"/>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custDataLst>
              <p:tags r:id="rId2"/>
            </p:custDataLst>
          </p:nvPr>
        </p:nvSpPr>
        <p:spPr bwMode="auto">
          <a:xfrm>
            <a:off x="299720" y="925195"/>
            <a:ext cx="5464175" cy="80581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square">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lnSpc>
                <a:spcPct val="150000"/>
              </a:lnSpc>
            </a:pPr>
            <a:r>
              <a:rPr kumimoji="1" lang="en-US" altLang="zh-CN" sz="2800" strike="noStrike" noProof="1">
                <a:latin typeface="Times New Roman" panose="02020603050405020304" charset="0"/>
                <a:ea typeface="黑体" panose="02010609060101010101" charset="-122"/>
                <a:cs typeface="Times New Roman" panose="02020603050405020304" charset="0"/>
              </a:rPr>
              <a:t>2</a:t>
            </a:r>
            <a:r>
              <a:rPr kumimoji="1" lang="zh-CN" altLang="en-US" sz="2800" strike="noStrike" noProof="1">
                <a:latin typeface="Times New Roman" panose="02020603050405020304" charset="0"/>
                <a:ea typeface="黑体" panose="02010609060101010101" charset="-122"/>
                <a:cs typeface="Times New Roman" panose="02020603050405020304" charset="0"/>
              </a:rPr>
              <a:t>.对牛顿第一定律的理解</a:t>
            </a:r>
          </a:p>
          <a:p>
            <a:pPr eaLnBrk="1" fontAlgn="base" hangingPunct="1">
              <a:lnSpc>
                <a:spcPct val="150000"/>
              </a:lnSpc>
            </a:pPr>
            <a:endParaRPr kumimoji="1" lang="zh-CN" altLang="en-US" sz="2800" strike="noStrike" noProof="1">
              <a:latin typeface="Times New Roman" panose="02020603050405020304" charset="0"/>
              <a:ea typeface="黑体" panose="02010609060101010101" charset="-122"/>
              <a:cs typeface="Times New Roman" panose="02020603050405020304" charset="0"/>
            </a:endParaRPr>
          </a:p>
        </p:txBody>
      </p:sp>
      <p:sp>
        <p:nvSpPr>
          <p:cNvPr id="6" name="文本框 5"/>
          <p:cNvSpPr txBox="1"/>
          <p:nvPr>
            <p:custDataLst>
              <p:tags r:id="rId3"/>
            </p:custDataLst>
          </p:nvPr>
        </p:nvSpPr>
        <p:spPr>
          <a:xfrm>
            <a:off x="921385" y="254000"/>
            <a:ext cx="4872355"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牛顿第一定律</a:t>
            </a:r>
          </a:p>
        </p:txBody>
      </p:sp>
      <p:sp>
        <p:nvSpPr>
          <p:cNvPr id="3" name="矩形 2"/>
          <p:cNvSpPr/>
          <p:nvPr>
            <p:custDataLst>
              <p:tags r:id="rId4"/>
            </p:custDataLst>
          </p:nvPr>
        </p:nvSpPr>
        <p:spPr>
          <a:xfrm>
            <a:off x="299720" y="1572895"/>
            <a:ext cx="11709400" cy="1960245"/>
          </a:xfrm>
          <a:prstGeom prst="rect">
            <a:avLst/>
          </a:prstGeom>
        </p:spPr>
        <p:txBody>
          <a:bodyPr wrap="square" lIns="121898" tIns="60948" rIns="121898" bIns="60948">
            <a:noAutofit/>
          </a:bodyPr>
          <a:lstStyle/>
          <a:p>
            <a:pPr algn="just">
              <a:lnSpc>
                <a:spcPct val="150000"/>
              </a:lnSpc>
              <a:spcAft>
                <a:spcPct val="0"/>
              </a:spcAft>
              <a:tabLst>
                <a:tab pos="1620520" algn="l"/>
              </a:tabLst>
            </a:pPr>
            <a:r>
              <a:rPr lang="en-US" altLang="zh-CN" sz="2600" kern="100">
                <a:latin typeface="Times New Roman" panose="02020603050405020304" charset="0"/>
                <a:ea typeface="黑体" panose="02010609060101010101" charset="-122"/>
                <a:cs typeface="Times New Roman" panose="02020603050405020304" charset="0"/>
              </a:rPr>
              <a:t>(1)</a:t>
            </a:r>
            <a:r>
              <a:rPr lang="zh-CN" altLang="zh-CN" sz="2600" kern="100">
                <a:latin typeface="Times New Roman" panose="02020603050405020304" charset="0"/>
                <a:ea typeface="黑体" panose="02010609060101010101" charset="-122"/>
                <a:cs typeface="Times New Roman" panose="02020603050405020304" charset="0"/>
              </a:rPr>
              <a:t>定性揭示了力和运动的关系</a:t>
            </a:r>
            <a:endParaRPr lang="zh-CN" altLang="zh-CN" sz="1050" kern="100">
              <a:latin typeface="Times New Roman" panose="02020603050405020304" charset="0"/>
              <a:ea typeface="黑体" panose="02010609060101010101" charset="-122"/>
              <a:cs typeface="Times New Roman" panose="02020603050405020304" charset="0"/>
            </a:endParaRPr>
          </a:p>
          <a:p>
            <a:pPr algn="just">
              <a:lnSpc>
                <a:spcPct val="150000"/>
              </a:lnSpc>
              <a:spcAft>
                <a:spcPct val="0"/>
              </a:spcAft>
              <a:tabLst>
                <a:tab pos="1620520" algn="l"/>
              </a:tabLst>
            </a:pPr>
            <a:r>
              <a:rPr lang="zh-CN" altLang="zh-CN" sz="2600" kern="100">
                <a:latin typeface="Times New Roman" panose="02020603050405020304" charset="0"/>
                <a:ea typeface="黑体" panose="02010609060101010101" charset="-122"/>
                <a:cs typeface="Times New Roman" panose="02020603050405020304" charset="0"/>
              </a:rPr>
              <a:t>①力是改变物体运动状态的原因，而不是</a:t>
            </a:r>
            <a:r>
              <a:rPr lang="zh-CN" altLang="zh-CN" sz="2600" kern="100">
                <a:solidFill>
                  <a:srgbClr val="FF0000"/>
                </a:solidFill>
                <a:latin typeface="Times New Roman" panose="02020603050405020304" charset="0"/>
                <a:ea typeface="黑体" panose="02010609060101010101" charset="-122"/>
                <a:cs typeface="Times New Roman" panose="02020603050405020304" charset="0"/>
              </a:rPr>
              <a:t>维持</a:t>
            </a:r>
            <a:r>
              <a:rPr lang="zh-CN" altLang="zh-CN" sz="2600" kern="100">
                <a:latin typeface="Times New Roman" panose="02020603050405020304" charset="0"/>
                <a:ea typeface="黑体" panose="02010609060101010101" charset="-122"/>
                <a:cs typeface="Times New Roman" panose="02020603050405020304" charset="0"/>
              </a:rPr>
              <a:t>物体运动的原因。</a:t>
            </a:r>
            <a:endParaRPr lang="zh-CN" altLang="zh-CN" sz="1050" kern="100">
              <a:latin typeface="Times New Roman" panose="02020603050405020304" charset="0"/>
              <a:ea typeface="黑体" panose="02010609060101010101" charset="-122"/>
              <a:cs typeface="Times New Roman" panose="02020603050405020304" charset="0"/>
            </a:endParaRPr>
          </a:p>
          <a:p>
            <a:pPr algn="just">
              <a:lnSpc>
                <a:spcPct val="150000"/>
              </a:lnSpc>
              <a:spcAft>
                <a:spcPct val="0"/>
              </a:spcAft>
              <a:tabLst>
                <a:tab pos="1620520" algn="l"/>
              </a:tabLst>
            </a:pPr>
            <a:r>
              <a:rPr lang="en-US" altLang="zh-CN" sz="2600" kern="100">
                <a:latin typeface="Times New Roman" panose="02020603050405020304" charset="0"/>
                <a:ea typeface="黑体" panose="02010609060101010101" charset="-122"/>
                <a:cs typeface="Times New Roman" panose="02020603050405020304" charset="0"/>
              </a:rPr>
              <a:t>②</a:t>
            </a:r>
            <a:r>
              <a:rPr lang="zh-CN" altLang="zh-CN" sz="2600" kern="100">
                <a:latin typeface="Times New Roman" panose="02020603050405020304" charset="0"/>
                <a:ea typeface="黑体" panose="02010609060101010101" charset="-122"/>
                <a:cs typeface="Times New Roman" panose="02020603050405020304" charset="0"/>
              </a:rPr>
              <a:t>物体不受外力时的运动状态：</a:t>
            </a:r>
            <a:r>
              <a:rPr lang="zh-CN" altLang="zh-CN" sz="2600" kern="100">
                <a:solidFill>
                  <a:srgbClr val="FF0000"/>
                </a:solidFill>
                <a:latin typeface="Times New Roman" panose="02020603050405020304" charset="0"/>
                <a:ea typeface="黑体" panose="02010609060101010101" charset="-122"/>
                <a:cs typeface="Times New Roman" panose="02020603050405020304" charset="0"/>
              </a:rPr>
              <a:t>匀速直线运动</a:t>
            </a:r>
            <a:r>
              <a:rPr lang="zh-CN" altLang="zh-CN" sz="2600" kern="100">
                <a:latin typeface="Times New Roman" panose="02020603050405020304" charset="0"/>
                <a:ea typeface="黑体" panose="02010609060101010101" charset="-122"/>
                <a:cs typeface="Times New Roman" panose="02020603050405020304" charset="0"/>
              </a:rPr>
              <a:t>状态或</a:t>
            </a:r>
            <a:r>
              <a:rPr lang="zh-CN" altLang="zh-CN" sz="2600" kern="100">
                <a:solidFill>
                  <a:srgbClr val="FF0000"/>
                </a:solidFill>
                <a:latin typeface="Times New Roman" panose="02020603050405020304" charset="0"/>
                <a:ea typeface="黑体" panose="02010609060101010101" charset="-122"/>
                <a:cs typeface="Times New Roman" panose="02020603050405020304" charset="0"/>
              </a:rPr>
              <a:t>静止</a:t>
            </a:r>
            <a:r>
              <a:rPr lang="zh-CN" altLang="zh-CN" sz="2600" kern="100">
                <a:latin typeface="Times New Roman" panose="02020603050405020304" charset="0"/>
                <a:ea typeface="黑体" panose="02010609060101010101" charset="-122"/>
                <a:cs typeface="Times New Roman" panose="02020603050405020304" charset="0"/>
              </a:rPr>
              <a:t>状态。</a:t>
            </a:r>
            <a:endParaRPr lang="zh-CN" altLang="zh-CN" sz="1050" kern="100">
              <a:latin typeface="Times New Roman" panose="02020603050405020304" charset="0"/>
              <a:ea typeface="黑体" panose="02010609060101010101" charset="-122"/>
              <a:cs typeface="Times New Roman" panose="02020603050405020304" charset="0"/>
            </a:endParaRPr>
          </a:p>
          <a:p>
            <a:pPr algn="just">
              <a:lnSpc>
                <a:spcPct val="150000"/>
              </a:lnSpc>
              <a:spcAft>
                <a:spcPct val="0"/>
              </a:spcAft>
              <a:tabLst>
                <a:tab pos="1620520" algn="l"/>
              </a:tabLst>
            </a:pPr>
            <a:endParaRPr lang="zh-CN" altLang="zh-CN" sz="1050" kern="100">
              <a:effectLst/>
              <a:latin typeface="Times New Roman" panose="02020603050405020304" charset="0"/>
              <a:ea typeface="黑体" panose="02010609060101010101" charset="-122"/>
              <a:cs typeface="Times New Roman" panose="02020603050405020304" charset="0"/>
            </a:endParaRPr>
          </a:p>
        </p:txBody>
      </p:sp>
      <p:sp>
        <p:nvSpPr>
          <p:cNvPr id="2" name="矩形 1"/>
          <p:cNvSpPr/>
          <p:nvPr>
            <p:custDataLst>
              <p:tags r:id="rId5"/>
            </p:custDataLst>
          </p:nvPr>
        </p:nvSpPr>
        <p:spPr>
          <a:xfrm>
            <a:off x="372745" y="4051935"/>
            <a:ext cx="11445875" cy="1320800"/>
          </a:xfrm>
          <a:prstGeom prst="rect">
            <a:avLst/>
          </a:prstGeom>
        </p:spPr>
        <p:txBody>
          <a:bodyPr wrap="square" lIns="121898" tIns="60948" rIns="121898" bIns="60948">
            <a:spAutoFit/>
          </a:bodyPr>
          <a:lstStyle/>
          <a:p>
            <a:pPr algn="just">
              <a:lnSpc>
                <a:spcPct val="150000"/>
              </a:lnSpc>
              <a:spcAft>
                <a:spcPct val="0"/>
              </a:spcAft>
              <a:tabLst>
                <a:tab pos="1620520" algn="l"/>
              </a:tabLst>
            </a:pPr>
            <a:r>
              <a:rPr lang="en-US" altLang="zh-CN" sz="2600" kern="100">
                <a:latin typeface="Times New Roman" panose="02020603050405020304" charset="0"/>
                <a:ea typeface="黑体" panose="02010609060101010101" charset="-122"/>
                <a:cs typeface="Times New Roman" panose="02020603050405020304" charset="0"/>
              </a:rPr>
              <a:t>(2)</a:t>
            </a:r>
            <a:r>
              <a:rPr lang="zh-CN" altLang="zh-CN" sz="2600" kern="100">
                <a:latin typeface="Times New Roman" panose="02020603050405020304" charset="0"/>
                <a:ea typeface="黑体" panose="02010609060101010101" charset="-122"/>
                <a:cs typeface="Times New Roman" panose="02020603050405020304" charset="0"/>
              </a:rPr>
              <a:t>牛顿第一定律</a:t>
            </a:r>
            <a:r>
              <a:rPr lang="zh-CN" altLang="zh-CN" sz="2600" kern="100">
                <a:solidFill>
                  <a:srgbClr val="FF0000"/>
                </a:solidFill>
                <a:latin typeface="Times New Roman" panose="02020603050405020304" charset="0"/>
                <a:ea typeface="黑体" panose="02010609060101010101" charset="-122"/>
                <a:cs typeface="Times New Roman" panose="02020603050405020304" charset="0"/>
              </a:rPr>
              <a:t>无法</a:t>
            </a:r>
            <a:r>
              <a:rPr lang="zh-CN" altLang="zh-CN" sz="2600" kern="100">
                <a:latin typeface="Times New Roman" panose="02020603050405020304" charset="0"/>
                <a:ea typeface="黑体" panose="02010609060101010101" charset="-122"/>
                <a:cs typeface="Times New Roman" panose="02020603050405020304" charset="0"/>
              </a:rPr>
              <a:t>用实验直接验证，它所描述的是一种理想状态，即不受外力的状态，但其得到的一切结论经过实践证明都是正确的。</a:t>
            </a:r>
            <a:endParaRPr lang="zh-CN" altLang="zh-CN" sz="1050" kern="100">
              <a:effectLst/>
              <a:latin typeface="Times New Roman" panose="02020603050405020304" charset="0"/>
              <a:ea typeface="黑体" panose="02010609060101010101" charset="-122"/>
              <a:cs typeface="Times New Roman" panose="02020603050405020304" charset="0"/>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921385" y="254000"/>
            <a:ext cx="4959985" cy="553085"/>
          </a:xfrm>
          <a:prstGeom prst="rect">
            <a:avLst/>
          </a:prstGeom>
          <a:noFill/>
        </p:spPr>
        <p:txBody>
          <a:bodyPr wrap="square" rtlCol="0">
            <a:spAutoFit/>
          </a:bodyPr>
          <a:lstStyle/>
          <a:p>
            <a:r>
              <a:rPr lang="zh-CN" altLang="en-US" sz="3000" b="1">
                <a:solidFill>
                  <a:srgbClr val="2169D3"/>
                </a:solidFill>
                <a:latin typeface="+mj-ea"/>
                <a:ea typeface="+mj-ea"/>
                <a:sym typeface="+mn-ea"/>
              </a:rPr>
              <a:t>典例解析</a:t>
            </a:r>
          </a:p>
        </p:txBody>
      </p:sp>
      <p:sp>
        <p:nvSpPr>
          <p:cNvPr id="7" name="文本框 6"/>
          <p:cNvSpPr txBox="1"/>
          <p:nvPr>
            <p:custDataLst>
              <p:tags r:id="rId3"/>
            </p:custDataLst>
          </p:nvPr>
        </p:nvSpPr>
        <p:spPr>
          <a:xfrm>
            <a:off x="5090636" y="2257743"/>
            <a:ext cx="719455" cy="551815"/>
          </a:xfrm>
          <a:prstGeom prst="rect">
            <a:avLst/>
          </a:prstGeom>
          <a:noFill/>
        </p:spPr>
        <p:txBody>
          <a:bodyPr wrap="square" rtlCol="0">
            <a:noAutofit/>
          </a:bodyPr>
          <a:lstStyle/>
          <a:p>
            <a:pPr algn="l"/>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C</a:t>
            </a:r>
          </a:p>
        </p:txBody>
      </p:sp>
      <p:sp>
        <p:nvSpPr>
          <p:cNvPr id="3" name="文本框 2"/>
          <p:cNvSpPr txBox="1"/>
          <p:nvPr>
            <p:custDataLst>
              <p:tags r:id="rId4"/>
            </p:custDataLst>
          </p:nvPr>
        </p:nvSpPr>
        <p:spPr>
          <a:xfrm>
            <a:off x="357505" y="1115060"/>
            <a:ext cx="11355705" cy="3196590"/>
          </a:xfrm>
          <a:prstGeom prst="rect">
            <a:avLst/>
          </a:prstGeom>
        </p:spPr>
        <p:txBody>
          <a:bodyPr>
            <a:noAutofit/>
          </a:bodyPr>
          <a:lstStyle/>
          <a:p>
            <a:pPr marL="0" indent="0" algn="l" defTabSz="266700">
              <a:lnSpc>
                <a:spcPct val="150000"/>
              </a:lnSpc>
              <a:spcBef>
                <a:spcPct val="0"/>
              </a:spcBef>
              <a:spcAft>
                <a:spcPct val="0"/>
              </a:spcAft>
            </a:pPr>
            <a:r>
              <a:rPr lang="zh-CN" altLang="en-US" sz="2400">
                <a:latin typeface="黑体" panose="02010609060101010101" charset="-122"/>
                <a:ea typeface="黑体" panose="02010609060101010101" charset="-122"/>
              </a:rPr>
              <a:t>【例</a:t>
            </a:r>
            <a:r>
              <a:rPr lang="en-US" altLang="zh-CN" sz="2400">
                <a:latin typeface="黑体" panose="02010609060101010101" charset="-122"/>
                <a:ea typeface="黑体" panose="02010609060101010101" charset="-122"/>
              </a:rPr>
              <a:t>2</a:t>
            </a:r>
            <a:r>
              <a:rPr lang="zh-CN" altLang="en-US" sz="2400">
                <a:latin typeface="黑体" panose="02010609060101010101" charset="-122"/>
                <a:ea typeface="黑体" panose="02010609060101010101" charset="-122"/>
              </a:rPr>
              <a:t>】中国古人在认识自然的过程中提出的一些观点与现今的物理学理论相符合，</a:t>
            </a:r>
            <a:r>
              <a:rPr lang="en-US" altLang="zh-CN" sz="2400">
                <a:latin typeface="黑体" panose="02010609060101010101" charset="-122"/>
                <a:ea typeface="黑体" panose="02010609060101010101" charset="-122"/>
              </a:rPr>
              <a:t>《</a:t>
            </a:r>
            <a:r>
              <a:rPr lang="zh-CN" altLang="en-US" sz="2400">
                <a:latin typeface="黑体" panose="02010609060101010101" charset="-122"/>
                <a:ea typeface="黑体" panose="02010609060101010101" charset="-122"/>
              </a:rPr>
              <a:t>墨经</a:t>
            </a:r>
            <a:r>
              <a:rPr lang="en-US" altLang="zh-CN" sz="2400">
                <a:latin typeface="黑体" panose="02010609060101010101" charset="-122"/>
                <a:ea typeface="黑体" panose="02010609060101010101" charset="-122"/>
              </a:rPr>
              <a:t>》</a:t>
            </a:r>
            <a:r>
              <a:rPr lang="zh-CN" altLang="en-US" sz="2400">
                <a:latin typeface="黑体" panose="02010609060101010101" charset="-122"/>
                <a:ea typeface="黑体" panose="02010609060101010101" charset="-122"/>
              </a:rPr>
              <a:t>中指出：</a:t>
            </a:r>
            <a:r>
              <a:rPr lang="zh-CN" altLang="en-US" sz="2400">
                <a:latin typeface="Times New Roman" panose="02020603050405020304" charset="0"/>
                <a:ea typeface="黑体" panose="02010609060101010101" charset="-122"/>
              </a:rPr>
              <a:t>“</a:t>
            </a:r>
            <a:r>
              <a:rPr lang="zh-CN" altLang="en-US" sz="2400">
                <a:latin typeface="黑体" panose="02010609060101010101" charset="-122"/>
                <a:ea typeface="黑体" panose="02010609060101010101" charset="-122"/>
              </a:rPr>
              <a:t>力，形之所以奋也</a:t>
            </a:r>
            <a:r>
              <a:rPr lang="zh-CN" altLang="en-US" sz="2400">
                <a:latin typeface="Times New Roman" panose="02020603050405020304" charset="0"/>
                <a:ea typeface="黑体" panose="02010609060101010101" charset="-122"/>
              </a:rPr>
              <a:t>”</a:t>
            </a:r>
            <a:r>
              <a:rPr lang="zh-CN" altLang="en-US" sz="2400">
                <a:latin typeface="黑体" panose="02010609060101010101" charset="-122"/>
                <a:ea typeface="黑体" panose="02010609060101010101" charset="-122"/>
              </a:rPr>
              <a:t>，意思是力可以使物体运动起来。结合牛顿第一定律，下列说法正确的是（　　）</a:t>
            </a: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．有力作用物体一定处于运动状态</a:t>
            </a: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．没有力作用物体就一定处于静止状态</a:t>
            </a: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C</a:t>
            </a:r>
            <a:r>
              <a:rPr lang="zh-CN" altLang="en-US" sz="2400">
                <a:latin typeface="黑体" panose="02010609060101010101" charset="-122"/>
                <a:ea typeface="黑体" panose="02010609060101010101" charset="-122"/>
              </a:rPr>
              <a:t>．力是改变物体运动状态的原因</a:t>
            </a: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．力是维持物体运动状态的原因</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921385" y="254000"/>
            <a:ext cx="4959985" cy="553085"/>
          </a:xfrm>
          <a:prstGeom prst="rect">
            <a:avLst/>
          </a:prstGeom>
          <a:noFill/>
        </p:spPr>
        <p:txBody>
          <a:bodyPr wrap="square" rtlCol="0">
            <a:spAutoFit/>
          </a:bodyPr>
          <a:lstStyle/>
          <a:p>
            <a:r>
              <a:rPr lang="zh-CN" altLang="en-US" sz="3000" b="1">
                <a:solidFill>
                  <a:srgbClr val="2169D3"/>
                </a:solidFill>
                <a:latin typeface="+mj-ea"/>
                <a:ea typeface="+mj-ea"/>
                <a:sym typeface="+mn-ea"/>
              </a:rPr>
              <a:t>典例解析</a:t>
            </a:r>
          </a:p>
        </p:txBody>
      </p:sp>
      <p:sp>
        <p:nvSpPr>
          <p:cNvPr id="3" name="文本框 2"/>
          <p:cNvSpPr txBox="1"/>
          <p:nvPr>
            <p:custDataLst>
              <p:tags r:id="rId3"/>
            </p:custDataLst>
          </p:nvPr>
        </p:nvSpPr>
        <p:spPr>
          <a:xfrm>
            <a:off x="236855" y="1105535"/>
            <a:ext cx="11447145" cy="5169535"/>
          </a:xfrm>
          <a:prstGeom prst="rect">
            <a:avLst/>
          </a:prstGeom>
        </p:spPr>
        <p:txBody>
          <a:bodyPr wrap="square">
            <a:spAutoFit/>
          </a:bodyPr>
          <a:lstStyle/>
          <a:p>
            <a:pPr marL="0" indent="0" algn="l" defTabSz="266700">
              <a:lnSpc>
                <a:spcPct val="150000"/>
              </a:lnSpc>
              <a:spcBef>
                <a:spcPct val="0"/>
              </a:spcBef>
              <a:spcAft>
                <a:spcPct val="0"/>
              </a:spcAft>
            </a:pPr>
            <a:r>
              <a:rPr lang="zh-CN" altLang="en-US" sz="2000">
                <a:solidFill>
                  <a:srgbClr val="FF0000"/>
                </a:solidFill>
                <a:latin typeface="黑体" panose="02010609060101010101" charset="-122"/>
                <a:ea typeface="黑体" panose="02010609060101010101" charset="-122"/>
              </a:rPr>
              <a:t>【答案】</a:t>
            </a:r>
            <a:r>
              <a:rPr lang="en-US" altLang="zh-CN" sz="2000">
                <a:solidFill>
                  <a:srgbClr val="FF0000"/>
                </a:solidFill>
                <a:latin typeface="Times New Roman" panose="02020603050405020304" charset="0"/>
                <a:ea typeface="黑体" panose="02010609060101010101" charset="-122"/>
              </a:rPr>
              <a:t>C</a:t>
            </a:r>
          </a:p>
          <a:p>
            <a:pPr marL="0" indent="0" algn="l" defTabSz="266700">
              <a:lnSpc>
                <a:spcPct val="150000"/>
              </a:lnSpc>
              <a:spcBef>
                <a:spcPct val="0"/>
              </a:spcBef>
              <a:spcAft>
                <a:spcPct val="0"/>
              </a:spcAft>
            </a:pPr>
            <a:r>
              <a:rPr lang="zh-CN" altLang="en-US" sz="2000">
                <a:solidFill>
                  <a:srgbClr val="FF0000"/>
                </a:solidFill>
                <a:latin typeface="黑体" panose="02010609060101010101" charset="-122"/>
                <a:ea typeface="黑体" panose="02010609060101010101" charset="-122"/>
              </a:rPr>
              <a:t>【详解】</a:t>
            </a:r>
            <a:r>
              <a:rPr lang="zh-CN" altLang="en-US" sz="2000">
                <a:latin typeface="黑体" panose="02010609060101010101" charset="-122"/>
                <a:ea typeface="黑体" panose="02010609060101010101" charset="-122"/>
              </a:rPr>
              <a:t>根据牛顿第一定律（惯性定律），物体在不受外力作用时，将保持静止或匀速直线运动状态。力是改变物体运动状态的原因，而非维持运动状态的原因。结合</a:t>
            </a:r>
            <a:r>
              <a:rPr lang="en-US" altLang="zh-CN" sz="2000">
                <a:latin typeface="黑体" panose="02010609060101010101" charset="-122"/>
                <a:ea typeface="黑体" panose="02010609060101010101" charset="-122"/>
              </a:rPr>
              <a:t>《</a:t>
            </a:r>
            <a:r>
              <a:rPr lang="zh-CN" altLang="en-US" sz="2000">
                <a:latin typeface="黑体" panose="02010609060101010101" charset="-122"/>
                <a:ea typeface="黑体" panose="02010609060101010101" charset="-122"/>
              </a:rPr>
              <a:t>墨经</a:t>
            </a:r>
            <a:r>
              <a:rPr lang="en-US" altLang="zh-CN" sz="2000">
                <a:latin typeface="黑体" panose="02010609060101010101" charset="-122"/>
                <a:ea typeface="黑体" panose="02010609060101010101" charset="-122"/>
              </a:rPr>
              <a:t>》</a:t>
            </a:r>
            <a:r>
              <a:rPr lang="en-US" altLang="zh-CN" sz="2000">
                <a:latin typeface="Times New Roman" panose="02020603050405020304" charset="0"/>
                <a:ea typeface="黑体" panose="02010609060101010101" charset="-122"/>
              </a:rPr>
              <a:t>“</a:t>
            </a:r>
            <a:r>
              <a:rPr lang="zh-CN" altLang="en-US" sz="2000">
                <a:latin typeface="黑体" panose="02010609060101010101" charset="-122"/>
                <a:ea typeface="黑体" panose="02010609060101010101" charset="-122"/>
              </a:rPr>
              <a:t>力，形之所以奋也</a:t>
            </a:r>
            <a:r>
              <a:rPr lang="zh-CN" altLang="en-US" sz="2000">
                <a:latin typeface="Times New Roman" panose="02020603050405020304" charset="0"/>
                <a:ea typeface="黑体" panose="02010609060101010101" charset="-122"/>
              </a:rPr>
              <a:t>”</a:t>
            </a:r>
            <a:r>
              <a:rPr lang="zh-CN" altLang="en-US" sz="2000">
                <a:latin typeface="黑体" panose="02010609060101010101" charset="-122"/>
                <a:ea typeface="黑体" panose="02010609060101010101" charset="-122"/>
              </a:rPr>
              <a:t>（力可以使物体运动起来）的观点，分析如下：</a:t>
            </a:r>
          </a:p>
          <a:p>
            <a:pPr marL="0" indent="0" algn="l" defTabSz="266700">
              <a:lnSpc>
                <a:spcPct val="150000"/>
              </a:lnSpc>
              <a:spcBef>
                <a:spcPct val="0"/>
              </a:spcBef>
              <a:spcAft>
                <a:spcPct val="0"/>
              </a:spcAft>
            </a:pPr>
            <a:r>
              <a:rPr lang="en-US" altLang="zh-CN" sz="2000">
                <a:latin typeface="Times New Roman" panose="02020603050405020304" charset="0"/>
                <a:ea typeface="黑体" panose="02010609060101010101" charset="-122"/>
              </a:rPr>
              <a:t>A. </a:t>
            </a:r>
            <a:r>
              <a:rPr lang="zh-CN" altLang="en-US" sz="2000">
                <a:latin typeface="黑体" panose="02010609060101010101" charset="-122"/>
                <a:ea typeface="黑体" panose="02010609060101010101" charset="-122"/>
              </a:rPr>
              <a:t>有力作用时，物体可能处于平衡状态（如静止物体受支持力与重力平衡），不一定运动，故</a:t>
            </a:r>
            <a:r>
              <a:rPr lang="en-US" altLang="zh-CN" sz="2000">
                <a:latin typeface="Times New Roman" panose="02020603050405020304" charset="0"/>
                <a:ea typeface="黑体" panose="02010609060101010101" charset="-122"/>
              </a:rPr>
              <a:t>A</a:t>
            </a:r>
            <a:r>
              <a:rPr lang="zh-CN" altLang="en-US" sz="2000">
                <a:latin typeface="黑体" panose="02010609060101010101" charset="-122"/>
                <a:ea typeface="黑体" panose="02010609060101010101" charset="-122"/>
              </a:rPr>
              <a:t>错误；</a:t>
            </a:r>
          </a:p>
          <a:p>
            <a:pPr marL="0" indent="0" algn="l" defTabSz="266700">
              <a:lnSpc>
                <a:spcPct val="150000"/>
              </a:lnSpc>
              <a:spcBef>
                <a:spcPct val="0"/>
              </a:spcBef>
              <a:spcAft>
                <a:spcPct val="0"/>
              </a:spcAft>
            </a:pPr>
            <a:r>
              <a:rPr lang="en-US" altLang="zh-CN" sz="2000">
                <a:latin typeface="Times New Roman" panose="02020603050405020304" charset="0"/>
                <a:ea typeface="黑体" panose="02010609060101010101" charset="-122"/>
              </a:rPr>
              <a:t>B. </a:t>
            </a:r>
            <a:r>
              <a:rPr lang="zh-CN" altLang="en-US" sz="2000">
                <a:latin typeface="黑体" panose="02010609060101010101" charset="-122"/>
                <a:ea typeface="黑体" panose="02010609060101010101" charset="-122"/>
              </a:rPr>
              <a:t>没有力作用时，物体可能保持匀速直线运动（如光滑水平面上滑动的物体），不一定静止，故</a:t>
            </a:r>
            <a:r>
              <a:rPr lang="en-US" altLang="zh-CN" sz="2000">
                <a:latin typeface="Times New Roman" panose="02020603050405020304" charset="0"/>
                <a:ea typeface="黑体" panose="02010609060101010101" charset="-122"/>
              </a:rPr>
              <a:t>B</a:t>
            </a:r>
            <a:r>
              <a:rPr lang="zh-CN" altLang="en-US" sz="2000">
                <a:latin typeface="黑体" panose="02010609060101010101" charset="-122"/>
                <a:ea typeface="黑体" panose="02010609060101010101" charset="-122"/>
              </a:rPr>
              <a:t>错误；</a:t>
            </a:r>
          </a:p>
          <a:p>
            <a:pPr marL="0" indent="0" algn="l" defTabSz="266700">
              <a:lnSpc>
                <a:spcPct val="150000"/>
              </a:lnSpc>
              <a:spcBef>
                <a:spcPct val="0"/>
              </a:spcBef>
              <a:spcAft>
                <a:spcPct val="0"/>
              </a:spcAft>
            </a:pPr>
            <a:r>
              <a:rPr lang="en-US" altLang="zh-CN" sz="2000">
                <a:latin typeface="Times New Roman" panose="02020603050405020304" charset="0"/>
                <a:ea typeface="黑体" panose="02010609060101010101" charset="-122"/>
              </a:rPr>
              <a:t>C. </a:t>
            </a:r>
            <a:r>
              <a:rPr lang="zh-CN" altLang="en-US" sz="2000">
                <a:latin typeface="黑体" panose="02010609060101010101" charset="-122"/>
                <a:ea typeface="黑体" panose="02010609060101010101" charset="-122"/>
              </a:rPr>
              <a:t>牛顿第一定律明确指出，力是改变物体运动状态（如速度或方向变化）的原因，是对</a:t>
            </a:r>
            <a:r>
              <a:rPr lang="en-US" altLang="zh-CN" sz="2000">
                <a:latin typeface="黑体" panose="02010609060101010101" charset="-122"/>
                <a:ea typeface="黑体" panose="02010609060101010101" charset="-122"/>
              </a:rPr>
              <a:t>《</a:t>
            </a:r>
            <a:r>
              <a:rPr lang="zh-CN" altLang="en-US" sz="2000">
                <a:latin typeface="黑体" panose="02010609060101010101" charset="-122"/>
                <a:ea typeface="黑体" panose="02010609060101010101" charset="-122"/>
              </a:rPr>
              <a:t>墨经</a:t>
            </a:r>
            <a:r>
              <a:rPr lang="en-US" altLang="zh-CN" sz="2000">
                <a:latin typeface="黑体" panose="02010609060101010101" charset="-122"/>
                <a:ea typeface="黑体" panose="02010609060101010101" charset="-122"/>
              </a:rPr>
              <a:t>》</a:t>
            </a:r>
            <a:r>
              <a:rPr lang="zh-CN" altLang="en-US" sz="2000">
                <a:latin typeface="黑体" panose="02010609060101010101" charset="-122"/>
                <a:ea typeface="黑体" panose="02010609060101010101" charset="-122"/>
              </a:rPr>
              <a:t>观点的深化和发展，故</a:t>
            </a:r>
            <a:r>
              <a:rPr lang="en-US" altLang="zh-CN" sz="2000">
                <a:latin typeface="Times New Roman" panose="02020603050405020304" charset="0"/>
                <a:ea typeface="黑体" panose="02010609060101010101" charset="-122"/>
              </a:rPr>
              <a:t>C</a:t>
            </a:r>
            <a:r>
              <a:rPr lang="zh-CN" altLang="en-US" sz="2000">
                <a:latin typeface="黑体" panose="02010609060101010101" charset="-122"/>
                <a:ea typeface="黑体" panose="02010609060101010101" charset="-122"/>
              </a:rPr>
              <a:t>正确；</a:t>
            </a:r>
          </a:p>
          <a:p>
            <a:pPr marL="0" indent="0" algn="l" defTabSz="266700">
              <a:lnSpc>
                <a:spcPct val="150000"/>
              </a:lnSpc>
              <a:spcBef>
                <a:spcPct val="0"/>
              </a:spcBef>
              <a:spcAft>
                <a:spcPct val="0"/>
              </a:spcAft>
            </a:pPr>
            <a:r>
              <a:rPr lang="en-US" altLang="zh-CN" sz="2000">
                <a:latin typeface="Times New Roman" panose="02020603050405020304" charset="0"/>
                <a:ea typeface="黑体" panose="02010609060101010101" charset="-122"/>
              </a:rPr>
              <a:t>D. </a:t>
            </a:r>
            <a:r>
              <a:rPr lang="zh-CN" altLang="en-US" sz="2000">
                <a:latin typeface="黑体" panose="02010609060101010101" charset="-122"/>
                <a:ea typeface="黑体" panose="02010609060101010101" charset="-122"/>
              </a:rPr>
              <a:t>力不是维持物体运动状态的原因，维持运动状态的是物体的惯性，故</a:t>
            </a:r>
            <a:r>
              <a:rPr lang="en-US" altLang="zh-CN" sz="2000">
                <a:latin typeface="Times New Roman" panose="02020603050405020304" charset="0"/>
                <a:ea typeface="黑体" panose="02010609060101010101" charset="-122"/>
              </a:rPr>
              <a:t>D</a:t>
            </a:r>
            <a:r>
              <a:rPr lang="zh-CN" altLang="en-US" sz="2000">
                <a:latin typeface="黑体" panose="02010609060101010101" charset="-122"/>
                <a:ea typeface="黑体" panose="02010609060101010101" charset="-122"/>
              </a:rPr>
              <a:t>错误。</a:t>
            </a:r>
          </a:p>
          <a:p>
            <a:pPr marL="0" indent="0" algn="l" defTabSz="266700">
              <a:lnSpc>
                <a:spcPct val="150000"/>
              </a:lnSpc>
              <a:spcBef>
                <a:spcPct val="0"/>
              </a:spcBef>
              <a:spcAft>
                <a:spcPct val="0"/>
              </a:spcAft>
            </a:pPr>
            <a:r>
              <a:rPr lang="zh-CN" altLang="en-US" sz="2000">
                <a:latin typeface="黑体" panose="02010609060101010101" charset="-122"/>
                <a:ea typeface="黑体" panose="02010609060101010101" charset="-122"/>
              </a:rPr>
              <a:t>故选</a:t>
            </a:r>
            <a:r>
              <a:rPr lang="en-US" altLang="zh-CN" sz="2000">
                <a:latin typeface="Times New Roman" panose="02020603050405020304" charset="0"/>
                <a:ea typeface="黑体" panose="02010609060101010101" charset="-122"/>
              </a:rPr>
              <a:t>C</a:t>
            </a:r>
            <a:r>
              <a:rPr lang="zh-CN" altLang="en-US" sz="2000">
                <a:latin typeface="黑体" panose="02010609060101010101" charset="-122"/>
                <a:ea typeface="黑体" panose="02010609060101010101" charset="-122"/>
              </a:rPr>
              <a:t>。</a:t>
            </a:r>
          </a:p>
        </p:txBody>
      </p:sp>
    </p:spTree>
    <p:custDataLst>
      <p:tags r:id="rId1"/>
    </p:custData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2"/>
            </p:custDataLst>
          </p:nvPr>
        </p:nvSpPr>
        <p:spPr>
          <a:xfrm>
            <a:off x="-635" y="4896485"/>
            <a:ext cx="12193270" cy="2028825"/>
          </a:xfrm>
          <a:prstGeom prst="rect">
            <a:avLst/>
          </a:prstGeom>
          <a:solidFill>
            <a:schemeClr val="bg2">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1" name="组合 20"/>
          <p:cNvGrpSpPr/>
          <p:nvPr>
            <p:custDataLst>
              <p:tags r:id="rId3"/>
            </p:custDataLst>
          </p:nvPr>
        </p:nvGrpSpPr>
        <p:grpSpPr>
          <a:xfrm>
            <a:off x="3335655" y="5020310"/>
            <a:ext cx="6030595" cy="1192530"/>
            <a:chOff x="4464017" y="4375953"/>
            <a:chExt cx="3329674" cy="483670"/>
          </a:xfrm>
          <a:gradFill rotWithShape="0">
            <a:gsLst>
              <a:gs pos="100000">
                <a:srgbClr val="F5C5D6"/>
              </a:gs>
              <a:gs pos="0">
                <a:srgbClr val="9A97EF"/>
              </a:gs>
            </a:gsLst>
            <a:lin ang="2700000" scaled="1"/>
          </a:gradFill>
        </p:grpSpPr>
        <p:sp>
          <p:nvSpPr>
            <p:cNvPr id="120" name="矩形 119"/>
            <p:cNvSpPr/>
            <p:nvPr>
              <p:custDataLst>
                <p:tags r:id="rId6"/>
              </p:custDataLst>
            </p:nvPr>
          </p:nvSpPr>
          <p:spPr>
            <a:xfrm rot="5400000">
              <a:off x="4944989"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1" name="矩形 120"/>
            <p:cNvSpPr/>
            <p:nvPr>
              <p:custDataLst>
                <p:tags r:id="rId7"/>
              </p:custDataLst>
            </p:nvPr>
          </p:nvSpPr>
          <p:spPr>
            <a:xfrm rot="5400000">
              <a:off x="5260296"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2" name="矩形 121"/>
            <p:cNvSpPr/>
            <p:nvPr>
              <p:custDataLst>
                <p:tags r:id="rId8"/>
              </p:custDataLst>
            </p:nvPr>
          </p:nvSpPr>
          <p:spPr>
            <a:xfrm rot="5400000">
              <a:off x="5575603"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3" name="矩形 122"/>
            <p:cNvSpPr/>
            <p:nvPr>
              <p:custDataLst>
                <p:tags r:id="rId9"/>
              </p:custDataLst>
            </p:nvPr>
          </p:nvSpPr>
          <p:spPr>
            <a:xfrm rot="5400000">
              <a:off x="4629682"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nvGrpSpPr>
            <p:cNvPr id="125" name="组合 124"/>
            <p:cNvGrpSpPr/>
            <p:nvPr>
              <p:custDataLst>
                <p:tags r:id="rId10"/>
              </p:custDataLst>
            </p:nvPr>
          </p:nvGrpSpPr>
          <p:grpSpPr>
            <a:xfrm rot="5400000">
              <a:off x="5096010" y="3896362"/>
              <a:ext cx="178868" cy="1442854"/>
              <a:chOff x="3527101" y="3650859"/>
              <a:chExt cx="108391" cy="874346"/>
            </a:xfrm>
            <a:grpFill/>
          </p:grpSpPr>
          <p:sp>
            <p:nvSpPr>
              <p:cNvPr id="126" name="矩形 125"/>
              <p:cNvSpPr/>
              <p:nvPr>
                <p:custDataLst>
                  <p:tags r:id="rId36"/>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7" name="矩形 126"/>
              <p:cNvSpPr/>
              <p:nvPr>
                <p:custDataLst>
                  <p:tags r:id="rId37"/>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8" name="矩形 127"/>
              <p:cNvSpPr/>
              <p:nvPr>
                <p:custDataLst>
                  <p:tags r:id="rId38"/>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9" name="矩形 128"/>
              <p:cNvSpPr/>
              <p:nvPr>
                <p:custDataLst>
                  <p:tags r:id="rId39"/>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0" name="矩形 129"/>
              <p:cNvSpPr/>
              <p:nvPr>
                <p:custDataLst>
                  <p:tags r:id="rId40"/>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grpSp>
          <p:nvGrpSpPr>
            <p:cNvPr id="131" name="组合 130"/>
            <p:cNvGrpSpPr/>
            <p:nvPr>
              <p:custDataLst>
                <p:tags r:id="rId11"/>
              </p:custDataLst>
            </p:nvPr>
          </p:nvGrpSpPr>
          <p:grpSpPr>
            <a:xfrm rot="5400000">
              <a:off x="5248410" y="4048762"/>
              <a:ext cx="178868" cy="1442854"/>
              <a:chOff x="3527101" y="3650859"/>
              <a:chExt cx="108391" cy="874346"/>
            </a:xfrm>
            <a:grpFill/>
          </p:grpSpPr>
          <p:sp>
            <p:nvSpPr>
              <p:cNvPr id="132" name="矩形 131"/>
              <p:cNvSpPr/>
              <p:nvPr>
                <p:custDataLst>
                  <p:tags r:id="rId31"/>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3" name="矩形 132"/>
              <p:cNvSpPr/>
              <p:nvPr>
                <p:custDataLst>
                  <p:tags r:id="rId32"/>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4" name="矩形 133"/>
              <p:cNvSpPr/>
              <p:nvPr>
                <p:custDataLst>
                  <p:tags r:id="rId33"/>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5" name="矩形 134"/>
              <p:cNvSpPr/>
              <p:nvPr>
                <p:custDataLst>
                  <p:tags r:id="rId34"/>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6" name="矩形 135"/>
              <p:cNvSpPr/>
              <p:nvPr>
                <p:custDataLst>
                  <p:tags r:id="rId35"/>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sp>
          <p:nvSpPr>
            <p:cNvPr id="164" name="矩形 163"/>
            <p:cNvSpPr/>
            <p:nvPr>
              <p:custDataLst>
                <p:tags r:id="rId12"/>
              </p:custDataLst>
            </p:nvPr>
          </p:nvSpPr>
          <p:spPr>
            <a:xfrm rot="16200000" flipH="1">
              <a:off x="7133851"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5" name="矩形 164"/>
            <p:cNvSpPr/>
            <p:nvPr>
              <p:custDataLst>
                <p:tags r:id="rId13"/>
              </p:custDataLst>
            </p:nvPr>
          </p:nvSpPr>
          <p:spPr>
            <a:xfrm rot="16200000" flipH="1">
              <a:off x="6818544"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6" name="矩形 165"/>
            <p:cNvSpPr/>
            <p:nvPr>
              <p:custDataLst>
                <p:tags r:id="rId14"/>
              </p:custDataLst>
            </p:nvPr>
          </p:nvSpPr>
          <p:spPr>
            <a:xfrm rot="16200000" flipH="1">
              <a:off x="6503237"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7" name="矩形 166"/>
            <p:cNvSpPr/>
            <p:nvPr>
              <p:custDataLst>
                <p:tags r:id="rId15"/>
              </p:custDataLst>
            </p:nvPr>
          </p:nvSpPr>
          <p:spPr>
            <a:xfrm rot="16200000" flipH="1">
              <a:off x="7449158"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nvGrpSpPr>
            <p:cNvPr id="146" name="组合 145"/>
            <p:cNvGrpSpPr/>
            <p:nvPr>
              <p:custDataLst>
                <p:tags r:id="rId16"/>
              </p:custDataLst>
            </p:nvPr>
          </p:nvGrpSpPr>
          <p:grpSpPr>
            <a:xfrm rot="16200000" flipH="1">
              <a:off x="6982830" y="3896362"/>
              <a:ext cx="178868" cy="1442854"/>
              <a:chOff x="3527101" y="3650859"/>
              <a:chExt cx="108391" cy="874346"/>
            </a:xfrm>
            <a:grpFill/>
          </p:grpSpPr>
          <p:sp>
            <p:nvSpPr>
              <p:cNvPr id="159" name="矩形 158"/>
              <p:cNvSpPr/>
              <p:nvPr>
                <p:custDataLst>
                  <p:tags r:id="rId26"/>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0" name="矩形 159"/>
              <p:cNvSpPr/>
              <p:nvPr>
                <p:custDataLst>
                  <p:tags r:id="rId27"/>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1" name="矩形 160"/>
              <p:cNvSpPr/>
              <p:nvPr>
                <p:custDataLst>
                  <p:tags r:id="rId28"/>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2" name="矩形 161"/>
              <p:cNvSpPr/>
              <p:nvPr>
                <p:custDataLst>
                  <p:tags r:id="rId29"/>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3" name="矩形 162"/>
              <p:cNvSpPr/>
              <p:nvPr>
                <p:custDataLst>
                  <p:tags r:id="rId30"/>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grpSp>
          <p:nvGrpSpPr>
            <p:cNvPr id="147" name="组合 146"/>
            <p:cNvGrpSpPr/>
            <p:nvPr>
              <p:custDataLst>
                <p:tags r:id="rId17"/>
              </p:custDataLst>
            </p:nvPr>
          </p:nvGrpSpPr>
          <p:grpSpPr>
            <a:xfrm rot="16200000" flipH="1">
              <a:off x="6830430" y="4048762"/>
              <a:ext cx="178868" cy="1442854"/>
              <a:chOff x="3527101" y="3650859"/>
              <a:chExt cx="108391" cy="874346"/>
            </a:xfrm>
            <a:grpFill/>
          </p:grpSpPr>
          <p:sp>
            <p:nvSpPr>
              <p:cNvPr id="154" name="矩形 153"/>
              <p:cNvSpPr/>
              <p:nvPr>
                <p:custDataLst>
                  <p:tags r:id="rId21"/>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5" name="矩形 154"/>
              <p:cNvSpPr/>
              <p:nvPr>
                <p:custDataLst>
                  <p:tags r:id="rId22"/>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6" name="矩形 155"/>
              <p:cNvSpPr/>
              <p:nvPr>
                <p:custDataLst>
                  <p:tags r:id="rId23"/>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7" name="矩形 156"/>
              <p:cNvSpPr/>
              <p:nvPr>
                <p:custDataLst>
                  <p:tags r:id="rId24"/>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8" name="矩形 157"/>
              <p:cNvSpPr/>
              <p:nvPr>
                <p:custDataLst>
                  <p:tags r:id="rId25"/>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sp>
          <p:nvSpPr>
            <p:cNvPr id="207" name="矩形 206"/>
            <p:cNvSpPr/>
            <p:nvPr>
              <p:custDataLst>
                <p:tags r:id="rId18"/>
              </p:custDataLst>
            </p:nvPr>
          </p:nvSpPr>
          <p:spPr>
            <a:xfrm flipH="1">
              <a:off x="6045601" y="4528353"/>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08" name="矩形 207"/>
            <p:cNvSpPr/>
            <p:nvPr>
              <p:custDataLst>
                <p:tags r:id="rId19"/>
              </p:custDataLst>
            </p:nvPr>
          </p:nvSpPr>
          <p:spPr>
            <a:xfrm flipH="1">
              <a:off x="5893201" y="4375953"/>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10" name="矩形 209"/>
            <p:cNvSpPr/>
            <p:nvPr>
              <p:custDataLst>
                <p:tags r:id="rId20"/>
              </p:custDataLst>
            </p:nvPr>
          </p:nvSpPr>
          <p:spPr>
            <a:xfrm flipH="1">
              <a:off x="6204324" y="4375953"/>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sp>
        <p:nvSpPr>
          <p:cNvPr id="52" name="文本框 51"/>
          <p:cNvSpPr txBox="1"/>
          <p:nvPr>
            <p:custDataLst>
              <p:tags r:id="rId4"/>
            </p:custDataLst>
          </p:nvPr>
        </p:nvSpPr>
        <p:spPr>
          <a:xfrm>
            <a:off x="2963545" y="5229225"/>
            <a:ext cx="6893560" cy="754380"/>
          </a:xfrm>
          <a:prstGeom prst="rect">
            <a:avLst/>
          </a:prstGeom>
          <a:solidFill>
            <a:schemeClr val="bg1">
              <a:alpha val="58000"/>
            </a:schemeClr>
          </a:solidFill>
          <a:effectLst>
            <a:softEdge rad="127000"/>
          </a:effectLst>
        </p:spPr>
        <p:txBody>
          <a:bodyPr wrap="square">
            <a:noAutofit/>
          </a:bodyPr>
          <a:lstStyle/>
          <a:p>
            <a:pPr algn="ctr"/>
            <a:r>
              <a:rPr lang="zh-CN" altLang="en-US" sz="4800" b="1" spc="300">
                <a:solidFill>
                  <a:srgbClr val="002060"/>
                </a:solidFill>
                <a:latin typeface="+mn-ea"/>
                <a:cs typeface="+mn-ea"/>
              </a:rPr>
              <a:t>知识点</a:t>
            </a:r>
            <a:r>
              <a:rPr lang="en-US" altLang="zh-CN" sz="4800" b="1" spc="300">
                <a:solidFill>
                  <a:srgbClr val="002060"/>
                </a:solidFill>
                <a:latin typeface="+mn-ea"/>
                <a:cs typeface="+mn-ea"/>
              </a:rPr>
              <a:t>3  </a:t>
            </a:r>
            <a:r>
              <a:rPr lang="zh-CN" altLang="en-US" sz="4800" b="1" spc="300">
                <a:solidFill>
                  <a:srgbClr val="002060"/>
                </a:solidFill>
                <a:latin typeface="+mn-ea"/>
                <a:cs typeface="+mn-ea"/>
              </a:rPr>
              <a:t>惯性与质量</a:t>
            </a:r>
          </a:p>
        </p:txBody>
      </p:sp>
      <p:pic>
        <p:nvPicPr>
          <p:cNvPr id="2" name="图片 1"/>
          <p:cNvPicPr>
            <a:picLocks noChangeAspect="1"/>
          </p:cNvPicPr>
          <p:nvPr>
            <p:custDataLst>
              <p:tags r:id="rId5"/>
            </p:custDataLst>
          </p:nvPr>
        </p:nvPicPr>
        <p:blipFill>
          <a:blip r:embed="rId42"/>
          <a:stretch>
            <a:fillRect/>
          </a:stretch>
        </p:blipFill>
        <p:spPr>
          <a:xfrm>
            <a:off x="10160" y="902335"/>
            <a:ext cx="12192000" cy="4079875"/>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7" presetClass="entr" presetSubtype="4" fill="hold" nodeType="withEffect">
                                  <p:stCondLst>
                                    <p:cond delay="0"/>
                                  </p:stCondLst>
                                  <p:childTnLst>
                                    <p:set>
                                      <p:cBhvr>
                                        <p:cTn id="6" dur="500"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7" presetClass="entr" presetSubtype="4" fill="hold" grpId="0" nodeType="withEffect">
                                  <p:stCondLst>
                                    <p:cond delay="0"/>
                                  </p:stCondLst>
                                  <p:childTnLst>
                                    <p:set>
                                      <p:cBhvr>
                                        <p:cTn id="10" dur="500"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ppt_x"/>
                                          </p:val>
                                        </p:tav>
                                        <p:tav tm="100000">
                                          <p:val>
                                            <p:strVal val="#ppt_x"/>
                                          </p:val>
                                        </p:tav>
                                      </p:tavLst>
                                    </p:anim>
                                    <p:anim calcmode="lin" valueType="num">
                                      <p:cBhvr additive="base">
                                        <p:cTn id="12"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custDataLst>
              <p:tags r:id="rId2"/>
            </p:custDataLst>
          </p:nvPr>
        </p:nvSpPr>
        <p:spPr>
          <a:xfrm>
            <a:off x="921385" y="254000"/>
            <a:ext cx="4872355"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思考与实验</a:t>
            </a:r>
          </a:p>
        </p:txBody>
      </p:sp>
      <p:pic>
        <p:nvPicPr>
          <p:cNvPr id="2" name="鸡蛋跳水">
            <a:hlinkClick r:id="" action="ppaction://media"/>
          </p:cNvPr>
          <p:cNvPicPr/>
          <p:nvPr>
            <a:videoFile r:link="rId4"/>
            <p:custDataLst>
              <p:tags r:id="rId5"/>
            </p:custDataLst>
            <p:extLst>
              <p:ext uri="{DAA4B4D4-6D71-4841-9C94-3DE7FCFB9230}">
                <p14:media xmlns:p14="http://schemas.microsoft.com/office/powerpoint/2010/main" r:embed="rId3"/>
              </p:ext>
            </p:extLst>
          </p:nvPr>
        </p:nvPicPr>
        <p:blipFill>
          <a:blip r:embed="rId7"/>
          <a:stretch>
            <a:fillRect/>
          </a:stretch>
        </p:blipFill>
        <p:spPr>
          <a:xfrm>
            <a:off x="1219200" y="1017270"/>
            <a:ext cx="9753600" cy="5486400"/>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additive="base">
                                        <p:cTn id="6" dur="1" fill="hold"/>
                                        <p:tgtEl>
                                          <p:spTgt spid="2"/>
                                        </p:tgtEl>
                                      </p:cBhvr>
                                    </p:cmd>
                                  </p:childTnLst>
                                </p:cTn>
                              </p:par>
                            </p:childTnLst>
                          </p:cTn>
                        </p:par>
                      </p:childTnLst>
                    </p:cTn>
                  </p:par>
                </p:childTnLst>
              </p:cTn>
              <p:nextCondLst>
                <p:cond evt="onClick" delay="0">
                  <p:tgtEl>
                    <p:spTgt spid="2"/>
                  </p:tgtEl>
                </p:cond>
              </p:nextCondLst>
            </p:seq>
            <p:video>
              <p:cMediaNode>
                <p:cTn id="7" fill="hold" display="0">
                  <p:stCondLst>
                    <p:cond delay="indefinite"/>
                  </p:stCondLst>
                </p:cTn>
                <p:tgtEl>
                  <p:spTgt spid="2"/>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custDataLst>
              <p:tags r:id="rId2"/>
            </p:custDataLst>
          </p:nvPr>
        </p:nvSpPr>
        <p:spPr bwMode="auto">
          <a:xfrm>
            <a:off x="514985" y="1757680"/>
            <a:ext cx="5186680" cy="39065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square">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lnSpc>
                <a:spcPct val="150000"/>
              </a:lnSpc>
            </a:pPr>
            <a:r>
              <a:rPr kumimoji="1" lang="en-US" altLang="zh-CN" sz="3200" strike="noStrike" noProof="1">
                <a:latin typeface="黑体" panose="02010609060101010101" charset="-122"/>
                <a:ea typeface="黑体" panose="02010609060101010101" charset="-122"/>
                <a:cs typeface="黑体" panose="02010609060101010101" charset="-122"/>
              </a:rPr>
              <a:t>    </a:t>
            </a:r>
            <a:r>
              <a:rPr kumimoji="1" lang="zh-CN" altLang="en-US" sz="3200" strike="noStrike" noProof="1">
                <a:latin typeface="黑体" panose="02010609060101010101" charset="-122"/>
                <a:ea typeface="黑体" panose="02010609060101010101" charset="-122"/>
                <a:cs typeface="黑体" panose="02010609060101010101" charset="-122"/>
              </a:rPr>
              <a:t>实验中，鸡蛋和水杯之间的隔板被迅速打击出去时，鸡蛋并没有随隔板一起飞出，而是</a:t>
            </a:r>
            <a:r>
              <a:rPr kumimoji="1" lang="zh-CN" sz="3200" strike="noStrike" noProof="1">
                <a:latin typeface="黑体" panose="02010609060101010101" charset="-122"/>
                <a:ea typeface="黑体" panose="02010609060101010101" charset="-122"/>
                <a:cs typeface="黑体" panose="02010609060101010101" charset="-122"/>
              </a:rPr>
              <a:t>落进了杯子里，这是为什么呢？</a:t>
            </a:r>
          </a:p>
        </p:txBody>
      </p:sp>
      <p:sp>
        <p:nvSpPr>
          <p:cNvPr id="8" name="文本框 7"/>
          <p:cNvSpPr txBox="1"/>
          <p:nvPr>
            <p:custDataLst>
              <p:tags r:id="rId3"/>
            </p:custDataLst>
          </p:nvPr>
        </p:nvSpPr>
        <p:spPr>
          <a:xfrm>
            <a:off x="921385" y="254000"/>
            <a:ext cx="4872355"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思考与实验</a:t>
            </a:r>
          </a:p>
        </p:txBody>
      </p:sp>
      <p:pic>
        <p:nvPicPr>
          <p:cNvPr id="2" name="图片 1"/>
          <p:cNvPicPr>
            <a:picLocks noChangeAspect="1"/>
          </p:cNvPicPr>
          <p:nvPr>
            <p:custDataLst>
              <p:tags r:id="rId4"/>
            </p:custDataLst>
          </p:nvPr>
        </p:nvPicPr>
        <p:blipFill>
          <a:blip r:embed="rId6"/>
          <a:stretch>
            <a:fillRect/>
          </a:stretch>
        </p:blipFill>
        <p:spPr>
          <a:xfrm>
            <a:off x="6239510" y="1648460"/>
            <a:ext cx="5518150" cy="4138930"/>
          </a:xfrm>
          <a:prstGeom prst="rect">
            <a:avLst/>
          </a:prstGeom>
        </p:spPr>
      </p:pic>
    </p:spTree>
    <p:custDataLst>
      <p:tags r:id="rId1"/>
    </p:custData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custDataLst>
              <p:tags r:id="rId2"/>
            </p:custDataLst>
          </p:nvPr>
        </p:nvSpPr>
        <p:spPr bwMode="auto">
          <a:xfrm>
            <a:off x="417195" y="1030605"/>
            <a:ext cx="11329670" cy="159639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square">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lnSpc>
                <a:spcPct val="150000"/>
              </a:lnSpc>
            </a:pPr>
            <a:r>
              <a:rPr kumimoji="1" lang="en-US" altLang="zh-CN" sz="3200" strike="noStrike" noProof="1">
                <a:latin typeface="黑体" panose="02010609060101010101" charset="-122"/>
                <a:ea typeface="黑体" panose="02010609060101010101" charset="-122"/>
                <a:cs typeface="黑体" panose="02010609060101010101" charset="-122"/>
              </a:rPr>
              <a:t>1.</a:t>
            </a:r>
            <a:r>
              <a:rPr kumimoji="1" lang="zh-CN" altLang="en-US" sz="3200" strike="noStrike" noProof="1">
                <a:latin typeface="黑体" panose="02010609060101010101" charset="-122"/>
                <a:ea typeface="黑体" panose="02010609060101010101" charset="-122"/>
                <a:cs typeface="黑体" panose="02010609060101010101" charset="-122"/>
              </a:rPr>
              <a:t>定义：一切物体都有保持匀速直线运动状态或静止状态的性质，这种性质叫做惯性。</a:t>
            </a:r>
            <a:endParaRPr kumimoji="1" lang="zh-CN" altLang="en-US" sz="3200" strike="noStrike" noProof="1">
              <a:solidFill>
                <a:srgbClr val="4274FF"/>
              </a:solidFill>
              <a:latin typeface="黑体" panose="02010609060101010101" charset="-122"/>
              <a:ea typeface="黑体" panose="02010609060101010101" charset="-122"/>
              <a:cs typeface="黑体" panose="02010609060101010101" charset="-122"/>
            </a:endParaRPr>
          </a:p>
        </p:txBody>
      </p:sp>
      <p:sp>
        <p:nvSpPr>
          <p:cNvPr id="2" name="Text Box 2"/>
          <p:cNvSpPr txBox="1">
            <a:spLocks noChangeArrowheads="1"/>
          </p:cNvSpPr>
          <p:nvPr>
            <p:custDataLst>
              <p:tags r:id="rId3"/>
            </p:custDataLst>
          </p:nvPr>
        </p:nvSpPr>
        <p:spPr bwMode="auto">
          <a:xfrm>
            <a:off x="4897120" y="1773555"/>
            <a:ext cx="6167755" cy="76771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square">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lnSpc>
                <a:spcPct val="150000"/>
              </a:lnSpc>
            </a:pPr>
            <a:r>
              <a:rPr kumimoji="1" lang="zh-CN" altLang="en-US" sz="3200" strike="noStrike" noProof="1">
                <a:solidFill>
                  <a:srgbClr val="2169D3"/>
                </a:solidFill>
                <a:latin typeface="黑体" panose="02010609060101010101" charset="-122"/>
                <a:ea typeface="黑体" panose="02010609060101010101" charset="-122"/>
                <a:cs typeface="黑体" panose="02010609060101010101" charset="-122"/>
              </a:rPr>
              <a:t>牛顿第一定律也被叫做惯性定律。</a:t>
            </a:r>
          </a:p>
        </p:txBody>
      </p:sp>
      <p:sp>
        <p:nvSpPr>
          <p:cNvPr id="3" name="Text Box 2"/>
          <p:cNvSpPr txBox="1">
            <a:spLocks noChangeArrowheads="1"/>
          </p:cNvSpPr>
          <p:nvPr>
            <p:custDataLst>
              <p:tags r:id="rId4"/>
            </p:custDataLst>
          </p:nvPr>
        </p:nvSpPr>
        <p:spPr bwMode="auto">
          <a:xfrm>
            <a:off x="544195" y="3014980"/>
            <a:ext cx="11203305" cy="230124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square">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lnSpc>
                <a:spcPct val="150000"/>
              </a:lnSpc>
            </a:pPr>
            <a:r>
              <a:rPr kumimoji="1" lang="en-US" altLang="zh-CN" sz="3200" strike="noStrike" noProof="1">
                <a:latin typeface="黑体" panose="02010609060101010101" charset="-122"/>
                <a:ea typeface="黑体" panose="02010609060101010101" charset="-122"/>
                <a:cs typeface="黑体" panose="02010609060101010101" charset="-122"/>
              </a:rPr>
              <a:t>2.</a:t>
            </a:r>
            <a:r>
              <a:rPr kumimoji="1" lang="zh-CN" altLang="en-US" sz="3200" strike="noStrike" noProof="1">
                <a:latin typeface="黑体" panose="02010609060101010101" charset="-122"/>
                <a:ea typeface="黑体" panose="02010609060101010101" charset="-122"/>
                <a:cs typeface="黑体" panose="02010609060101010101" charset="-122"/>
              </a:rPr>
              <a:t>特点：</a:t>
            </a:r>
          </a:p>
          <a:p>
            <a:pPr eaLnBrk="1" fontAlgn="base" hangingPunct="1">
              <a:lnSpc>
                <a:spcPct val="150000"/>
              </a:lnSpc>
            </a:pPr>
            <a:r>
              <a:rPr kumimoji="1" lang="en-US" altLang="zh-CN" sz="3200" strike="noStrike" noProof="1">
                <a:latin typeface="黑体" panose="02010609060101010101" charset="-122"/>
                <a:ea typeface="黑体" panose="02010609060101010101" charset="-122"/>
                <a:cs typeface="黑体" panose="02010609060101010101" charset="-122"/>
              </a:rPr>
              <a:t>(1)</a:t>
            </a:r>
            <a:r>
              <a:rPr kumimoji="1" lang="zh-CN" altLang="en-US" sz="3200" strike="noStrike" noProof="1">
                <a:latin typeface="黑体" panose="02010609060101010101" charset="-122"/>
                <a:ea typeface="黑体" panose="02010609060101010101" charset="-122"/>
                <a:cs typeface="黑体" panose="02010609060101010101" charset="-122"/>
              </a:rPr>
              <a:t>惯性是物体的固有属性，不是外界强加给它的；</a:t>
            </a:r>
          </a:p>
          <a:p>
            <a:pPr eaLnBrk="1" fontAlgn="base" hangingPunct="1">
              <a:lnSpc>
                <a:spcPct val="150000"/>
              </a:lnSpc>
            </a:pPr>
            <a:r>
              <a:rPr kumimoji="1" lang="en-US" altLang="zh-CN" sz="3200" strike="noStrike" noProof="1">
                <a:latin typeface="黑体" panose="02010609060101010101" charset="-122"/>
                <a:ea typeface="黑体" panose="02010609060101010101" charset="-122"/>
                <a:cs typeface="黑体" panose="02010609060101010101" charset="-122"/>
              </a:rPr>
              <a:t>(2)</a:t>
            </a:r>
            <a:r>
              <a:rPr kumimoji="1" lang="zh-CN" altLang="en-US" sz="3200" strike="noStrike" noProof="1">
                <a:latin typeface="黑体" panose="02010609060101010101" charset="-122"/>
                <a:ea typeface="黑体" panose="02010609060101010101" charset="-122"/>
                <a:cs typeface="黑体" panose="02010609060101010101" charset="-122"/>
              </a:rPr>
              <a:t>一切物体都具有惯性。</a:t>
            </a:r>
            <a:endParaRPr kumimoji="1" lang="en-US" altLang="zh-CN" sz="3200" strike="noStrike" noProof="1">
              <a:latin typeface="黑体" panose="02010609060101010101" charset="-122"/>
              <a:ea typeface="黑体" panose="02010609060101010101" charset="-122"/>
              <a:cs typeface="黑体" panose="02010609060101010101" charset="-122"/>
            </a:endParaRPr>
          </a:p>
          <a:p>
            <a:pPr eaLnBrk="1" fontAlgn="base" hangingPunct="1">
              <a:lnSpc>
                <a:spcPct val="150000"/>
              </a:lnSpc>
            </a:pPr>
            <a:endParaRPr kumimoji="1" lang="en-US" altLang="zh-CN" sz="3200" strike="noStrike" noProof="1">
              <a:solidFill>
                <a:srgbClr val="4274FF"/>
              </a:solidFill>
              <a:latin typeface="黑体" panose="02010609060101010101" charset="-122"/>
              <a:ea typeface="黑体" panose="02010609060101010101" charset="-122"/>
              <a:cs typeface="黑体" panose="02010609060101010101" charset="-122"/>
            </a:endParaRPr>
          </a:p>
        </p:txBody>
      </p:sp>
      <p:sp>
        <p:nvSpPr>
          <p:cNvPr id="8" name="文本框 7"/>
          <p:cNvSpPr txBox="1"/>
          <p:nvPr>
            <p:custDataLst>
              <p:tags r:id="rId5"/>
            </p:custDataLst>
          </p:nvPr>
        </p:nvSpPr>
        <p:spPr>
          <a:xfrm>
            <a:off x="921385" y="254000"/>
            <a:ext cx="4872355"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惯性</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惯性与质量实验">
            <a:hlinkClick r:id="" action="ppaction://media"/>
          </p:cNvPr>
          <p:cNvPicPr/>
          <p:nvPr>
            <a:videoFile r:link="rId3"/>
            <p:custDataLst>
              <p:tags r:id="rId4"/>
            </p:custDataLst>
            <p:extLst>
              <p:ext uri="{DAA4B4D4-6D71-4841-9C94-3DE7FCFB9230}">
                <p14:media xmlns:p14="http://schemas.microsoft.com/office/powerpoint/2010/main" r:embed="rId2"/>
              </p:ext>
            </p:extLst>
          </p:nvPr>
        </p:nvPicPr>
        <p:blipFill>
          <a:blip r:embed="rId7"/>
          <a:stretch>
            <a:fillRect/>
          </a:stretch>
        </p:blipFill>
        <p:spPr>
          <a:xfrm>
            <a:off x="1323975" y="1095375"/>
            <a:ext cx="9677400" cy="5382260"/>
          </a:xfrm>
          <a:prstGeom prst="rect">
            <a:avLst/>
          </a:prstGeom>
        </p:spPr>
      </p:pic>
      <p:sp>
        <p:nvSpPr>
          <p:cNvPr id="8" name="文本框 7"/>
          <p:cNvSpPr txBox="1"/>
          <p:nvPr>
            <p:custDataLst>
              <p:tags r:id="rId5"/>
            </p:custDataLst>
          </p:nvPr>
        </p:nvSpPr>
        <p:spPr>
          <a:xfrm>
            <a:off x="921385" y="254000"/>
            <a:ext cx="4872355"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观察与实验</a:t>
            </a:r>
          </a:p>
        </p:txBody>
      </p:sp>
    </p:spTree>
    <p:custDataLst>
      <p:tags r:id="rId1"/>
    </p:custDataLst>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additive="base">
                                        <p:cTn id="6" dur="1" fill="hold"/>
                                        <p:tgtEl>
                                          <p:spTgt spid="2"/>
                                        </p:tgtEl>
                                      </p:cBhvr>
                                    </p:cmd>
                                  </p:childTnLst>
                                </p:cTn>
                              </p:par>
                            </p:childTnLst>
                          </p:cTn>
                        </p:par>
                      </p:childTnLst>
                    </p:cTn>
                  </p:par>
                </p:childTnLst>
              </p:cTn>
              <p:nextCondLst>
                <p:cond evt="onClick" delay="0">
                  <p:tgtEl>
                    <p:spTgt spid="2"/>
                  </p:tgtEl>
                </p:cond>
              </p:nextCondLst>
            </p:seq>
            <p:video>
              <p:cMediaNode>
                <p:cTn id="7" fill="hold" display="0">
                  <p:stCondLst>
                    <p:cond delay="indefinite"/>
                  </p:stCondLst>
                </p:cTn>
                <p:tgtEl>
                  <p:spTgt spid="2"/>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6" name="Text Box 6"/>
          <p:cNvSpPr txBox="1">
            <a:spLocks noChangeArrowheads="1"/>
          </p:cNvSpPr>
          <p:nvPr>
            <p:custDataLst>
              <p:tags r:id="rId2"/>
            </p:custDataLst>
          </p:nvPr>
        </p:nvSpPr>
        <p:spPr bwMode="auto">
          <a:xfrm>
            <a:off x="473710" y="2410460"/>
            <a:ext cx="7126605" cy="2458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08896" tIns="54448" rIns="108896" bIns="54448">
            <a:noAutofit/>
          </a:bodyPr>
          <a:lstStyle/>
          <a:p>
            <a:pPr algn="just">
              <a:lnSpc>
                <a:spcPct val="150000"/>
              </a:lnSpc>
              <a:spcBef>
                <a:spcPct val="50000"/>
              </a:spcBef>
            </a:pPr>
            <a:r>
              <a:rPr lang="en-US" sz="3200">
                <a:latin typeface="黑体" panose="02010609060101010101" charset="-122"/>
                <a:ea typeface="黑体" panose="02010609060101010101" charset="-122"/>
                <a:cs typeface="黑体" panose="02010609060101010101" charset="-122"/>
              </a:rPr>
              <a:t>    </a:t>
            </a:r>
            <a:r>
              <a:rPr lang="zh-CN" altLang="en-US" sz="3200">
                <a:latin typeface="黑体" panose="02010609060101010101" charset="-122"/>
                <a:ea typeface="黑体" panose="02010609060101010101" charset="-122"/>
                <a:cs typeface="黑体" panose="02010609060101010101" charset="-122"/>
              </a:rPr>
              <a:t>实验中，乒乓球和铁球都处于静止状态，但在轻吹时，发现乒乓球的状态更加容易改变，这一现象说明了什么？</a:t>
            </a:r>
          </a:p>
        </p:txBody>
      </p:sp>
      <p:sp>
        <p:nvSpPr>
          <p:cNvPr id="8" name="文本框 7"/>
          <p:cNvSpPr txBox="1"/>
          <p:nvPr>
            <p:custDataLst>
              <p:tags r:id="rId3"/>
            </p:custDataLst>
          </p:nvPr>
        </p:nvSpPr>
        <p:spPr>
          <a:xfrm>
            <a:off x="921385" y="254000"/>
            <a:ext cx="4872355"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思考与讨论</a:t>
            </a:r>
          </a:p>
        </p:txBody>
      </p:sp>
      <p:pic>
        <p:nvPicPr>
          <p:cNvPr id="2" name="图片 1"/>
          <p:cNvPicPr>
            <a:picLocks noChangeAspect="1"/>
          </p:cNvPicPr>
          <p:nvPr>
            <p:custDataLst>
              <p:tags r:id="rId4"/>
            </p:custDataLst>
          </p:nvPr>
        </p:nvPicPr>
        <p:blipFill>
          <a:blip r:embed="rId6"/>
          <a:srcRect l="32630" r="25853"/>
          <a:stretch>
            <a:fillRect/>
          </a:stretch>
        </p:blipFill>
        <p:spPr>
          <a:xfrm>
            <a:off x="7896225" y="1122045"/>
            <a:ext cx="3716020" cy="5034915"/>
          </a:xfrm>
          <a:prstGeom prst="rect">
            <a:avLst/>
          </a:prstGeom>
        </p:spPr>
      </p:pic>
    </p:spTree>
    <p:custDataLst>
      <p:tags r:id="rId1"/>
    </p:custData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6" name="Text Box 6"/>
          <p:cNvSpPr txBox="1">
            <a:spLocks noChangeArrowheads="1"/>
          </p:cNvSpPr>
          <p:nvPr>
            <p:custDataLst>
              <p:tags r:id="rId2"/>
            </p:custDataLst>
          </p:nvPr>
        </p:nvSpPr>
        <p:spPr bwMode="auto">
          <a:xfrm>
            <a:off x="320675" y="1083310"/>
            <a:ext cx="11339195" cy="162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08896" tIns="54448" rIns="108896" bIns="54448">
            <a:noAutofit/>
          </a:bodyPr>
          <a:lstStyle/>
          <a:p>
            <a:pPr algn="just">
              <a:lnSpc>
                <a:spcPct val="150000"/>
              </a:lnSpc>
              <a:spcBef>
                <a:spcPct val="50000"/>
              </a:spcBef>
            </a:pPr>
            <a:r>
              <a:rPr lang="en-US" altLang="zh-CN" sz="2800">
                <a:latin typeface="Times New Roman" panose="02020603050405020304" charset="0"/>
                <a:ea typeface="黑体" panose="02010609060101010101" charset="-122"/>
                <a:cs typeface="Times New Roman" panose="02020603050405020304" charset="0"/>
              </a:rPr>
              <a:t>3</a:t>
            </a:r>
            <a:r>
              <a:rPr lang="zh-CN" altLang="en-US" sz="2800">
                <a:latin typeface="Times New Roman" panose="02020603050405020304" charset="0"/>
                <a:ea typeface="黑体" panose="02010609060101010101" charset="-122"/>
                <a:cs typeface="Times New Roman" panose="02020603050405020304" charset="0"/>
              </a:rPr>
              <a:t>.惯性的大小：物体惯性大小仅与</a:t>
            </a:r>
            <a:r>
              <a:rPr lang="zh-CN" altLang="en-US" sz="2800">
                <a:solidFill>
                  <a:srgbClr val="FF0000"/>
                </a:solidFill>
                <a:latin typeface="Times New Roman" panose="02020603050405020304" charset="0"/>
                <a:ea typeface="黑体" panose="02010609060101010101" charset="-122"/>
                <a:cs typeface="Times New Roman" panose="02020603050405020304" charset="0"/>
              </a:rPr>
              <a:t>质量</a:t>
            </a:r>
            <a:r>
              <a:rPr lang="zh-CN" altLang="en-US" sz="2800">
                <a:latin typeface="Times New Roman" panose="02020603050405020304" charset="0"/>
                <a:ea typeface="黑体" panose="02010609060101010101" charset="-122"/>
                <a:cs typeface="Times New Roman" panose="02020603050405020304" charset="0"/>
              </a:rPr>
              <a:t>有关，</a:t>
            </a:r>
            <a:r>
              <a:rPr lang="zh-CN" altLang="en-US" sz="2800">
                <a:solidFill>
                  <a:srgbClr val="FF0000"/>
                </a:solidFill>
                <a:latin typeface="Times New Roman" panose="02020603050405020304" charset="0"/>
                <a:ea typeface="黑体" panose="02010609060101010101" charset="-122"/>
                <a:cs typeface="Times New Roman" panose="02020603050405020304" charset="0"/>
              </a:rPr>
              <a:t>质量</a:t>
            </a:r>
            <a:r>
              <a:rPr lang="zh-CN" altLang="en-US" sz="2800">
                <a:latin typeface="Times New Roman" panose="02020603050405020304" charset="0"/>
                <a:ea typeface="黑体" panose="02010609060101010101" charset="-122"/>
                <a:cs typeface="Times New Roman" panose="02020603050405020304" charset="0"/>
              </a:rPr>
              <a:t>是物体惯性大小的唯一量度，惯性大小与物体是否运动、运动快慢等因素均</a:t>
            </a:r>
            <a:r>
              <a:rPr lang="zh-CN" altLang="en-US" sz="2800">
                <a:solidFill>
                  <a:srgbClr val="FF0000"/>
                </a:solidFill>
                <a:latin typeface="Times New Roman" panose="02020603050405020304" charset="0"/>
                <a:ea typeface="黑体" panose="02010609060101010101" charset="-122"/>
                <a:cs typeface="Times New Roman" panose="02020603050405020304" charset="0"/>
              </a:rPr>
              <a:t>无关</a:t>
            </a:r>
            <a:r>
              <a:rPr lang="zh-CN" altLang="en-US" sz="2800">
                <a:latin typeface="Times New Roman" panose="02020603050405020304" charset="0"/>
                <a:ea typeface="黑体" panose="02010609060101010101" charset="-122"/>
                <a:cs typeface="Times New Roman" panose="02020603050405020304" charset="0"/>
              </a:rPr>
              <a:t>。</a:t>
            </a:r>
          </a:p>
          <a:p>
            <a:pPr algn="just">
              <a:lnSpc>
                <a:spcPct val="150000"/>
              </a:lnSpc>
              <a:spcBef>
                <a:spcPct val="50000"/>
              </a:spcBef>
            </a:pPr>
            <a:endParaRPr lang="zh-CN" altLang="en-US" sz="2800">
              <a:latin typeface="Times New Roman" panose="02020603050405020304" charset="0"/>
              <a:ea typeface="黑体" panose="02010609060101010101" charset="-122"/>
              <a:cs typeface="Times New Roman" panose="02020603050405020304" charset="0"/>
            </a:endParaRPr>
          </a:p>
        </p:txBody>
      </p:sp>
      <p:sp>
        <p:nvSpPr>
          <p:cNvPr id="2" name="文本框 1"/>
          <p:cNvSpPr txBox="1"/>
          <p:nvPr>
            <p:custDataLst>
              <p:tags r:id="rId3"/>
            </p:custDataLst>
          </p:nvPr>
        </p:nvSpPr>
        <p:spPr>
          <a:xfrm>
            <a:off x="921385" y="254000"/>
            <a:ext cx="4872355"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惯性的大小</a:t>
            </a:r>
          </a:p>
        </p:txBody>
      </p:sp>
      <p:sp>
        <p:nvSpPr>
          <p:cNvPr id="3" name="文本框 2"/>
          <p:cNvSpPr txBox="1"/>
          <p:nvPr>
            <p:custDataLst>
              <p:tags r:id="rId4"/>
            </p:custDataLst>
          </p:nvPr>
        </p:nvSpPr>
        <p:spPr>
          <a:xfrm>
            <a:off x="320675" y="3197860"/>
            <a:ext cx="11551285" cy="2573020"/>
          </a:xfrm>
          <a:prstGeom prst="rect">
            <a:avLst/>
          </a:prstGeom>
          <a:noFill/>
        </p:spPr>
        <p:txBody>
          <a:bodyPr wrap="square" rtlCol="0" anchor="t">
            <a:noAutofit/>
          </a:bodyPr>
          <a:lstStyle/>
          <a:p>
            <a:pPr marL="252095" indent="-457200" algn="just">
              <a:lnSpc>
                <a:spcPct val="150000"/>
              </a:lnSpc>
              <a:spcAft>
                <a:spcPct val="0"/>
              </a:spcAft>
              <a:tabLst>
                <a:tab pos="1620520" algn="l"/>
              </a:tabLst>
            </a:pPr>
            <a:r>
              <a:rPr lang="en-US" altLang="zh-CN" sz="2600" kern="100">
                <a:latin typeface="Times New Roman" panose="02020603050405020304" charset="0"/>
                <a:ea typeface="黑体" panose="02010609060101010101" charset="-122"/>
                <a:cs typeface="Times New Roman" panose="02020603050405020304" charset="0"/>
                <a:sym typeface="+mn-ea"/>
              </a:rPr>
              <a:t>4</a:t>
            </a:r>
            <a:r>
              <a:rPr lang="zh-CN" altLang="en-US" sz="2600" kern="100">
                <a:latin typeface="Times New Roman" panose="02020603050405020304" charset="0"/>
                <a:ea typeface="黑体" panose="02010609060101010101" charset="-122"/>
                <a:cs typeface="Times New Roman" panose="02020603050405020304" charset="0"/>
                <a:sym typeface="+mn-ea"/>
              </a:rPr>
              <a:t>.惯性的表现形式：</a:t>
            </a:r>
          </a:p>
          <a:p>
            <a:pPr marL="252095" indent="-457200" algn="just">
              <a:lnSpc>
                <a:spcPct val="150000"/>
              </a:lnSpc>
              <a:spcAft>
                <a:spcPct val="0"/>
              </a:spcAft>
              <a:tabLst>
                <a:tab pos="1620520" algn="l"/>
              </a:tabLst>
            </a:pPr>
            <a:r>
              <a:rPr lang="zh-CN" altLang="en-US" sz="2600" kern="100">
                <a:latin typeface="Times New Roman" panose="02020603050405020304" charset="0"/>
                <a:ea typeface="黑体" panose="02010609060101010101" charset="-122"/>
                <a:cs typeface="Times New Roman" panose="02020603050405020304" charset="0"/>
                <a:sym typeface="+mn-ea"/>
              </a:rPr>
              <a:t>(1)当物体不受外力或所受合外力为零时，惯性表现为保持原来的运动状态不变。</a:t>
            </a:r>
          </a:p>
          <a:p>
            <a:pPr marL="252095" indent="-457200" algn="just">
              <a:lnSpc>
                <a:spcPct val="150000"/>
              </a:lnSpc>
              <a:spcAft>
                <a:spcPct val="0"/>
              </a:spcAft>
              <a:tabLst>
                <a:tab pos="1620520" algn="l"/>
              </a:tabLst>
            </a:pPr>
            <a:r>
              <a:rPr lang="zh-CN" altLang="en-US" sz="2600" kern="100">
                <a:latin typeface="Times New Roman" panose="02020603050405020304" charset="0"/>
                <a:ea typeface="黑体" panose="02010609060101010101" charset="-122"/>
                <a:cs typeface="Times New Roman" panose="02020603050405020304" charset="0"/>
                <a:sym typeface="+mn-ea"/>
              </a:rPr>
              <a:t>(2)当物体受到外力作用时，惯性表现为改变运动状态的难易程度，物体的惯性越大，它的运动状态越难改变。</a:t>
            </a:r>
          </a:p>
          <a:p>
            <a:pPr marL="252095" indent="-457200" algn="just">
              <a:lnSpc>
                <a:spcPct val="150000"/>
              </a:lnSpc>
              <a:spcAft>
                <a:spcPct val="0"/>
              </a:spcAft>
              <a:tabLst>
                <a:tab pos="1620520" algn="l"/>
              </a:tabLst>
            </a:pPr>
            <a:endParaRPr lang="zh-CN" altLang="en-US" sz="2600" kern="100">
              <a:latin typeface="Times New Roman" panose="02020603050405020304" charset="0"/>
              <a:ea typeface="黑体" panose="02010609060101010101" charset="-122"/>
              <a:cs typeface="Times New Roman" panose="02020603050405020304" charset="0"/>
              <a:sym typeface="+mn-ea"/>
            </a:endParaRPr>
          </a:p>
        </p:txBody>
      </p:sp>
    </p:spTree>
    <p:custDataLst>
      <p:tags r:id="rId1"/>
    </p:custData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custDataLst>
              <p:tags r:id="rId2"/>
            </p:custDataLst>
          </p:nvPr>
        </p:nvSpPr>
        <p:spPr>
          <a:xfrm>
            <a:off x="921385" y="254000"/>
            <a:ext cx="5774690"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惯性的应用与危害</a:t>
            </a:r>
          </a:p>
        </p:txBody>
      </p:sp>
      <p:pic>
        <p:nvPicPr>
          <p:cNvPr id="3" name="向上走的苹果">
            <a:hlinkClick r:id="" action="ppaction://media"/>
          </p:cNvPr>
          <p:cNvPicPr/>
          <p:nvPr>
            <a:videoFile r:link="rId4"/>
            <p:custDataLst>
              <p:tags r:id="rId5"/>
            </p:custDataLst>
            <p:extLst>
              <p:ext uri="{DAA4B4D4-6D71-4841-9C94-3DE7FCFB9230}">
                <p14:media xmlns:p14="http://schemas.microsoft.com/office/powerpoint/2010/main" r:embed="rId3"/>
              </p:ext>
            </p:extLst>
          </p:nvPr>
        </p:nvPicPr>
        <p:blipFill>
          <a:blip r:embed="rId7"/>
          <a:stretch>
            <a:fillRect/>
          </a:stretch>
        </p:blipFill>
        <p:spPr>
          <a:xfrm>
            <a:off x="1633220" y="996315"/>
            <a:ext cx="9248140" cy="5202555"/>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nodeType="clickPar">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additive="base">
                                        <p:cTn id="6" dur="1" fill="hold"/>
                                        <p:tgtEl>
                                          <p:spTgt spid="3"/>
                                        </p:tgtEl>
                                      </p:cBhvr>
                                    </p:cmd>
                                  </p:childTnLst>
                                </p:cTn>
                              </p:par>
                            </p:childTnLst>
                          </p:cTn>
                        </p:par>
                      </p:childTnLst>
                    </p:cTn>
                  </p:par>
                </p:childTnLst>
              </p:cTn>
              <p:nextCondLst>
                <p:cond evt="onClick" delay="0">
                  <p:tgtEl>
                    <p:spTgt spid="3"/>
                  </p:tgtEl>
                </p:cond>
              </p:nextCondLst>
            </p:seq>
            <p:video>
              <p:cMediaNode>
                <p:cTn id="7" fill="hold" display="0">
                  <p:stCondLst>
                    <p:cond delay="indefinite"/>
                  </p:stCondLst>
                </p:cTn>
                <p:tgtEl>
                  <p:spTgt spid="3"/>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货车拉钢卷">
            <a:hlinkClick r:id="" action="ppaction://media"/>
          </p:cNvPr>
          <p:cNvPicPr/>
          <p:nvPr>
            <a:videoFile r:link="rId3"/>
            <p:custDataLst>
              <p:tags r:id="rId4"/>
            </p:custDataLst>
            <p:extLst>
              <p:ext uri="{DAA4B4D4-6D71-4841-9C94-3DE7FCFB9230}">
                <p14:media xmlns:p14="http://schemas.microsoft.com/office/powerpoint/2010/main" r:embed="rId2"/>
              </p:ext>
            </p:extLst>
          </p:nvPr>
        </p:nvPicPr>
        <p:blipFill>
          <a:blip r:embed="rId7"/>
          <a:stretch>
            <a:fillRect/>
          </a:stretch>
        </p:blipFill>
        <p:spPr>
          <a:xfrm>
            <a:off x="1146810" y="1029335"/>
            <a:ext cx="9753600" cy="5486400"/>
          </a:xfrm>
          <a:prstGeom prst="rect">
            <a:avLst/>
          </a:prstGeom>
        </p:spPr>
      </p:pic>
      <p:sp>
        <p:nvSpPr>
          <p:cNvPr id="8" name="文本框 7"/>
          <p:cNvSpPr txBox="1"/>
          <p:nvPr>
            <p:custDataLst>
              <p:tags r:id="rId5"/>
            </p:custDataLst>
          </p:nvPr>
        </p:nvSpPr>
        <p:spPr>
          <a:xfrm>
            <a:off x="921385" y="254000"/>
            <a:ext cx="5774690" cy="526415"/>
          </a:xfrm>
          <a:prstGeom prst="rect">
            <a:avLst/>
          </a:prstGeom>
          <a:noFill/>
        </p:spPr>
        <p:txBody>
          <a:bodyPr wrap="square" rtlCol="0">
            <a:noAutofit/>
          </a:bodyPr>
          <a:lstStyle/>
          <a:p>
            <a:r>
              <a:rPr lang="zh-CN" altLang="en-US" sz="3000" b="1">
                <a:solidFill>
                  <a:srgbClr val="2169D3"/>
                </a:solidFill>
                <a:latin typeface="+mj-ea"/>
                <a:ea typeface="+mj-ea"/>
                <a:sym typeface="+mn-ea"/>
              </a:rPr>
              <a:t>探索新知</a:t>
            </a:r>
            <a:r>
              <a:rPr lang="en-US" altLang="zh-CN" sz="3000" b="1">
                <a:solidFill>
                  <a:srgbClr val="2169D3"/>
                </a:solidFill>
                <a:latin typeface="+mj-ea"/>
                <a:ea typeface="+mj-ea"/>
                <a:sym typeface="+mn-ea"/>
              </a:rPr>
              <a:t>——</a:t>
            </a:r>
            <a:r>
              <a:rPr lang="zh-CN" altLang="en-US" sz="3000" b="1">
                <a:solidFill>
                  <a:srgbClr val="2169D3"/>
                </a:solidFill>
                <a:latin typeface="+mj-ea"/>
                <a:ea typeface="+mj-ea"/>
                <a:sym typeface="+mn-ea"/>
              </a:rPr>
              <a:t>惯性的应用与危害</a:t>
            </a:r>
          </a:p>
        </p:txBody>
      </p:sp>
    </p:spTree>
    <p:custDataLst>
      <p:tags r:id="rId1"/>
    </p:custDataLst>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additive="base">
                                        <p:cTn id="6" dur="1" fill="hold"/>
                                        <p:tgtEl>
                                          <p:spTgt spid="2"/>
                                        </p:tgtEl>
                                      </p:cBhvr>
                                    </p:cmd>
                                  </p:childTnLst>
                                </p:cTn>
                              </p:par>
                            </p:childTnLst>
                          </p:cTn>
                        </p:par>
                      </p:childTnLst>
                    </p:cTn>
                  </p:par>
                </p:childTnLst>
              </p:cTn>
              <p:nextCondLst>
                <p:cond evt="onClick" delay="0">
                  <p:tgtEl>
                    <p:spTgt spid="2"/>
                  </p:tgtEl>
                </p:cond>
              </p:nextCondLst>
            </p:seq>
            <p:video>
              <p:cMediaNode>
                <p:cTn id="7" fill="hold" display="0">
                  <p:stCondLst>
                    <p:cond delay="indefinite"/>
                  </p:stCondLst>
                </p:cTn>
                <p:tgtEl>
                  <p:spTgt spid="2"/>
                </p:tgtEl>
              </p:cMediaNode>
            </p:vide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921385" y="254000"/>
            <a:ext cx="4959985" cy="553085"/>
          </a:xfrm>
          <a:prstGeom prst="rect">
            <a:avLst/>
          </a:prstGeom>
          <a:noFill/>
        </p:spPr>
        <p:txBody>
          <a:bodyPr wrap="square" rtlCol="0">
            <a:spAutoFit/>
          </a:bodyPr>
          <a:lstStyle/>
          <a:p>
            <a:r>
              <a:rPr lang="zh-CN" altLang="en-US" sz="3000" b="1">
                <a:solidFill>
                  <a:srgbClr val="2169D3"/>
                </a:solidFill>
                <a:latin typeface="+mj-ea"/>
                <a:ea typeface="+mj-ea"/>
                <a:sym typeface="+mn-ea"/>
              </a:rPr>
              <a:t>典例解析</a:t>
            </a:r>
          </a:p>
        </p:txBody>
      </p:sp>
      <p:sp>
        <p:nvSpPr>
          <p:cNvPr id="7" name="文本框 6"/>
          <p:cNvSpPr txBox="1"/>
          <p:nvPr>
            <p:custDataLst>
              <p:tags r:id="rId3"/>
            </p:custDataLst>
          </p:nvPr>
        </p:nvSpPr>
        <p:spPr>
          <a:xfrm>
            <a:off x="6686391" y="1354138"/>
            <a:ext cx="719455" cy="551815"/>
          </a:xfrm>
          <a:prstGeom prst="rect">
            <a:avLst/>
          </a:prstGeom>
          <a:noFill/>
        </p:spPr>
        <p:txBody>
          <a:bodyPr wrap="square" rtlCol="0">
            <a:noAutofit/>
          </a:bodyPr>
          <a:lstStyle/>
          <a:p>
            <a:pPr algn="l"/>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A</a:t>
            </a:r>
          </a:p>
        </p:txBody>
      </p:sp>
      <p:sp>
        <p:nvSpPr>
          <p:cNvPr id="3" name="文本框 2"/>
          <p:cNvSpPr txBox="1"/>
          <p:nvPr>
            <p:custDataLst>
              <p:tags r:id="rId4"/>
            </p:custDataLst>
          </p:nvPr>
        </p:nvSpPr>
        <p:spPr>
          <a:xfrm>
            <a:off x="357505" y="1214120"/>
            <a:ext cx="11257915" cy="2089150"/>
          </a:xfrm>
          <a:prstGeom prst="rect">
            <a:avLst/>
          </a:prstGeom>
        </p:spPr>
        <p:txBody>
          <a:bodyPr>
            <a:noAutofit/>
          </a:bodyPr>
          <a:lstStyle/>
          <a:p>
            <a:pPr marL="0" indent="0" algn="l" defTabSz="266700">
              <a:lnSpc>
                <a:spcPct val="150000"/>
              </a:lnSpc>
              <a:spcBef>
                <a:spcPct val="0"/>
              </a:spcBef>
              <a:spcAft>
                <a:spcPct val="0"/>
              </a:spcAft>
            </a:pPr>
            <a:r>
              <a:rPr lang="zh-CN" altLang="en-US" sz="2800">
                <a:latin typeface="黑体" panose="02010609060101010101" charset="-122"/>
                <a:ea typeface="黑体" panose="02010609060101010101" charset="-122"/>
              </a:rPr>
              <a:t>【例</a:t>
            </a:r>
            <a:r>
              <a:rPr lang="en-US" altLang="zh-CN" sz="2800">
                <a:latin typeface="黑体" panose="02010609060101010101" charset="-122"/>
                <a:ea typeface="黑体" panose="02010609060101010101" charset="-122"/>
              </a:rPr>
              <a:t>3</a:t>
            </a:r>
            <a:r>
              <a:rPr lang="zh-CN" altLang="en-US" sz="2800">
                <a:latin typeface="黑体" panose="02010609060101010101" charset="-122"/>
                <a:ea typeface="黑体" panose="02010609060101010101" charset="-122"/>
              </a:rPr>
              <a:t>】下列关于惯性的说法正确的是（</a:t>
            </a:r>
            <a:r>
              <a:rPr lang="en-US" altLang="zh-CN" sz="2800">
                <a:latin typeface="Times New Roman" panose="02020603050405020304" charset="0"/>
                <a:ea typeface="黑体" panose="02010609060101010101" charset="-122"/>
              </a:rPr>
              <a:t>     </a:t>
            </a:r>
            <a:r>
              <a:rPr lang="zh-CN" altLang="en-US" sz="2800">
                <a:latin typeface="黑体" panose="02010609060101010101" charset="-122"/>
                <a:ea typeface="黑体" panose="02010609060101010101" charset="-122"/>
              </a:rPr>
              <a:t>）</a:t>
            </a:r>
          </a:p>
          <a:p>
            <a:pPr marL="190500" indent="0" algn="l" defTabSz="266700">
              <a:lnSpc>
                <a:spcPct val="150000"/>
              </a:lnSpc>
              <a:spcBef>
                <a:spcPct val="0"/>
              </a:spcBef>
              <a:spcAft>
                <a:spcPct val="0"/>
              </a:spcAft>
            </a:pPr>
            <a:r>
              <a:rPr lang="en-US" altLang="zh-CN" sz="2800">
                <a:latin typeface="Times New Roman" panose="02020603050405020304" charset="0"/>
                <a:ea typeface="黑体" panose="02010609060101010101" charset="-122"/>
              </a:rPr>
              <a:t>A</a:t>
            </a:r>
            <a:r>
              <a:rPr lang="zh-CN" altLang="en-US" sz="2800">
                <a:latin typeface="黑体" panose="02010609060101010101" charset="-122"/>
                <a:ea typeface="黑体" panose="02010609060101010101" charset="-122"/>
              </a:rPr>
              <a:t>．衡量物体惯性大小的物理量是它的质量</a:t>
            </a:r>
          </a:p>
          <a:p>
            <a:pPr marL="190500" indent="0" algn="l" defTabSz="266700">
              <a:lnSpc>
                <a:spcPct val="150000"/>
              </a:lnSpc>
              <a:spcBef>
                <a:spcPct val="0"/>
              </a:spcBef>
              <a:spcAft>
                <a:spcPct val="0"/>
              </a:spcAft>
            </a:pPr>
            <a:r>
              <a:rPr lang="en-US" altLang="zh-CN" sz="2800">
                <a:latin typeface="Times New Roman" panose="02020603050405020304" charset="0"/>
                <a:ea typeface="黑体" panose="02010609060101010101" charset="-122"/>
              </a:rPr>
              <a:t>B</a:t>
            </a:r>
            <a:r>
              <a:rPr lang="zh-CN" altLang="en-US" sz="2800">
                <a:latin typeface="黑体" panose="02010609060101010101" charset="-122"/>
                <a:ea typeface="黑体" panose="02010609060101010101" charset="-122"/>
              </a:rPr>
              <a:t>．物体在静止状态时没有惯性</a:t>
            </a:r>
          </a:p>
          <a:p>
            <a:pPr marL="190500" indent="0" algn="l" defTabSz="266700">
              <a:lnSpc>
                <a:spcPct val="150000"/>
              </a:lnSpc>
              <a:spcBef>
                <a:spcPct val="0"/>
              </a:spcBef>
              <a:spcAft>
                <a:spcPct val="0"/>
              </a:spcAft>
            </a:pPr>
            <a:r>
              <a:rPr lang="en-US" altLang="zh-CN" sz="2800">
                <a:latin typeface="Times New Roman" panose="02020603050405020304" charset="0"/>
                <a:ea typeface="黑体" panose="02010609060101010101" charset="-122"/>
              </a:rPr>
              <a:t>C</a:t>
            </a:r>
            <a:r>
              <a:rPr lang="zh-CN" altLang="en-US" sz="2800">
                <a:latin typeface="黑体" panose="02010609060101010101" charset="-122"/>
                <a:ea typeface="黑体" panose="02010609060101010101" charset="-122"/>
              </a:rPr>
              <a:t>．汽车的速度越大其惯性也越大</a:t>
            </a:r>
          </a:p>
          <a:p>
            <a:pPr marL="190500" indent="0" algn="l" defTabSz="266700">
              <a:lnSpc>
                <a:spcPct val="150000"/>
              </a:lnSpc>
              <a:spcBef>
                <a:spcPct val="0"/>
              </a:spcBef>
              <a:spcAft>
                <a:spcPct val="0"/>
              </a:spcAft>
            </a:pPr>
            <a:r>
              <a:rPr lang="en-US" altLang="zh-CN" sz="2800">
                <a:latin typeface="Times New Roman" panose="02020603050405020304" charset="0"/>
                <a:ea typeface="黑体" panose="02010609060101010101" charset="-122"/>
              </a:rPr>
              <a:t>D</a:t>
            </a:r>
            <a:r>
              <a:rPr lang="zh-CN" altLang="en-US" sz="2800">
                <a:latin typeface="黑体" panose="02010609060101010101" charset="-122"/>
                <a:ea typeface="黑体" panose="02010609060101010101" charset="-122"/>
              </a:rPr>
              <a:t>．航天员随神舟飞船加速升空时惯性增大</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921385" y="254000"/>
            <a:ext cx="4959985" cy="553085"/>
          </a:xfrm>
          <a:prstGeom prst="rect">
            <a:avLst/>
          </a:prstGeom>
          <a:noFill/>
        </p:spPr>
        <p:txBody>
          <a:bodyPr wrap="square" rtlCol="0">
            <a:spAutoFit/>
          </a:bodyPr>
          <a:lstStyle/>
          <a:p>
            <a:r>
              <a:rPr lang="zh-CN" altLang="en-US" sz="3000" b="1">
                <a:solidFill>
                  <a:srgbClr val="2169D3"/>
                </a:solidFill>
                <a:latin typeface="+mj-ea"/>
                <a:ea typeface="+mj-ea"/>
                <a:sym typeface="+mn-ea"/>
              </a:rPr>
              <a:t>典例解析</a:t>
            </a:r>
          </a:p>
        </p:txBody>
      </p:sp>
      <p:sp>
        <p:nvSpPr>
          <p:cNvPr id="3" name="文本框 2"/>
          <p:cNvSpPr txBox="1"/>
          <p:nvPr>
            <p:custDataLst>
              <p:tags r:id="rId3"/>
            </p:custDataLst>
          </p:nvPr>
        </p:nvSpPr>
        <p:spPr>
          <a:xfrm>
            <a:off x="417195" y="1054735"/>
            <a:ext cx="11289030" cy="3467100"/>
          </a:xfrm>
          <a:prstGeom prst="rect">
            <a:avLst/>
          </a:prstGeom>
        </p:spPr>
        <p:txBody>
          <a:bodyPr wrap="square">
            <a:noAutofit/>
          </a:bodyPr>
          <a:lstStyle/>
          <a:p>
            <a:pPr marL="0" indent="0" algn="l" defTabSz="266700">
              <a:lnSpc>
                <a:spcPct val="150000"/>
              </a:lnSpc>
              <a:spcBef>
                <a:spcPct val="0"/>
              </a:spcBef>
              <a:spcAft>
                <a:spcPct val="0"/>
              </a:spcAft>
            </a:pPr>
            <a:r>
              <a:rPr lang="zh-CN" altLang="en-US" sz="2200">
                <a:solidFill>
                  <a:srgbClr val="FF0000"/>
                </a:solidFill>
                <a:latin typeface="黑体" panose="02010609060101010101" charset="-122"/>
                <a:ea typeface="黑体" panose="02010609060101010101" charset="-122"/>
              </a:rPr>
              <a:t>【答案】</a:t>
            </a:r>
            <a:r>
              <a:rPr lang="en-US" altLang="zh-CN" sz="2200">
                <a:solidFill>
                  <a:srgbClr val="FF0000"/>
                </a:solidFill>
                <a:latin typeface="Times New Roman" panose="02020603050405020304" charset="0"/>
                <a:ea typeface="黑体" panose="02010609060101010101" charset="-122"/>
              </a:rPr>
              <a:t>A</a:t>
            </a:r>
          </a:p>
          <a:p>
            <a:pPr marL="0" indent="0" algn="l" defTabSz="266700">
              <a:lnSpc>
                <a:spcPct val="150000"/>
              </a:lnSpc>
              <a:spcBef>
                <a:spcPct val="0"/>
              </a:spcBef>
              <a:spcAft>
                <a:spcPct val="0"/>
              </a:spcAft>
            </a:pPr>
            <a:r>
              <a:rPr lang="zh-CN" altLang="en-US" sz="2200">
                <a:solidFill>
                  <a:srgbClr val="FF0000"/>
                </a:solidFill>
                <a:latin typeface="黑体" panose="02010609060101010101" charset="-122"/>
                <a:ea typeface="黑体" panose="02010609060101010101" charset="-122"/>
              </a:rPr>
              <a:t>【详解】</a:t>
            </a:r>
            <a:r>
              <a:rPr lang="en-US" altLang="zh-CN" sz="2200">
                <a:latin typeface="Times New Roman" panose="02020603050405020304" charset="0"/>
                <a:ea typeface="黑体" panose="02010609060101010101" charset="-122"/>
              </a:rPr>
              <a:t>A</a:t>
            </a:r>
            <a:r>
              <a:rPr lang="zh-CN" altLang="en-US" sz="2200">
                <a:latin typeface="黑体" panose="02010609060101010101" charset="-122"/>
                <a:ea typeface="黑体" panose="02010609060101010101" charset="-122"/>
              </a:rPr>
              <a:t>．质量是衡量物体惯性大小的唯一物理量，因此衡量物体惯性的物理量是质量，故</a:t>
            </a:r>
            <a:r>
              <a:rPr lang="en-US" altLang="zh-CN" sz="2200">
                <a:latin typeface="Times New Roman" panose="02020603050405020304" charset="0"/>
                <a:ea typeface="黑体" panose="02010609060101010101" charset="-122"/>
              </a:rPr>
              <a:t>A</a:t>
            </a:r>
            <a:r>
              <a:rPr lang="zh-CN" altLang="en-US" sz="2200">
                <a:latin typeface="黑体" panose="02010609060101010101" charset="-122"/>
                <a:ea typeface="黑体" panose="02010609060101010101" charset="-122"/>
              </a:rPr>
              <a:t>正确；</a:t>
            </a:r>
          </a:p>
          <a:p>
            <a:pPr marL="0" indent="0" algn="l" defTabSz="266700">
              <a:lnSpc>
                <a:spcPct val="150000"/>
              </a:lnSpc>
              <a:spcBef>
                <a:spcPct val="0"/>
              </a:spcBef>
              <a:spcAft>
                <a:spcPct val="0"/>
              </a:spcAft>
            </a:pPr>
            <a:r>
              <a:rPr lang="en-US" altLang="zh-CN" sz="2200">
                <a:latin typeface="Times New Roman" panose="02020603050405020304" charset="0"/>
                <a:ea typeface="黑体" panose="02010609060101010101" charset="-122"/>
              </a:rPr>
              <a:t>B</a:t>
            </a:r>
            <a:r>
              <a:rPr lang="zh-CN" altLang="en-US" sz="2200">
                <a:latin typeface="黑体" panose="02010609060101010101" charset="-122"/>
                <a:ea typeface="黑体" panose="02010609060101010101" charset="-122"/>
              </a:rPr>
              <a:t>．惯性是物体的固有属性，一切物体无论运动状态如何都具有惯性，静止的物体同样有惯性，故</a:t>
            </a:r>
            <a:r>
              <a:rPr lang="en-US" altLang="zh-CN" sz="2200">
                <a:latin typeface="Times New Roman" panose="02020603050405020304" charset="0"/>
                <a:ea typeface="黑体" panose="02010609060101010101" charset="-122"/>
              </a:rPr>
              <a:t>B</a:t>
            </a:r>
            <a:r>
              <a:rPr lang="zh-CN" altLang="en-US" sz="2200">
                <a:latin typeface="黑体" panose="02010609060101010101" charset="-122"/>
                <a:ea typeface="黑体" panose="02010609060101010101" charset="-122"/>
              </a:rPr>
              <a:t>错误；</a:t>
            </a:r>
          </a:p>
          <a:p>
            <a:pPr marL="0" indent="0" algn="l" defTabSz="266700">
              <a:lnSpc>
                <a:spcPct val="150000"/>
              </a:lnSpc>
              <a:spcBef>
                <a:spcPct val="0"/>
              </a:spcBef>
              <a:spcAft>
                <a:spcPct val="0"/>
              </a:spcAft>
            </a:pPr>
            <a:r>
              <a:rPr lang="en-US" altLang="zh-CN" sz="2200">
                <a:latin typeface="Times New Roman" panose="02020603050405020304" charset="0"/>
                <a:ea typeface="黑体" panose="02010609060101010101" charset="-122"/>
              </a:rPr>
              <a:t>C</a:t>
            </a:r>
            <a:r>
              <a:rPr lang="zh-CN" altLang="en-US" sz="2200">
                <a:latin typeface="黑体" panose="02010609060101010101" charset="-122"/>
                <a:ea typeface="黑体" panose="02010609060101010101" charset="-122"/>
              </a:rPr>
              <a:t>．惯性大小仅与物体质量有关，与速度无关，汽车质量不变时惯性大小不随速度变化，故</a:t>
            </a:r>
            <a:r>
              <a:rPr lang="en-US" altLang="zh-CN" sz="2200">
                <a:latin typeface="Times New Roman" panose="02020603050405020304" charset="0"/>
                <a:ea typeface="黑体" panose="02010609060101010101" charset="-122"/>
              </a:rPr>
              <a:t>C</a:t>
            </a:r>
            <a:r>
              <a:rPr lang="zh-CN" altLang="en-US" sz="2200">
                <a:latin typeface="黑体" panose="02010609060101010101" charset="-122"/>
                <a:ea typeface="黑体" panose="02010609060101010101" charset="-122"/>
              </a:rPr>
              <a:t>错误；</a:t>
            </a:r>
          </a:p>
          <a:p>
            <a:pPr marL="0" indent="0" algn="l" defTabSz="266700">
              <a:lnSpc>
                <a:spcPct val="150000"/>
              </a:lnSpc>
              <a:spcBef>
                <a:spcPct val="0"/>
              </a:spcBef>
              <a:spcAft>
                <a:spcPct val="0"/>
              </a:spcAft>
            </a:pPr>
            <a:r>
              <a:rPr lang="en-US" altLang="zh-CN" sz="2200">
                <a:latin typeface="Times New Roman" panose="02020603050405020304" charset="0"/>
                <a:ea typeface="黑体" panose="02010609060101010101" charset="-122"/>
              </a:rPr>
              <a:t>D</a:t>
            </a:r>
            <a:r>
              <a:rPr lang="zh-CN" altLang="en-US" sz="2200">
                <a:latin typeface="黑体" panose="02010609060101010101" charset="-122"/>
                <a:ea typeface="黑体" panose="02010609060101010101" charset="-122"/>
              </a:rPr>
              <a:t>．惯性大小仅由质量决定，航天员加速升空时质量不变，因此惯性大小不变，故</a:t>
            </a:r>
            <a:r>
              <a:rPr lang="en-US" altLang="zh-CN" sz="2200">
                <a:latin typeface="Times New Roman" panose="02020603050405020304" charset="0"/>
                <a:ea typeface="黑体" panose="02010609060101010101" charset="-122"/>
              </a:rPr>
              <a:t>D</a:t>
            </a:r>
            <a:r>
              <a:rPr lang="zh-CN" altLang="en-US" sz="2200">
                <a:latin typeface="黑体" panose="02010609060101010101" charset="-122"/>
                <a:ea typeface="黑体" panose="02010609060101010101" charset="-122"/>
              </a:rPr>
              <a:t>错误。</a:t>
            </a:r>
          </a:p>
          <a:p>
            <a:pPr marL="0" indent="0" algn="l" defTabSz="266700">
              <a:lnSpc>
                <a:spcPct val="150000"/>
              </a:lnSpc>
              <a:spcBef>
                <a:spcPct val="0"/>
              </a:spcBef>
              <a:spcAft>
                <a:spcPct val="0"/>
              </a:spcAft>
            </a:pPr>
            <a:r>
              <a:rPr lang="zh-CN" altLang="en-US" sz="2200">
                <a:latin typeface="黑体" panose="02010609060101010101" charset="-122"/>
                <a:ea typeface="黑体" panose="02010609060101010101" charset="-122"/>
              </a:rPr>
              <a:t>故选</a:t>
            </a:r>
            <a:r>
              <a:rPr lang="en-US" altLang="zh-CN" sz="2200">
                <a:latin typeface="Times New Roman" panose="02020603050405020304" charset="0"/>
                <a:ea typeface="黑体" panose="02010609060101010101" charset="-122"/>
              </a:rPr>
              <a:t>A</a:t>
            </a:r>
            <a:r>
              <a:rPr lang="zh-CN" altLang="en-US" sz="2200">
                <a:latin typeface="黑体" panose="02010609060101010101" charset="-122"/>
                <a:ea typeface="黑体" panose="02010609060101010101" charset="-122"/>
              </a:rPr>
              <a:t>。</a:t>
            </a:r>
          </a:p>
        </p:txBody>
      </p:sp>
    </p:spTree>
    <p:custDataLst>
      <p:tags r:id="rId1"/>
    </p:custData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921385" y="254000"/>
            <a:ext cx="4959985" cy="553085"/>
          </a:xfrm>
          <a:prstGeom prst="rect">
            <a:avLst/>
          </a:prstGeom>
          <a:noFill/>
        </p:spPr>
        <p:txBody>
          <a:bodyPr wrap="square" rtlCol="0">
            <a:spAutoFit/>
          </a:bodyPr>
          <a:lstStyle/>
          <a:p>
            <a:r>
              <a:rPr lang="zh-CN" altLang="en-US" sz="3000" b="1">
                <a:solidFill>
                  <a:srgbClr val="2169D3"/>
                </a:solidFill>
                <a:latin typeface="+mj-ea"/>
                <a:ea typeface="+mj-ea"/>
                <a:sym typeface="+mn-ea"/>
              </a:rPr>
              <a:t>典例解析</a:t>
            </a:r>
          </a:p>
        </p:txBody>
      </p:sp>
      <p:sp>
        <p:nvSpPr>
          <p:cNvPr id="7" name="文本框 6"/>
          <p:cNvSpPr txBox="1"/>
          <p:nvPr>
            <p:custDataLst>
              <p:tags r:id="rId3"/>
            </p:custDataLst>
          </p:nvPr>
        </p:nvSpPr>
        <p:spPr>
          <a:xfrm>
            <a:off x="9040336" y="2272348"/>
            <a:ext cx="719455" cy="551815"/>
          </a:xfrm>
          <a:prstGeom prst="rect">
            <a:avLst/>
          </a:prstGeom>
          <a:noFill/>
        </p:spPr>
        <p:txBody>
          <a:bodyPr wrap="square" rtlCol="0">
            <a:noAutofit/>
          </a:bodyPr>
          <a:lstStyle/>
          <a:p>
            <a:pPr algn="l"/>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A</a:t>
            </a:r>
          </a:p>
        </p:txBody>
      </p:sp>
      <p:pic>
        <p:nvPicPr>
          <p:cNvPr id="100005" name="图片 100005"/>
          <p:cNvPicPr>
            <a:picLocks noChangeAspect="1"/>
          </p:cNvPicPr>
          <p:nvPr>
            <p:custDataLst>
              <p:tags r:id="rId4"/>
            </p:custDataLst>
          </p:nvPr>
        </p:nvPicPr>
        <p:blipFill>
          <a:blip r:embed="rId7"/>
          <a:stretch>
            <a:fillRect/>
          </a:stretch>
        </p:blipFill>
        <p:spPr>
          <a:xfrm>
            <a:off x="8339455" y="3192780"/>
            <a:ext cx="2402840" cy="1464310"/>
          </a:xfrm>
          <a:prstGeom prst="rect">
            <a:avLst/>
          </a:prstGeom>
        </p:spPr>
      </p:pic>
      <p:sp>
        <p:nvSpPr>
          <p:cNvPr id="3" name="文本框 2"/>
          <p:cNvSpPr txBox="1"/>
          <p:nvPr>
            <p:custDataLst>
              <p:tags r:id="rId5"/>
            </p:custDataLst>
          </p:nvPr>
        </p:nvSpPr>
        <p:spPr>
          <a:xfrm>
            <a:off x="455295" y="1126490"/>
            <a:ext cx="11409045" cy="3206115"/>
          </a:xfrm>
          <a:prstGeom prst="rect">
            <a:avLst/>
          </a:prstGeom>
        </p:spPr>
        <p:txBody>
          <a:bodyPr>
            <a:noAutofit/>
          </a:bodyPr>
          <a:lstStyle/>
          <a:p>
            <a:pPr marL="0" indent="0" algn="l" defTabSz="266700">
              <a:lnSpc>
                <a:spcPct val="150000"/>
              </a:lnSpc>
              <a:spcBef>
                <a:spcPct val="0"/>
              </a:spcBef>
              <a:spcAft>
                <a:spcPct val="0"/>
              </a:spcAft>
            </a:pPr>
            <a:r>
              <a:rPr lang="zh-CN" altLang="en-US" sz="2400">
                <a:latin typeface="黑体" panose="02010609060101010101" charset="-122"/>
                <a:ea typeface="黑体" panose="02010609060101010101" charset="-122"/>
              </a:rPr>
              <a:t>【例</a:t>
            </a:r>
            <a:r>
              <a:rPr lang="en-US" altLang="zh-CN" sz="2400">
                <a:latin typeface="黑体" panose="02010609060101010101" charset="-122"/>
                <a:ea typeface="黑体" panose="02010609060101010101" charset="-122"/>
              </a:rPr>
              <a:t>4</a:t>
            </a:r>
            <a:r>
              <a:rPr lang="zh-CN" altLang="en-US" sz="2400">
                <a:latin typeface="黑体" panose="02010609060101010101" charset="-122"/>
                <a:ea typeface="黑体" panose="02010609060101010101" charset="-122"/>
              </a:rPr>
              <a:t>】如图所示，往塑料矿泉水瓶中放入一个钢球，之后向瓶中注水，拧上瓶盖后瓶内有一个小气泡。若将矿泉水瓶平放在水平桌面上，使矿泉水瓶水平向右加速运动，则关于钢球与气泡相对塑料瓶的运动，下列说法正确的是（</a:t>
            </a:r>
            <a:r>
              <a:rPr lang="en-US" altLang="zh-CN" sz="2400">
                <a:latin typeface="Times New Roman" panose="02020603050405020304" charset="0"/>
                <a:ea typeface="黑体" panose="02010609060101010101" charset="-122"/>
              </a:rPr>
              <a:t>     </a:t>
            </a:r>
            <a:r>
              <a:rPr lang="zh-CN" altLang="en-US" sz="2400">
                <a:latin typeface="黑体" panose="02010609060101010101" charset="-122"/>
                <a:ea typeface="黑体" panose="02010609060101010101" charset="-122"/>
              </a:rPr>
              <a:t>）</a:t>
            </a:r>
            <a:endParaRPr lang="en-US" altLang="zh-CN" sz="2400">
              <a:latin typeface="Times New Roman" panose="02020603050405020304" charset="0"/>
              <a:ea typeface="黑体" panose="02010609060101010101" charset="-122"/>
            </a:endParaRPr>
          </a:p>
          <a:p>
            <a:pPr marL="190500" indent="0" algn="l" defTabSz="266700">
              <a:lnSpc>
                <a:spcPct val="150000"/>
              </a:lnSpc>
              <a:spcBef>
                <a:spcPct val="0"/>
              </a:spcBef>
              <a:spcAft>
                <a:spcPct val="0"/>
              </a:spcAft>
              <a:tabLst>
                <a:tab pos="3060065" algn="l"/>
              </a:tabLst>
            </a:pP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．钢球向左运动，气泡向右运动</a:t>
            </a:r>
          </a:p>
          <a:p>
            <a:pPr marL="190500" indent="0" algn="l" defTabSz="266700">
              <a:lnSpc>
                <a:spcPct val="150000"/>
              </a:lnSpc>
              <a:spcBef>
                <a:spcPct val="0"/>
              </a:spcBef>
              <a:spcAft>
                <a:spcPct val="0"/>
              </a:spcAft>
              <a:tabLst>
                <a:tab pos="3060065" algn="l"/>
              </a:tabLst>
            </a:pP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．钢球向右运动，气泡向左运动</a:t>
            </a:r>
          </a:p>
          <a:p>
            <a:pPr marL="190500" indent="0" algn="l" defTabSz="266700">
              <a:lnSpc>
                <a:spcPct val="150000"/>
              </a:lnSpc>
              <a:spcBef>
                <a:spcPct val="0"/>
              </a:spcBef>
              <a:spcAft>
                <a:spcPct val="0"/>
              </a:spcAft>
              <a:tabLst>
                <a:tab pos="3060065" algn="l"/>
              </a:tabLst>
            </a:pPr>
            <a:r>
              <a:rPr lang="en-US" altLang="zh-CN" sz="2400">
                <a:latin typeface="Times New Roman" panose="02020603050405020304" charset="0"/>
                <a:ea typeface="黑体" panose="02010609060101010101" charset="-122"/>
              </a:rPr>
              <a:t>C</a:t>
            </a:r>
            <a:r>
              <a:rPr lang="zh-CN" altLang="en-US" sz="2400">
                <a:latin typeface="黑体" panose="02010609060101010101" charset="-122"/>
                <a:ea typeface="黑体" panose="02010609060101010101" charset="-122"/>
              </a:rPr>
              <a:t>．钢球与气泡均向左运动</a:t>
            </a:r>
          </a:p>
          <a:p>
            <a:pPr marL="190500" indent="0" algn="l" defTabSz="266700">
              <a:lnSpc>
                <a:spcPct val="150000"/>
              </a:lnSpc>
              <a:spcBef>
                <a:spcPct val="0"/>
              </a:spcBef>
              <a:spcAft>
                <a:spcPct val="0"/>
              </a:spcAft>
              <a:tabLst>
                <a:tab pos="3060065" algn="l"/>
              </a:tabLst>
            </a:pP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．钢球与气泡均向右运动</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921385" y="254000"/>
            <a:ext cx="4959985" cy="553085"/>
          </a:xfrm>
          <a:prstGeom prst="rect">
            <a:avLst/>
          </a:prstGeom>
          <a:noFill/>
        </p:spPr>
        <p:txBody>
          <a:bodyPr wrap="square" rtlCol="0">
            <a:spAutoFit/>
          </a:bodyPr>
          <a:lstStyle/>
          <a:p>
            <a:r>
              <a:rPr lang="zh-CN" altLang="en-US" sz="3000" b="1">
                <a:solidFill>
                  <a:srgbClr val="2169D3"/>
                </a:solidFill>
                <a:latin typeface="+mj-ea"/>
                <a:ea typeface="+mj-ea"/>
                <a:sym typeface="+mn-ea"/>
              </a:rPr>
              <a:t>典例解析</a:t>
            </a:r>
          </a:p>
        </p:txBody>
      </p:sp>
      <p:sp>
        <p:nvSpPr>
          <p:cNvPr id="3" name="文本框 2"/>
          <p:cNvSpPr txBox="1"/>
          <p:nvPr>
            <p:custDataLst>
              <p:tags r:id="rId3"/>
            </p:custDataLst>
          </p:nvPr>
        </p:nvSpPr>
        <p:spPr>
          <a:xfrm>
            <a:off x="297815" y="1179195"/>
            <a:ext cx="11483340" cy="3219450"/>
          </a:xfrm>
          <a:prstGeom prst="rect">
            <a:avLst/>
          </a:prstGeom>
        </p:spPr>
        <p:txBody>
          <a:bodyPr wrap="square">
            <a:noAutofit/>
          </a:bodyPr>
          <a:lstStyle/>
          <a:p>
            <a:pPr marL="0" indent="0" algn="l" defTabSz="266700">
              <a:lnSpc>
                <a:spcPct val="150000"/>
              </a:lnSpc>
              <a:spcBef>
                <a:spcPct val="0"/>
              </a:spcBef>
              <a:spcAft>
                <a:spcPct val="0"/>
              </a:spcAft>
            </a:pPr>
            <a:r>
              <a:rPr lang="zh-CN" altLang="en-US" sz="2400">
                <a:solidFill>
                  <a:srgbClr val="FF0000"/>
                </a:solidFill>
                <a:latin typeface="黑体" panose="02010609060101010101" charset="-122"/>
                <a:ea typeface="黑体" panose="02010609060101010101" charset="-122"/>
              </a:rPr>
              <a:t>【答案】</a:t>
            </a:r>
            <a:r>
              <a:rPr lang="en-US" altLang="zh-CN" sz="2400">
                <a:solidFill>
                  <a:srgbClr val="FF0000"/>
                </a:solidFill>
                <a:latin typeface="Times New Roman" panose="02020603050405020304" charset="0"/>
                <a:ea typeface="黑体" panose="02010609060101010101" charset="-122"/>
              </a:rPr>
              <a:t>A</a:t>
            </a:r>
          </a:p>
          <a:p>
            <a:pPr marL="0" indent="0" algn="l" defTabSz="266700">
              <a:lnSpc>
                <a:spcPct val="150000"/>
              </a:lnSpc>
              <a:spcBef>
                <a:spcPct val="0"/>
              </a:spcBef>
              <a:spcAft>
                <a:spcPct val="0"/>
              </a:spcAft>
            </a:pPr>
            <a:r>
              <a:rPr lang="zh-CN" altLang="en-US" sz="2400">
                <a:solidFill>
                  <a:srgbClr val="FF0000"/>
                </a:solidFill>
                <a:latin typeface="黑体" panose="02010609060101010101" charset="-122"/>
                <a:ea typeface="黑体" panose="02010609060101010101" charset="-122"/>
              </a:rPr>
              <a:t>【详解】</a:t>
            </a:r>
            <a:r>
              <a:rPr lang="zh-CN" altLang="en-US" sz="2400">
                <a:latin typeface="黑体" panose="02010609060101010101" charset="-122"/>
                <a:ea typeface="黑体" panose="02010609060101010101" charset="-122"/>
              </a:rPr>
              <a:t>物体的惯性大小由质量决定，质量越大惯性越大，运动状态越难改变。当瓶子水平向右加速时，钢球密度远大于水，同体积下钢球质量比水大得多，惯性比同体积的水更大，运动状态更难改变，因此钢球会相对瓶子向左</a:t>
            </a:r>
            <a:r>
              <a:rPr lang="zh-CN" altLang="en-US" sz="2400">
                <a:latin typeface="Times New Roman" panose="02020603050405020304" charset="0"/>
                <a:ea typeface="黑体" panose="02010609060101010101" charset="-122"/>
              </a:rPr>
              <a:t>“</a:t>
            </a:r>
            <a:r>
              <a:rPr lang="zh-CN" altLang="en-US" sz="2400">
                <a:latin typeface="黑体" panose="02010609060101010101" charset="-122"/>
                <a:ea typeface="黑体" panose="02010609060101010101" charset="-122"/>
              </a:rPr>
              <a:t>滞后</a:t>
            </a:r>
            <a:r>
              <a:rPr lang="zh-CN" altLang="en-US" sz="2400">
                <a:latin typeface="Times New Roman" panose="02020603050405020304" charset="0"/>
                <a:ea typeface="黑体" panose="02010609060101010101" charset="-122"/>
              </a:rPr>
              <a:t>”</a:t>
            </a:r>
            <a:r>
              <a:rPr lang="zh-CN" altLang="en-US" sz="2400">
                <a:latin typeface="黑体" panose="02010609060101010101" charset="-122"/>
                <a:ea typeface="黑体" panose="02010609060101010101" charset="-122"/>
              </a:rPr>
              <a:t>运动。</a:t>
            </a:r>
          </a:p>
          <a:p>
            <a:pPr marL="0" indent="0" algn="l" defTabSz="266700">
              <a:lnSpc>
                <a:spcPct val="150000"/>
              </a:lnSpc>
              <a:spcBef>
                <a:spcPct val="0"/>
              </a:spcBef>
              <a:spcAft>
                <a:spcPct val="0"/>
              </a:spcAft>
            </a:pPr>
            <a:r>
              <a:rPr lang="zh-CN" altLang="en-US" sz="2400">
                <a:latin typeface="黑体" panose="02010609060101010101" charset="-122"/>
                <a:ea typeface="黑体" panose="02010609060101010101" charset="-122"/>
              </a:rPr>
              <a:t>气泡内是气体，同体积下气泡的质量远小于水，惯性比同体积的水小，运动状态更容易改变，水由于惯性要相对瓶子向左运动，就会把密度小的气泡挤向右侧，因此气泡相对瓶子向右运动。</a:t>
            </a:r>
          </a:p>
          <a:p>
            <a:pPr marL="0" indent="0" algn="l" defTabSz="266700">
              <a:lnSpc>
                <a:spcPct val="150000"/>
              </a:lnSpc>
              <a:spcBef>
                <a:spcPct val="0"/>
              </a:spcBef>
              <a:spcAft>
                <a:spcPct val="0"/>
              </a:spcAft>
            </a:pPr>
            <a:r>
              <a:rPr lang="zh-CN" altLang="en-US" sz="2400">
                <a:latin typeface="黑体" panose="02010609060101010101" charset="-122"/>
                <a:ea typeface="黑体" panose="02010609060101010101" charset="-122"/>
              </a:rPr>
              <a:t>故选</a:t>
            </a: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a:t>
            </a:r>
          </a:p>
        </p:txBody>
      </p:sp>
    </p:spTree>
    <p:custDataLst>
      <p:tags r:id="rId1"/>
    </p:custData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2"/>
            </p:custDataLst>
          </p:nvPr>
        </p:nvSpPr>
        <p:spPr>
          <a:xfrm>
            <a:off x="-635" y="4896485"/>
            <a:ext cx="12193270" cy="2028825"/>
          </a:xfrm>
          <a:prstGeom prst="rect">
            <a:avLst/>
          </a:prstGeom>
          <a:solidFill>
            <a:schemeClr val="bg2">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1" name="组合 20"/>
          <p:cNvGrpSpPr/>
          <p:nvPr>
            <p:custDataLst>
              <p:tags r:id="rId3"/>
            </p:custDataLst>
          </p:nvPr>
        </p:nvGrpSpPr>
        <p:grpSpPr>
          <a:xfrm>
            <a:off x="3335655" y="5020310"/>
            <a:ext cx="6030595" cy="1192530"/>
            <a:chOff x="4464017" y="4375953"/>
            <a:chExt cx="3329674" cy="483670"/>
          </a:xfrm>
          <a:gradFill rotWithShape="0">
            <a:gsLst>
              <a:gs pos="100000">
                <a:srgbClr val="F5C5D6"/>
              </a:gs>
              <a:gs pos="0">
                <a:srgbClr val="9A97EF"/>
              </a:gs>
            </a:gsLst>
            <a:lin ang="2700000" scaled="1"/>
          </a:gradFill>
        </p:grpSpPr>
        <p:sp>
          <p:nvSpPr>
            <p:cNvPr id="120" name="矩形 119"/>
            <p:cNvSpPr/>
            <p:nvPr>
              <p:custDataLst>
                <p:tags r:id="rId6"/>
              </p:custDataLst>
            </p:nvPr>
          </p:nvSpPr>
          <p:spPr>
            <a:xfrm rot="5400000">
              <a:off x="4944989"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1" name="矩形 120"/>
            <p:cNvSpPr/>
            <p:nvPr>
              <p:custDataLst>
                <p:tags r:id="rId7"/>
              </p:custDataLst>
            </p:nvPr>
          </p:nvSpPr>
          <p:spPr>
            <a:xfrm rot="5400000">
              <a:off x="5260296"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2" name="矩形 121"/>
            <p:cNvSpPr/>
            <p:nvPr>
              <p:custDataLst>
                <p:tags r:id="rId8"/>
              </p:custDataLst>
            </p:nvPr>
          </p:nvSpPr>
          <p:spPr>
            <a:xfrm rot="5400000">
              <a:off x="5575603"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3" name="矩形 122"/>
            <p:cNvSpPr/>
            <p:nvPr>
              <p:custDataLst>
                <p:tags r:id="rId9"/>
              </p:custDataLst>
            </p:nvPr>
          </p:nvSpPr>
          <p:spPr>
            <a:xfrm rot="5400000">
              <a:off x="4629682"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nvGrpSpPr>
            <p:cNvPr id="125" name="组合 124"/>
            <p:cNvGrpSpPr/>
            <p:nvPr>
              <p:custDataLst>
                <p:tags r:id="rId10"/>
              </p:custDataLst>
            </p:nvPr>
          </p:nvGrpSpPr>
          <p:grpSpPr>
            <a:xfrm rot="5400000">
              <a:off x="5096010" y="3896362"/>
              <a:ext cx="178868" cy="1442854"/>
              <a:chOff x="3527101" y="3650859"/>
              <a:chExt cx="108391" cy="874346"/>
            </a:xfrm>
            <a:grpFill/>
          </p:grpSpPr>
          <p:sp>
            <p:nvSpPr>
              <p:cNvPr id="126" name="矩形 125"/>
              <p:cNvSpPr/>
              <p:nvPr>
                <p:custDataLst>
                  <p:tags r:id="rId36"/>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7" name="矩形 126"/>
              <p:cNvSpPr/>
              <p:nvPr>
                <p:custDataLst>
                  <p:tags r:id="rId37"/>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8" name="矩形 127"/>
              <p:cNvSpPr/>
              <p:nvPr>
                <p:custDataLst>
                  <p:tags r:id="rId38"/>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9" name="矩形 128"/>
              <p:cNvSpPr/>
              <p:nvPr>
                <p:custDataLst>
                  <p:tags r:id="rId39"/>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0" name="矩形 129"/>
              <p:cNvSpPr/>
              <p:nvPr>
                <p:custDataLst>
                  <p:tags r:id="rId40"/>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grpSp>
          <p:nvGrpSpPr>
            <p:cNvPr id="131" name="组合 130"/>
            <p:cNvGrpSpPr/>
            <p:nvPr>
              <p:custDataLst>
                <p:tags r:id="rId11"/>
              </p:custDataLst>
            </p:nvPr>
          </p:nvGrpSpPr>
          <p:grpSpPr>
            <a:xfrm rot="5400000">
              <a:off x="5248410" y="4048762"/>
              <a:ext cx="178868" cy="1442854"/>
              <a:chOff x="3527101" y="3650859"/>
              <a:chExt cx="108391" cy="874346"/>
            </a:xfrm>
            <a:grpFill/>
          </p:grpSpPr>
          <p:sp>
            <p:nvSpPr>
              <p:cNvPr id="132" name="矩形 131"/>
              <p:cNvSpPr/>
              <p:nvPr>
                <p:custDataLst>
                  <p:tags r:id="rId31"/>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3" name="矩形 132"/>
              <p:cNvSpPr/>
              <p:nvPr>
                <p:custDataLst>
                  <p:tags r:id="rId32"/>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4" name="矩形 133"/>
              <p:cNvSpPr/>
              <p:nvPr>
                <p:custDataLst>
                  <p:tags r:id="rId33"/>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5" name="矩形 134"/>
              <p:cNvSpPr/>
              <p:nvPr>
                <p:custDataLst>
                  <p:tags r:id="rId34"/>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6" name="矩形 135"/>
              <p:cNvSpPr/>
              <p:nvPr>
                <p:custDataLst>
                  <p:tags r:id="rId35"/>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sp>
          <p:nvSpPr>
            <p:cNvPr id="164" name="矩形 163"/>
            <p:cNvSpPr/>
            <p:nvPr>
              <p:custDataLst>
                <p:tags r:id="rId12"/>
              </p:custDataLst>
            </p:nvPr>
          </p:nvSpPr>
          <p:spPr>
            <a:xfrm rot="16200000" flipH="1">
              <a:off x="7133851"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5" name="矩形 164"/>
            <p:cNvSpPr/>
            <p:nvPr>
              <p:custDataLst>
                <p:tags r:id="rId13"/>
              </p:custDataLst>
            </p:nvPr>
          </p:nvSpPr>
          <p:spPr>
            <a:xfrm rot="16200000" flipH="1">
              <a:off x="6818544"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6" name="矩形 165"/>
            <p:cNvSpPr/>
            <p:nvPr>
              <p:custDataLst>
                <p:tags r:id="rId14"/>
              </p:custDataLst>
            </p:nvPr>
          </p:nvSpPr>
          <p:spPr>
            <a:xfrm rot="16200000" flipH="1">
              <a:off x="6503237"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7" name="矩形 166"/>
            <p:cNvSpPr/>
            <p:nvPr>
              <p:custDataLst>
                <p:tags r:id="rId15"/>
              </p:custDataLst>
            </p:nvPr>
          </p:nvSpPr>
          <p:spPr>
            <a:xfrm rot="16200000" flipH="1">
              <a:off x="7449158"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nvGrpSpPr>
            <p:cNvPr id="146" name="组合 145"/>
            <p:cNvGrpSpPr/>
            <p:nvPr>
              <p:custDataLst>
                <p:tags r:id="rId16"/>
              </p:custDataLst>
            </p:nvPr>
          </p:nvGrpSpPr>
          <p:grpSpPr>
            <a:xfrm rot="16200000" flipH="1">
              <a:off x="6982830" y="3896362"/>
              <a:ext cx="178868" cy="1442854"/>
              <a:chOff x="3527101" y="3650859"/>
              <a:chExt cx="108391" cy="874346"/>
            </a:xfrm>
            <a:grpFill/>
          </p:grpSpPr>
          <p:sp>
            <p:nvSpPr>
              <p:cNvPr id="159" name="矩形 158"/>
              <p:cNvSpPr/>
              <p:nvPr>
                <p:custDataLst>
                  <p:tags r:id="rId26"/>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0" name="矩形 159"/>
              <p:cNvSpPr/>
              <p:nvPr>
                <p:custDataLst>
                  <p:tags r:id="rId27"/>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1" name="矩形 160"/>
              <p:cNvSpPr/>
              <p:nvPr>
                <p:custDataLst>
                  <p:tags r:id="rId28"/>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2" name="矩形 161"/>
              <p:cNvSpPr/>
              <p:nvPr>
                <p:custDataLst>
                  <p:tags r:id="rId29"/>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3" name="矩形 162"/>
              <p:cNvSpPr/>
              <p:nvPr>
                <p:custDataLst>
                  <p:tags r:id="rId30"/>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grpSp>
          <p:nvGrpSpPr>
            <p:cNvPr id="147" name="组合 146"/>
            <p:cNvGrpSpPr/>
            <p:nvPr>
              <p:custDataLst>
                <p:tags r:id="rId17"/>
              </p:custDataLst>
            </p:nvPr>
          </p:nvGrpSpPr>
          <p:grpSpPr>
            <a:xfrm rot="16200000" flipH="1">
              <a:off x="6830430" y="4048762"/>
              <a:ext cx="178868" cy="1442854"/>
              <a:chOff x="3527101" y="3650859"/>
              <a:chExt cx="108391" cy="874346"/>
            </a:xfrm>
            <a:grpFill/>
          </p:grpSpPr>
          <p:sp>
            <p:nvSpPr>
              <p:cNvPr id="154" name="矩形 153"/>
              <p:cNvSpPr/>
              <p:nvPr>
                <p:custDataLst>
                  <p:tags r:id="rId21"/>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5" name="矩形 154"/>
              <p:cNvSpPr/>
              <p:nvPr>
                <p:custDataLst>
                  <p:tags r:id="rId22"/>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6" name="矩形 155"/>
              <p:cNvSpPr/>
              <p:nvPr>
                <p:custDataLst>
                  <p:tags r:id="rId23"/>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7" name="矩形 156"/>
              <p:cNvSpPr/>
              <p:nvPr>
                <p:custDataLst>
                  <p:tags r:id="rId24"/>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8" name="矩形 157"/>
              <p:cNvSpPr/>
              <p:nvPr>
                <p:custDataLst>
                  <p:tags r:id="rId25"/>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sp>
          <p:nvSpPr>
            <p:cNvPr id="207" name="矩形 206"/>
            <p:cNvSpPr/>
            <p:nvPr>
              <p:custDataLst>
                <p:tags r:id="rId18"/>
              </p:custDataLst>
            </p:nvPr>
          </p:nvSpPr>
          <p:spPr>
            <a:xfrm flipH="1">
              <a:off x="6045601" y="4528353"/>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08" name="矩形 207"/>
            <p:cNvSpPr/>
            <p:nvPr>
              <p:custDataLst>
                <p:tags r:id="rId19"/>
              </p:custDataLst>
            </p:nvPr>
          </p:nvSpPr>
          <p:spPr>
            <a:xfrm flipH="1">
              <a:off x="5893201" y="4375953"/>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10" name="矩形 209"/>
            <p:cNvSpPr/>
            <p:nvPr>
              <p:custDataLst>
                <p:tags r:id="rId20"/>
              </p:custDataLst>
            </p:nvPr>
          </p:nvSpPr>
          <p:spPr>
            <a:xfrm flipH="1">
              <a:off x="6204324" y="4375953"/>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sp>
        <p:nvSpPr>
          <p:cNvPr id="52" name="文本框 51"/>
          <p:cNvSpPr txBox="1"/>
          <p:nvPr>
            <p:custDataLst>
              <p:tags r:id="rId4"/>
            </p:custDataLst>
          </p:nvPr>
        </p:nvSpPr>
        <p:spPr>
          <a:xfrm>
            <a:off x="2099945" y="5229225"/>
            <a:ext cx="8864600" cy="794385"/>
          </a:xfrm>
          <a:prstGeom prst="rect">
            <a:avLst/>
          </a:prstGeom>
          <a:solidFill>
            <a:schemeClr val="bg1">
              <a:alpha val="58000"/>
            </a:schemeClr>
          </a:solidFill>
          <a:effectLst>
            <a:softEdge rad="127000"/>
          </a:effectLst>
        </p:spPr>
        <p:txBody>
          <a:bodyPr wrap="square">
            <a:noAutofit/>
          </a:bodyPr>
          <a:lstStyle/>
          <a:p>
            <a:pPr algn="ctr"/>
            <a:r>
              <a:rPr lang="zh-CN" altLang="en-US" sz="4800" b="1" spc="300">
                <a:solidFill>
                  <a:srgbClr val="002060"/>
                </a:solidFill>
                <a:latin typeface="+mn-ea"/>
                <a:cs typeface="+mn-ea"/>
              </a:rPr>
              <a:t>课堂小结</a:t>
            </a:r>
          </a:p>
        </p:txBody>
      </p:sp>
      <p:pic>
        <p:nvPicPr>
          <p:cNvPr id="34" name="图片 33"/>
          <p:cNvPicPr>
            <a:picLocks noChangeAspect="1"/>
          </p:cNvPicPr>
          <p:nvPr>
            <p:custDataLst>
              <p:tags r:id="rId5"/>
            </p:custDataLst>
          </p:nvPr>
        </p:nvPicPr>
        <p:blipFill>
          <a:blip r:embed="rId42"/>
          <a:srcRect l="687" r="687"/>
          <a:stretch>
            <a:fillRect/>
          </a:stretch>
        </p:blipFill>
        <p:spPr>
          <a:xfrm>
            <a:off x="-635" y="0"/>
            <a:ext cx="12192635" cy="4895850"/>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7" presetClass="entr" presetSubtype="4" fill="hold" nodeType="withEffect">
                                  <p:stCondLst>
                                    <p:cond delay="0"/>
                                  </p:stCondLst>
                                  <p:childTnLst>
                                    <p:set>
                                      <p:cBhvr>
                                        <p:cTn id="6" dur="500"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7" presetClass="entr" presetSubtype="4" fill="hold" grpId="0" nodeType="withEffect">
                                  <p:stCondLst>
                                    <p:cond delay="0"/>
                                  </p:stCondLst>
                                  <p:childTnLst>
                                    <p:set>
                                      <p:cBhvr>
                                        <p:cTn id="10" dur="500"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ppt_x"/>
                                          </p:val>
                                        </p:tav>
                                        <p:tav tm="100000">
                                          <p:val>
                                            <p:strVal val="#ppt_x"/>
                                          </p:val>
                                        </p:tav>
                                      </p:tavLst>
                                    </p:anim>
                                    <p:anim calcmode="lin" valueType="num">
                                      <p:cBhvr additive="base">
                                        <p:cTn id="12"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pSp>
        <p:nvGrpSpPr>
          <p:cNvPr id="73" name="组合 72"/>
          <p:cNvGrpSpPr/>
          <p:nvPr>
            <p:custDataLst>
              <p:tags r:id="rId2"/>
            </p:custDataLst>
          </p:nvPr>
        </p:nvGrpSpPr>
        <p:grpSpPr>
          <a:xfrm>
            <a:off x="692150" y="222885"/>
            <a:ext cx="11433810" cy="603885"/>
            <a:chOff x="1135" y="276"/>
            <a:chExt cx="18006" cy="951"/>
          </a:xfrm>
        </p:grpSpPr>
        <p:sp>
          <p:nvSpPr>
            <p:cNvPr id="74" name="矩形 73"/>
            <p:cNvSpPr/>
            <p:nvPr>
              <p:custDataLst>
                <p:tags r:id="rId41"/>
              </p:custDataLst>
            </p:nvPr>
          </p:nvSpPr>
          <p:spPr>
            <a:xfrm flipV="1">
              <a:off x="1135" y="1107"/>
              <a:ext cx="18006" cy="120"/>
            </a:xfrm>
            <a:prstGeom prst="rect">
              <a:avLst/>
            </a:prstGeom>
            <a:gradFill>
              <a:gsLst>
                <a:gs pos="0">
                  <a:schemeClr val="bg1"/>
                </a:gs>
                <a:gs pos="42000">
                  <a:srgbClr val="6ACCF2"/>
                </a:gs>
                <a:gs pos="100000">
                  <a:srgbClr val="2497EA"/>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4"/>
            <p:cNvGrpSpPr/>
            <p:nvPr>
              <p:custDataLst>
                <p:tags r:id="rId42"/>
              </p:custDataLst>
            </p:nvPr>
          </p:nvGrpSpPr>
          <p:grpSpPr>
            <a:xfrm>
              <a:off x="16598" y="558"/>
              <a:ext cx="2159" cy="473"/>
              <a:chOff x="15773" y="2292"/>
              <a:chExt cx="2613" cy="572"/>
            </a:xfrm>
          </p:grpSpPr>
          <p:sp>
            <p:nvSpPr>
              <p:cNvPr id="76" name="椭圆 75"/>
              <p:cNvSpPr/>
              <p:nvPr>
                <p:custDataLst>
                  <p:tags r:id="rId44"/>
                </p:custDataLst>
              </p:nvPr>
            </p:nvSpPr>
            <p:spPr>
              <a:xfrm>
                <a:off x="15773" y="2292"/>
                <a:ext cx="571" cy="573"/>
              </a:xfrm>
              <a:prstGeom prst="ellipse">
                <a:avLst/>
              </a:prstGeom>
              <a:solidFill>
                <a:schemeClr val="tx2">
                  <a:lumMod val="90000"/>
                  <a:lumOff val="1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custDataLst>
                  <p:tags r:id="rId45"/>
                </p:custDataLst>
              </p:nvPr>
            </p:nvSpPr>
            <p:spPr>
              <a:xfrm>
                <a:off x="16454" y="2292"/>
                <a:ext cx="571" cy="573"/>
              </a:xfrm>
              <a:prstGeom prst="ellipse">
                <a:avLst/>
              </a:prstGeom>
              <a:solidFill>
                <a:schemeClr val="tx2">
                  <a:lumMod val="75000"/>
                  <a:lumOff val="2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46"/>
                </p:custDataLst>
              </p:nvPr>
            </p:nvSpPr>
            <p:spPr>
              <a:xfrm>
                <a:off x="17135" y="2292"/>
                <a:ext cx="571" cy="573"/>
              </a:xfrm>
              <a:prstGeom prst="ellipse">
                <a:avLst/>
              </a:prstGeom>
              <a:solidFill>
                <a:schemeClr val="tx2">
                  <a:lumMod val="50000"/>
                  <a:lumOff val="5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47"/>
                </p:custDataLst>
              </p:nvPr>
            </p:nvSpPr>
            <p:spPr>
              <a:xfrm>
                <a:off x="17816" y="2292"/>
                <a:ext cx="571" cy="573"/>
              </a:xfrm>
              <a:prstGeom prst="ellipse">
                <a:avLst/>
              </a:prstGeom>
              <a:solidFill>
                <a:schemeClr val="tx2">
                  <a:lumMod val="25000"/>
                  <a:lumOff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6" name="文本框 85"/>
            <p:cNvSpPr txBox="1"/>
            <p:nvPr>
              <p:custDataLst>
                <p:tags r:id="rId43"/>
              </p:custDataLst>
            </p:nvPr>
          </p:nvSpPr>
          <p:spPr>
            <a:xfrm>
              <a:off x="1658" y="276"/>
              <a:ext cx="8149" cy="919"/>
            </a:xfrm>
            <a:prstGeom prst="rect">
              <a:avLst/>
            </a:prstGeom>
            <a:noFill/>
          </p:spPr>
          <p:txBody>
            <a:bodyPr wrap="square" rtlCol="0">
              <a:spAutoFit/>
            </a:bodyPr>
            <a:lstStyle/>
            <a:p>
              <a:r>
                <a:rPr lang="zh-CN" altLang="en-US" sz="3200" b="1">
                  <a:solidFill>
                    <a:schemeClr val="accent1">
                      <a:lumMod val="75000"/>
                    </a:schemeClr>
                  </a:solidFill>
                  <a:latin typeface="+mj-ea"/>
                  <a:ea typeface="+mj-ea"/>
                  <a:sym typeface="+mn-ea"/>
                </a:rPr>
                <a:t>课堂小结</a:t>
              </a:r>
            </a:p>
          </p:txBody>
        </p:sp>
      </p:grpSp>
      <p:grpSp>
        <p:nvGrpSpPr>
          <p:cNvPr id="6" name="组合 5"/>
          <p:cNvGrpSpPr/>
          <p:nvPr>
            <p:custDataLst>
              <p:tags r:id="rId3"/>
            </p:custDataLst>
          </p:nvPr>
        </p:nvGrpSpPr>
        <p:grpSpPr>
          <a:xfrm>
            <a:off x="167640" y="-135255"/>
            <a:ext cx="830580" cy="961390"/>
            <a:chOff x="158" y="-264"/>
            <a:chExt cx="1308" cy="1514"/>
          </a:xfrm>
        </p:grpSpPr>
        <p:sp>
          <p:nvSpPr>
            <p:cNvPr id="4" name="图形 23"/>
            <p:cNvSpPr/>
            <p:nvPr userDrawn="1">
              <p:custDataLst>
                <p:tags r:id="rId39"/>
              </p:custDataLst>
            </p:nvPr>
          </p:nvSpPr>
          <p:spPr>
            <a:xfrm>
              <a:off x="158" y="-264"/>
              <a:ext cx="1308" cy="1397"/>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5" name="图形 13"/>
            <p:cNvSpPr/>
            <p:nvPr userDrawn="1">
              <p:custDataLst>
                <p:tags r:id="rId40"/>
              </p:custDataLst>
            </p:nvPr>
          </p:nvSpPr>
          <p:spPr>
            <a:xfrm>
              <a:off x="272" y="208"/>
              <a:ext cx="1043" cy="1043"/>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grpSp>
      <p:cxnSp>
        <p:nvCxnSpPr>
          <p:cNvPr id="2" name="直接连接符 1"/>
          <p:cNvCxnSpPr/>
          <p:nvPr>
            <p:custDataLst>
              <p:tags r:id="rId4"/>
            </p:custDataLst>
          </p:nvPr>
        </p:nvCxnSpPr>
        <p:spPr>
          <a:xfrm>
            <a:off x="2291080" y="4149725"/>
            <a:ext cx="1141730" cy="0"/>
          </a:xfrm>
          <a:prstGeom prst="line">
            <a:avLst/>
          </a:prstGeom>
          <a:ln w="15875">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任意多边形 25"/>
          <p:cNvSpPr/>
          <p:nvPr>
            <p:custDataLst>
              <p:tags r:id="rId5"/>
            </p:custDataLst>
          </p:nvPr>
        </p:nvSpPr>
        <p:spPr>
          <a:xfrm flipV="1">
            <a:off x="1812290" y="4423410"/>
            <a:ext cx="1170305" cy="1597025"/>
          </a:xfrm>
          <a:custGeom>
            <a:avLst/>
            <a:gdLst>
              <a:gd name="connisteX0" fmla="*/ 0 w 801370"/>
              <a:gd name="connsiteY0" fmla="*/ 1044575 h 1044575"/>
              <a:gd name="connisteX1" fmla="*/ 213360 w 801370"/>
              <a:gd name="connsiteY1" fmla="*/ 334645 h 1044575"/>
              <a:gd name="connisteX2" fmla="*/ 801370 w 801370"/>
              <a:gd name="connsiteY2" fmla="*/ 0 h 1044575"/>
            </a:gdLst>
            <a:ahLst/>
            <a:cxnLst>
              <a:cxn ang="0">
                <a:pos x="connisteX0" y="connsiteY0"/>
              </a:cxn>
              <a:cxn ang="0">
                <a:pos x="connisteX1" y="connsiteY1"/>
              </a:cxn>
              <a:cxn ang="0">
                <a:pos x="connisteX2" y="connsiteY2"/>
              </a:cxn>
            </a:cxnLst>
            <a:rect l="l" t="t" r="r" b="b"/>
            <a:pathLst>
              <a:path w="801370" h="1044575">
                <a:moveTo>
                  <a:pt x="0" y="1044575"/>
                </a:moveTo>
                <a:cubicBezTo>
                  <a:pt x="31115" y="909320"/>
                  <a:pt x="53340" y="543560"/>
                  <a:pt x="213360" y="334645"/>
                </a:cubicBezTo>
                <a:cubicBezTo>
                  <a:pt x="373380" y="125730"/>
                  <a:pt x="688340" y="52705"/>
                  <a:pt x="801370" y="0"/>
                </a:cubicBezTo>
              </a:path>
            </a:pathLst>
          </a:custGeom>
          <a:noFill/>
          <a:ln w="158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custDataLst>
              <p:tags r:id="rId6"/>
            </p:custDataLst>
          </p:nvPr>
        </p:nvGrpSpPr>
        <p:grpSpPr>
          <a:xfrm>
            <a:off x="474345" y="3769995"/>
            <a:ext cx="2272030" cy="645160"/>
            <a:chOff x="5807" y="5109"/>
            <a:chExt cx="3578" cy="1016"/>
          </a:xfrm>
        </p:grpSpPr>
        <p:sp>
          <p:nvSpPr>
            <p:cNvPr id="17" name="矩形 16"/>
            <p:cNvSpPr/>
            <p:nvPr>
              <p:custDataLst>
                <p:tags r:id="rId37"/>
              </p:custDataLst>
            </p:nvPr>
          </p:nvSpPr>
          <p:spPr>
            <a:xfrm>
              <a:off x="5807" y="5109"/>
              <a:ext cx="3578" cy="10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黑体" panose="02010609060101010101" charset="-122"/>
                <a:ea typeface="黑体" panose="02010609060101010101" charset="-122"/>
              </a:endParaRPr>
            </a:p>
          </p:txBody>
        </p:sp>
        <p:sp>
          <p:nvSpPr>
            <p:cNvPr id="18" name="文本框 17"/>
            <p:cNvSpPr txBox="1"/>
            <p:nvPr>
              <p:custDataLst>
                <p:tags r:id="rId38"/>
              </p:custDataLst>
            </p:nvPr>
          </p:nvSpPr>
          <p:spPr>
            <a:xfrm>
              <a:off x="5807" y="5314"/>
              <a:ext cx="3558" cy="625"/>
            </a:xfrm>
            <a:prstGeom prst="rect">
              <a:avLst/>
            </a:prstGeom>
            <a:noFill/>
          </p:spPr>
          <p:txBody>
            <a:bodyPr wrap="square" rtlCol="0">
              <a:noAutofit/>
            </a:bodyPr>
            <a:lstStyle/>
            <a:p>
              <a:pPr algn="ctr"/>
              <a:r>
                <a:rPr lang="zh-CN" sz="2600">
                  <a:solidFill>
                    <a:schemeClr val="bg1"/>
                  </a:solidFill>
                  <a:latin typeface="黑体" panose="02010609060101010101" charset="-122"/>
                  <a:ea typeface="黑体" panose="02010609060101010101" charset="-122"/>
                </a:rPr>
                <a:t>牛顿第一定律</a:t>
              </a:r>
            </a:p>
          </p:txBody>
        </p:sp>
      </p:grpSp>
      <p:sp>
        <p:nvSpPr>
          <p:cNvPr id="25" name="任意多边形 24"/>
          <p:cNvSpPr/>
          <p:nvPr>
            <p:custDataLst>
              <p:tags r:id="rId7"/>
            </p:custDataLst>
          </p:nvPr>
        </p:nvSpPr>
        <p:spPr>
          <a:xfrm>
            <a:off x="1812290" y="1907540"/>
            <a:ext cx="1129665" cy="1925320"/>
          </a:xfrm>
          <a:custGeom>
            <a:avLst/>
            <a:gdLst>
              <a:gd name="connisteX0" fmla="*/ 0 w 801370"/>
              <a:gd name="connsiteY0" fmla="*/ 1044575 h 1044575"/>
              <a:gd name="connisteX1" fmla="*/ 213360 w 801370"/>
              <a:gd name="connsiteY1" fmla="*/ 334645 h 1044575"/>
              <a:gd name="connisteX2" fmla="*/ 801370 w 801370"/>
              <a:gd name="connsiteY2" fmla="*/ 0 h 1044575"/>
            </a:gdLst>
            <a:ahLst/>
            <a:cxnLst>
              <a:cxn ang="0">
                <a:pos x="connisteX0" y="connsiteY0"/>
              </a:cxn>
              <a:cxn ang="0">
                <a:pos x="connisteX1" y="connsiteY1"/>
              </a:cxn>
              <a:cxn ang="0">
                <a:pos x="connisteX2" y="connsiteY2"/>
              </a:cxn>
            </a:cxnLst>
            <a:rect l="l" t="t" r="r" b="b"/>
            <a:pathLst>
              <a:path w="801370" h="1044575">
                <a:moveTo>
                  <a:pt x="0" y="1044575"/>
                </a:moveTo>
                <a:cubicBezTo>
                  <a:pt x="31115" y="909320"/>
                  <a:pt x="53340" y="543560"/>
                  <a:pt x="213360" y="334645"/>
                </a:cubicBezTo>
                <a:cubicBezTo>
                  <a:pt x="373380" y="125730"/>
                  <a:pt x="688340" y="52705"/>
                  <a:pt x="801370" y="0"/>
                </a:cubicBezTo>
              </a:path>
            </a:pathLst>
          </a:custGeom>
          <a:noFill/>
          <a:ln w="158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7" name="直接连接符 46"/>
          <p:cNvCxnSpPr/>
          <p:nvPr>
            <p:custDataLst>
              <p:tags r:id="rId8"/>
            </p:custDataLst>
          </p:nvPr>
        </p:nvCxnSpPr>
        <p:spPr>
          <a:xfrm>
            <a:off x="4796790" y="6287135"/>
            <a:ext cx="6148070" cy="0"/>
          </a:xfrm>
          <a:prstGeom prst="line">
            <a:avLst/>
          </a:prstGeom>
          <a:ln w="1587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custDataLst>
              <p:tags r:id="rId9"/>
            </p:custDataLst>
          </p:nvPr>
        </p:nvGrpSpPr>
        <p:grpSpPr>
          <a:xfrm>
            <a:off x="2941320" y="1705610"/>
            <a:ext cx="2665730" cy="589280"/>
            <a:chOff x="7617" y="5109"/>
            <a:chExt cx="4198" cy="928"/>
          </a:xfrm>
        </p:grpSpPr>
        <p:sp>
          <p:nvSpPr>
            <p:cNvPr id="7" name="矩形 6"/>
            <p:cNvSpPr/>
            <p:nvPr>
              <p:custDataLst>
                <p:tags r:id="rId35"/>
              </p:custDataLst>
            </p:nvPr>
          </p:nvSpPr>
          <p:spPr>
            <a:xfrm>
              <a:off x="7617" y="5109"/>
              <a:ext cx="4198" cy="92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custDataLst>
                <p:tags r:id="rId36"/>
              </p:custDataLst>
            </p:nvPr>
          </p:nvSpPr>
          <p:spPr>
            <a:xfrm>
              <a:off x="7732" y="5153"/>
              <a:ext cx="3874" cy="822"/>
            </a:xfrm>
            <a:prstGeom prst="rect">
              <a:avLst/>
            </a:prstGeom>
            <a:noFill/>
          </p:spPr>
          <p:txBody>
            <a:bodyPr wrap="square" rtlCol="0">
              <a:spAutoFit/>
            </a:bodyPr>
            <a:lstStyle/>
            <a:p>
              <a:pPr algn="ctr"/>
              <a:r>
                <a:rPr lang="zh-CN" altLang="en-US" sz="2800">
                  <a:solidFill>
                    <a:schemeClr val="bg1"/>
                  </a:solidFill>
                  <a:latin typeface="Times New Roman" panose="02020603050405020304" charset="0"/>
                  <a:ea typeface="黑体" panose="02010609060101010101" charset="-122"/>
                  <a:cs typeface="Times New Roman" panose="02020603050405020304" charset="0"/>
                </a:rPr>
                <a:t>理想斜面实验</a:t>
              </a:r>
            </a:p>
          </p:txBody>
        </p:sp>
      </p:grpSp>
      <p:grpSp>
        <p:nvGrpSpPr>
          <p:cNvPr id="37" name="组合 36"/>
          <p:cNvGrpSpPr/>
          <p:nvPr>
            <p:custDataLst>
              <p:tags r:id="rId10"/>
            </p:custDataLst>
          </p:nvPr>
        </p:nvGrpSpPr>
        <p:grpSpPr>
          <a:xfrm>
            <a:off x="5934426" y="1733550"/>
            <a:ext cx="1083821" cy="568325"/>
            <a:chOff x="7768" y="4459"/>
            <a:chExt cx="1017" cy="895"/>
          </a:xfrm>
        </p:grpSpPr>
        <p:sp>
          <p:nvSpPr>
            <p:cNvPr id="38" name="矩形 37"/>
            <p:cNvSpPr/>
            <p:nvPr>
              <p:custDataLst>
                <p:tags r:id="rId33"/>
              </p:custDataLst>
            </p:nvPr>
          </p:nvSpPr>
          <p:spPr>
            <a:xfrm>
              <a:off x="7768" y="4459"/>
              <a:ext cx="1017" cy="89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黑体" panose="02010609060101010101" charset="-122"/>
                <a:ea typeface="黑体" panose="02010609060101010101" charset="-122"/>
              </a:endParaRPr>
            </a:p>
          </p:txBody>
        </p:sp>
        <p:sp>
          <p:nvSpPr>
            <p:cNvPr id="39" name="文本框 38"/>
            <p:cNvSpPr txBox="1"/>
            <p:nvPr>
              <p:custDataLst>
                <p:tags r:id="rId34"/>
              </p:custDataLst>
            </p:nvPr>
          </p:nvSpPr>
          <p:spPr>
            <a:xfrm>
              <a:off x="7803" y="4499"/>
              <a:ext cx="969" cy="712"/>
            </a:xfrm>
            <a:prstGeom prst="rect">
              <a:avLst/>
            </a:prstGeom>
            <a:noFill/>
          </p:spPr>
          <p:txBody>
            <a:bodyPr wrap="square" rtlCol="0">
              <a:noAutofit/>
            </a:bodyPr>
            <a:lstStyle/>
            <a:p>
              <a:pPr algn="ctr"/>
              <a:r>
                <a:rPr lang="zh-CN" altLang="en-US" sz="2800">
                  <a:solidFill>
                    <a:schemeClr val="bg1"/>
                  </a:solidFill>
                  <a:latin typeface="黑体" panose="02010609060101010101" charset="-122"/>
                  <a:ea typeface="黑体" panose="02010609060101010101" charset="-122"/>
                </a:rPr>
                <a:t>证明</a:t>
              </a:r>
            </a:p>
          </p:txBody>
        </p:sp>
      </p:grpSp>
      <p:cxnSp>
        <p:nvCxnSpPr>
          <p:cNvPr id="40" name="直接连接符 39"/>
          <p:cNvCxnSpPr/>
          <p:nvPr>
            <p:custDataLst>
              <p:tags r:id="rId11"/>
            </p:custDataLst>
          </p:nvPr>
        </p:nvCxnSpPr>
        <p:spPr>
          <a:xfrm>
            <a:off x="6398260" y="2291080"/>
            <a:ext cx="5183505" cy="0"/>
          </a:xfrm>
          <a:prstGeom prst="line">
            <a:avLst/>
          </a:prstGeom>
          <a:ln w="1587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30" name="组合 29"/>
          <p:cNvGrpSpPr/>
          <p:nvPr>
            <p:custDataLst>
              <p:tags r:id="rId12"/>
            </p:custDataLst>
          </p:nvPr>
        </p:nvGrpSpPr>
        <p:grpSpPr>
          <a:xfrm>
            <a:off x="2976880" y="3857625"/>
            <a:ext cx="1845310" cy="565785"/>
            <a:chOff x="8738" y="1601"/>
            <a:chExt cx="2906" cy="891"/>
          </a:xfrm>
        </p:grpSpPr>
        <p:sp>
          <p:nvSpPr>
            <p:cNvPr id="31" name="矩形 30"/>
            <p:cNvSpPr/>
            <p:nvPr>
              <p:custDataLst>
                <p:tags r:id="rId31"/>
              </p:custDataLst>
            </p:nvPr>
          </p:nvSpPr>
          <p:spPr>
            <a:xfrm>
              <a:off x="8738" y="1601"/>
              <a:ext cx="2866" cy="89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custDataLst>
                <p:tags r:id="rId32"/>
              </p:custDataLst>
            </p:nvPr>
          </p:nvSpPr>
          <p:spPr>
            <a:xfrm>
              <a:off x="8738" y="1693"/>
              <a:ext cx="2906" cy="778"/>
            </a:xfrm>
            <a:prstGeom prst="rect">
              <a:avLst/>
            </a:prstGeom>
            <a:noFill/>
          </p:spPr>
          <p:txBody>
            <a:bodyPr wrap="square" rtlCol="0">
              <a:noAutofit/>
            </a:bodyPr>
            <a:lstStyle/>
            <a:p>
              <a:pPr algn="ctr"/>
              <a:r>
                <a:rPr lang="zh-CN" sz="2800">
                  <a:solidFill>
                    <a:schemeClr val="bg1"/>
                  </a:solidFill>
                  <a:latin typeface="Times New Roman" panose="02020603050405020304" charset="0"/>
                  <a:ea typeface="黑体" panose="02010609060101010101" charset="-122"/>
                  <a:cs typeface="Times New Roman" panose="02020603050405020304" charset="0"/>
                </a:rPr>
                <a:t>定律</a:t>
              </a:r>
            </a:p>
          </p:txBody>
        </p:sp>
      </p:grpSp>
      <p:grpSp>
        <p:nvGrpSpPr>
          <p:cNvPr id="44" name="组合 43"/>
          <p:cNvGrpSpPr/>
          <p:nvPr>
            <p:custDataLst>
              <p:tags r:id="rId13"/>
            </p:custDataLst>
          </p:nvPr>
        </p:nvGrpSpPr>
        <p:grpSpPr>
          <a:xfrm>
            <a:off x="2976880" y="5680710"/>
            <a:ext cx="1871980" cy="610235"/>
            <a:chOff x="8738" y="973"/>
            <a:chExt cx="2948" cy="961"/>
          </a:xfrm>
        </p:grpSpPr>
        <p:sp>
          <p:nvSpPr>
            <p:cNvPr id="45" name="矩形 44"/>
            <p:cNvSpPr/>
            <p:nvPr>
              <p:custDataLst>
                <p:tags r:id="rId29"/>
              </p:custDataLst>
            </p:nvPr>
          </p:nvSpPr>
          <p:spPr>
            <a:xfrm>
              <a:off x="8738" y="973"/>
              <a:ext cx="2866" cy="96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custDataLst>
                <p:tags r:id="rId30"/>
              </p:custDataLst>
            </p:nvPr>
          </p:nvSpPr>
          <p:spPr>
            <a:xfrm>
              <a:off x="8847" y="1008"/>
              <a:ext cx="2839" cy="848"/>
            </a:xfrm>
            <a:prstGeom prst="rect">
              <a:avLst/>
            </a:prstGeom>
            <a:noFill/>
          </p:spPr>
          <p:txBody>
            <a:bodyPr wrap="square" rtlCol="0">
              <a:noAutofit/>
            </a:bodyPr>
            <a:lstStyle/>
            <a:p>
              <a:pPr algn="ctr"/>
              <a:r>
                <a:rPr lang="zh-CN" sz="2800">
                  <a:solidFill>
                    <a:schemeClr val="bg1"/>
                  </a:solidFill>
                  <a:latin typeface="Times New Roman" panose="02020603050405020304" charset="0"/>
                  <a:ea typeface="黑体" panose="02010609060101010101" charset="-122"/>
                  <a:cs typeface="Times New Roman" panose="02020603050405020304" charset="0"/>
                </a:rPr>
                <a:t>惯性</a:t>
              </a:r>
            </a:p>
          </p:txBody>
        </p:sp>
      </p:grpSp>
      <p:sp>
        <p:nvSpPr>
          <p:cNvPr id="48" name="Text Box 3"/>
          <p:cNvSpPr txBox="1"/>
          <p:nvPr>
            <p:custDataLst>
              <p:tags r:id="rId14"/>
            </p:custDataLst>
          </p:nvPr>
        </p:nvSpPr>
        <p:spPr>
          <a:xfrm>
            <a:off x="4848860" y="5638165"/>
            <a:ext cx="6363335" cy="609600"/>
          </a:xfrm>
          <a:prstGeom prst="rect">
            <a:avLst/>
          </a:prstGeom>
          <a:noFill/>
          <a:ln w="28575">
            <a:noFill/>
          </a:ln>
        </p:spPr>
        <p:txBody>
          <a:bodyPr wrap="square">
            <a:noAutofit/>
          </a:bodyPr>
          <a:lstStyle/>
          <a:p>
            <a:pPr>
              <a:lnSpc>
                <a:spcPct val="150000"/>
              </a:lnSpc>
            </a:pPr>
            <a:r>
              <a:rPr sz="2400" b="1">
                <a:solidFill>
                  <a:schemeClr val="tx1"/>
                </a:solidFill>
                <a:latin typeface="宋体" panose="02010600030101010101" pitchFamily="2" charset="-122"/>
                <a:ea typeface="宋体" panose="02010600030101010101" pitchFamily="2" charset="-122"/>
                <a:cs typeface="Times New Roman" panose="02020603050405020304" charset="0"/>
              </a:rPr>
              <a:t>质量是惯性大小的唯一量度</a:t>
            </a:r>
          </a:p>
        </p:txBody>
      </p:sp>
      <p:cxnSp>
        <p:nvCxnSpPr>
          <p:cNvPr id="13" name="直接连接符 12"/>
          <p:cNvCxnSpPr/>
          <p:nvPr>
            <p:custDataLst>
              <p:tags r:id="rId15"/>
            </p:custDataLst>
          </p:nvPr>
        </p:nvCxnSpPr>
        <p:spPr>
          <a:xfrm>
            <a:off x="5546725" y="2000250"/>
            <a:ext cx="379730" cy="0"/>
          </a:xfrm>
          <a:prstGeom prst="line">
            <a:avLst/>
          </a:prstGeom>
          <a:ln w="15875">
            <a:solidFill>
              <a:srgbClr val="0070C0"/>
            </a:solidFill>
          </a:ln>
        </p:spPr>
        <p:style>
          <a:lnRef idx="2">
            <a:schemeClr val="accent1"/>
          </a:lnRef>
          <a:fillRef idx="0">
            <a:srgbClr val="FFFFFF"/>
          </a:fillRef>
          <a:effectRef idx="0">
            <a:srgbClr val="FFFFFF"/>
          </a:effectRef>
          <a:fontRef idx="minor">
            <a:schemeClr val="tx1"/>
          </a:fontRef>
        </p:style>
      </p:cxnSp>
      <p:sp>
        <p:nvSpPr>
          <p:cNvPr id="23" name="任意多边形 22"/>
          <p:cNvSpPr/>
          <p:nvPr>
            <p:custDataLst>
              <p:tags r:id="rId16"/>
            </p:custDataLst>
          </p:nvPr>
        </p:nvSpPr>
        <p:spPr>
          <a:xfrm>
            <a:off x="4734560" y="3619500"/>
            <a:ext cx="379095" cy="697230"/>
          </a:xfrm>
          <a:custGeom>
            <a:avLst/>
            <a:gdLst>
              <a:gd name="connisteX0" fmla="*/ 0 w 801370"/>
              <a:gd name="connsiteY0" fmla="*/ 1044575 h 1044575"/>
              <a:gd name="connisteX1" fmla="*/ 213360 w 801370"/>
              <a:gd name="connsiteY1" fmla="*/ 334645 h 1044575"/>
              <a:gd name="connisteX2" fmla="*/ 801370 w 801370"/>
              <a:gd name="connsiteY2" fmla="*/ 0 h 1044575"/>
            </a:gdLst>
            <a:ahLst/>
            <a:cxnLst>
              <a:cxn ang="0">
                <a:pos x="connisteX0" y="connsiteY0"/>
              </a:cxn>
              <a:cxn ang="0">
                <a:pos x="connisteX1" y="connsiteY1"/>
              </a:cxn>
              <a:cxn ang="0">
                <a:pos x="connisteX2" y="connsiteY2"/>
              </a:cxn>
            </a:cxnLst>
            <a:rect l="l" t="t" r="r" b="b"/>
            <a:pathLst>
              <a:path w="801370" h="1044575">
                <a:moveTo>
                  <a:pt x="0" y="1044575"/>
                </a:moveTo>
                <a:cubicBezTo>
                  <a:pt x="31115" y="909320"/>
                  <a:pt x="53340" y="543560"/>
                  <a:pt x="213360" y="334645"/>
                </a:cubicBezTo>
                <a:cubicBezTo>
                  <a:pt x="373380" y="125730"/>
                  <a:pt x="688340" y="52705"/>
                  <a:pt x="801370" y="0"/>
                </a:cubicBezTo>
              </a:path>
            </a:pathLst>
          </a:custGeom>
          <a:noFill/>
          <a:ln w="158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黑体" panose="02010609060101010101" charset="-122"/>
              <a:ea typeface="黑体" panose="02010609060101010101" charset="-122"/>
            </a:endParaRPr>
          </a:p>
        </p:txBody>
      </p:sp>
      <p:sp>
        <p:nvSpPr>
          <p:cNvPr id="27" name="任意多边形 26"/>
          <p:cNvSpPr/>
          <p:nvPr>
            <p:custDataLst>
              <p:tags r:id="rId17"/>
            </p:custDataLst>
          </p:nvPr>
        </p:nvSpPr>
        <p:spPr>
          <a:xfrm>
            <a:off x="4716780" y="4082415"/>
            <a:ext cx="396875" cy="790575"/>
          </a:xfrm>
          <a:custGeom>
            <a:avLst/>
            <a:gdLst>
              <a:gd name="connisteX0" fmla="*/ 0 w 842010"/>
              <a:gd name="connsiteY0" fmla="*/ 0 h 1287780"/>
              <a:gd name="connisteX1" fmla="*/ 254000 w 842010"/>
              <a:gd name="connsiteY1" fmla="*/ 953135 h 1287780"/>
              <a:gd name="connisteX2" fmla="*/ 842010 w 842010"/>
              <a:gd name="connsiteY2" fmla="*/ 1287780 h 1287780"/>
            </a:gdLst>
            <a:ahLst/>
            <a:cxnLst>
              <a:cxn ang="0">
                <a:pos x="connisteX0" y="connsiteY0"/>
              </a:cxn>
              <a:cxn ang="0">
                <a:pos x="connisteX1" y="connsiteY1"/>
              </a:cxn>
              <a:cxn ang="0">
                <a:pos x="connisteX2" y="connsiteY2"/>
              </a:cxn>
            </a:cxnLst>
            <a:rect l="l" t="t" r="r" b="b"/>
            <a:pathLst>
              <a:path w="842010" h="1287780">
                <a:moveTo>
                  <a:pt x="0" y="0"/>
                </a:moveTo>
                <a:cubicBezTo>
                  <a:pt x="38735" y="184150"/>
                  <a:pt x="85725" y="695325"/>
                  <a:pt x="254000" y="953135"/>
                </a:cubicBezTo>
                <a:cubicBezTo>
                  <a:pt x="422275" y="1210945"/>
                  <a:pt x="729615" y="1240155"/>
                  <a:pt x="842010" y="1287780"/>
                </a:cubicBezTo>
              </a:path>
            </a:pathLst>
          </a:custGeom>
          <a:noFill/>
          <a:ln w="158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黑体" panose="02010609060101010101" charset="-122"/>
              <a:ea typeface="黑体" panose="02010609060101010101" charset="-122"/>
            </a:endParaRPr>
          </a:p>
        </p:txBody>
      </p:sp>
      <p:grpSp>
        <p:nvGrpSpPr>
          <p:cNvPr id="28" name="组合 27"/>
          <p:cNvGrpSpPr/>
          <p:nvPr>
            <p:custDataLst>
              <p:tags r:id="rId18"/>
            </p:custDataLst>
          </p:nvPr>
        </p:nvGrpSpPr>
        <p:grpSpPr>
          <a:xfrm>
            <a:off x="5113520" y="3344545"/>
            <a:ext cx="1084887" cy="568325"/>
            <a:chOff x="7817" y="4321"/>
            <a:chExt cx="1018" cy="895"/>
          </a:xfrm>
        </p:grpSpPr>
        <p:sp>
          <p:nvSpPr>
            <p:cNvPr id="33" name="矩形 32"/>
            <p:cNvSpPr/>
            <p:nvPr>
              <p:custDataLst>
                <p:tags r:id="rId27"/>
              </p:custDataLst>
            </p:nvPr>
          </p:nvSpPr>
          <p:spPr>
            <a:xfrm>
              <a:off x="7817" y="4321"/>
              <a:ext cx="1017" cy="89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黑体" panose="02010609060101010101" charset="-122"/>
                <a:ea typeface="黑体" panose="02010609060101010101" charset="-122"/>
              </a:endParaRPr>
            </a:p>
          </p:txBody>
        </p:sp>
        <p:sp>
          <p:nvSpPr>
            <p:cNvPr id="34" name="文本框 33"/>
            <p:cNvSpPr txBox="1"/>
            <p:nvPr>
              <p:custDataLst>
                <p:tags r:id="rId28"/>
              </p:custDataLst>
            </p:nvPr>
          </p:nvSpPr>
          <p:spPr>
            <a:xfrm>
              <a:off x="7866" y="4389"/>
              <a:ext cx="969" cy="712"/>
            </a:xfrm>
            <a:prstGeom prst="rect">
              <a:avLst/>
            </a:prstGeom>
            <a:noFill/>
          </p:spPr>
          <p:txBody>
            <a:bodyPr wrap="square" rtlCol="0">
              <a:noAutofit/>
            </a:bodyPr>
            <a:lstStyle/>
            <a:p>
              <a:pPr algn="ctr"/>
              <a:r>
                <a:rPr lang="zh-CN" altLang="en-US" sz="2800">
                  <a:solidFill>
                    <a:schemeClr val="bg1"/>
                  </a:solidFill>
                  <a:latin typeface="黑体" panose="02010609060101010101" charset="-122"/>
                  <a:ea typeface="黑体" panose="02010609060101010101" charset="-122"/>
                </a:rPr>
                <a:t>内容</a:t>
              </a:r>
            </a:p>
          </p:txBody>
        </p:sp>
      </p:grpSp>
      <p:grpSp>
        <p:nvGrpSpPr>
          <p:cNvPr id="35" name="组合 34"/>
          <p:cNvGrpSpPr/>
          <p:nvPr>
            <p:custDataLst>
              <p:tags r:id="rId19"/>
            </p:custDataLst>
          </p:nvPr>
        </p:nvGrpSpPr>
        <p:grpSpPr>
          <a:xfrm>
            <a:off x="5113520" y="4555490"/>
            <a:ext cx="1084887" cy="568325"/>
            <a:chOff x="7817" y="4321"/>
            <a:chExt cx="1018" cy="895"/>
          </a:xfrm>
        </p:grpSpPr>
        <p:sp>
          <p:nvSpPr>
            <p:cNvPr id="36" name="矩形 35"/>
            <p:cNvSpPr/>
            <p:nvPr>
              <p:custDataLst>
                <p:tags r:id="rId25"/>
              </p:custDataLst>
            </p:nvPr>
          </p:nvSpPr>
          <p:spPr>
            <a:xfrm>
              <a:off x="7817" y="4321"/>
              <a:ext cx="1017" cy="89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黑体" panose="02010609060101010101" charset="-122"/>
                <a:ea typeface="黑体" panose="02010609060101010101" charset="-122"/>
              </a:endParaRPr>
            </a:p>
          </p:txBody>
        </p:sp>
        <p:sp>
          <p:nvSpPr>
            <p:cNvPr id="41" name="文本框 40"/>
            <p:cNvSpPr txBox="1"/>
            <p:nvPr>
              <p:custDataLst>
                <p:tags r:id="rId26"/>
              </p:custDataLst>
            </p:nvPr>
          </p:nvSpPr>
          <p:spPr>
            <a:xfrm>
              <a:off x="7866" y="4389"/>
              <a:ext cx="969" cy="712"/>
            </a:xfrm>
            <a:prstGeom prst="rect">
              <a:avLst/>
            </a:prstGeom>
            <a:noFill/>
          </p:spPr>
          <p:txBody>
            <a:bodyPr wrap="square" rtlCol="0">
              <a:noAutofit/>
            </a:bodyPr>
            <a:lstStyle/>
            <a:p>
              <a:pPr algn="ctr"/>
              <a:r>
                <a:rPr lang="zh-CN" altLang="en-US" sz="2800">
                  <a:solidFill>
                    <a:schemeClr val="bg1"/>
                  </a:solidFill>
                  <a:latin typeface="黑体" panose="02010609060101010101" charset="-122"/>
                  <a:ea typeface="黑体" panose="02010609060101010101" charset="-122"/>
                </a:rPr>
                <a:t>意义</a:t>
              </a:r>
            </a:p>
          </p:txBody>
        </p:sp>
      </p:grpSp>
      <p:cxnSp>
        <p:nvCxnSpPr>
          <p:cNvPr id="43" name="直接连接符 42"/>
          <p:cNvCxnSpPr/>
          <p:nvPr>
            <p:custDataLst>
              <p:tags r:id="rId20"/>
            </p:custDataLst>
          </p:nvPr>
        </p:nvCxnSpPr>
        <p:spPr>
          <a:xfrm>
            <a:off x="6185535" y="3900170"/>
            <a:ext cx="5455920" cy="3810"/>
          </a:xfrm>
          <a:prstGeom prst="line">
            <a:avLst/>
          </a:prstGeom>
          <a:ln w="158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custDataLst>
              <p:tags r:id="rId21"/>
            </p:custDataLst>
          </p:nvPr>
        </p:nvCxnSpPr>
        <p:spPr>
          <a:xfrm>
            <a:off x="6176645" y="5116195"/>
            <a:ext cx="5455920" cy="3810"/>
          </a:xfrm>
          <a:prstGeom prst="line">
            <a:avLst/>
          </a:prstGeom>
          <a:ln w="15875">
            <a:solidFill>
              <a:srgbClr val="0070C0"/>
            </a:solidFill>
          </a:ln>
        </p:spPr>
        <p:style>
          <a:lnRef idx="1">
            <a:schemeClr val="accent1"/>
          </a:lnRef>
          <a:fillRef idx="0">
            <a:schemeClr val="accent1"/>
          </a:fillRef>
          <a:effectRef idx="0">
            <a:schemeClr val="accent1"/>
          </a:effectRef>
          <a:fontRef idx="minor">
            <a:schemeClr val="tx1"/>
          </a:fontRef>
        </p:style>
      </p:cxnSp>
      <p:sp>
        <p:nvSpPr>
          <p:cNvPr id="50" name="Text Box 3"/>
          <p:cNvSpPr txBox="1"/>
          <p:nvPr>
            <p:custDataLst>
              <p:tags r:id="rId22"/>
            </p:custDataLst>
          </p:nvPr>
        </p:nvSpPr>
        <p:spPr>
          <a:xfrm>
            <a:off x="6250305" y="2836545"/>
            <a:ext cx="5306060" cy="1017905"/>
          </a:xfrm>
          <a:prstGeom prst="rect">
            <a:avLst/>
          </a:prstGeom>
          <a:noFill/>
          <a:ln w="28575">
            <a:noFill/>
          </a:ln>
        </p:spPr>
        <p:txBody>
          <a:bodyPr wrap="square">
            <a:noAutofit/>
          </a:bodyPr>
          <a:lstStyle/>
          <a:p>
            <a:pPr>
              <a:lnSpc>
                <a:spcPct val="150000"/>
              </a:lnSpc>
            </a:pPr>
            <a:r>
              <a:rPr sz="2000" b="1">
                <a:solidFill>
                  <a:schemeClr val="tx1"/>
                </a:solidFill>
                <a:latin typeface="宋体" panose="02010600030101010101" pitchFamily="2" charset="-122"/>
                <a:ea typeface="宋体" panose="02010600030101010101" pitchFamily="2" charset="-122"/>
              </a:rPr>
              <a:t>一切物体总保持匀速直线运动状态或静止状态，除非作用在它上面的力迫使它改变这种状态。</a:t>
            </a:r>
          </a:p>
        </p:txBody>
      </p:sp>
      <p:sp>
        <p:nvSpPr>
          <p:cNvPr id="51" name="Text Box 3"/>
          <p:cNvSpPr txBox="1"/>
          <p:nvPr>
            <p:custDataLst>
              <p:tags r:id="rId23"/>
            </p:custDataLst>
          </p:nvPr>
        </p:nvSpPr>
        <p:spPr>
          <a:xfrm>
            <a:off x="6250305" y="4441190"/>
            <a:ext cx="5331460" cy="609600"/>
          </a:xfrm>
          <a:prstGeom prst="rect">
            <a:avLst/>
          </a:prstGeom>
          <a:noFill/>
          <a:ln w="28575">
            <a:noFill/>
          </a:ln>
        </p:spPr>
        <p:txBody>
          <a:bodyPr wrap="square">
            <a:noAutofit/>
          </a:bodyPr>
          <a:lstStyle/>
          <a:p>
            <a:pPr>
              <a:lnSpc>
                <a:spcPct val="150000"/>
              </a:lnSpc>
            </a:pPr>
            <a:r>
              <a:rPr lang="zh-CN" sz="2400" b="1">
                <a:solidFill>
                  <a:schemeClr val="tx1"/>
                </a:solidFill>
                <a:latin typeface="宋体" panose="02010600030101010101" pitchFamily="2" charset="-122"/>
                <a:ea typeface="宋体" panose="02010600030101010101" pitchFamily="2" charset="-122"/>
              </a:rPr>
              <a:t>力是</a:t>
            </a:r>
            <a:r>
              <a:rPr sz="2400" b="1">
                <a:solidFill>
                  <a:schemeClr val="tx1"/>
                </a:solidFill>
                <a:latin typeface="宋体" panose="02010600030101010101" pitchFamily="2" charset="-122"/>
                <a:ea typeface="宋体" panose="02010600030101010101" pitchFamily="2" charset="-122"/>
              </a:rPr>
              <a:t>改变物体运动状态的原因</a:t>
            </a:r>
          </a:p>
        </p:txBody>
      </p:sp>
      <p:sp>
        <p:nvSpPr>
          <p:cNvPr id="29" name="Text Box 3"/>
          <p:cNvSpPr txBox="1"/>
          <p:nvPr>
            <p:custDataLst>
              <p:tags r:id="rId24"/>
            </p:custDataLst>
          </p:nvPr>
        </p:nvSpPr>
        <p:spPr>
          <a:xfrm>
            <a:off x="7004050" y="1595755"/>
            <a:ext cx="4577715" cy="570230"/>
          </a:xfrm>
          <a:prstGeom prst="rect">
            <a:avLst/>
          </a:prstGeom>
          <a:noFill/>
          <a:ln w="28575">
            <a:noFill/>
          </a:ln>
        </p:spPr>
        <p:txBody>
          <a:bodyPr wrap="square">
            <a:noAutofit/>
          </a:bodyPr>
          <a:lstStyle/>
          <a:p>
            <a:pPr>
              <a:lnSpc>
                <a:spcPct val="150000"/>
              </a:lnSpc>
            </a:pPr>
            <a:r>
              <a:rPr sz="2400" b="1">
                <a:solidFill>
                  <a:schemeClr val="tx1"/>
                </a:solidFill>
                <a:latin typeface="宋体" panose="02010600030101010101" pitchFamily="2" charset="-122"/>
                <a:ea typeface="宋体" panose="02010600030101010101" pitchFamily="2" charset="-122"/>
              </a:rPr>
              <a:t>力不是维持物体运动的原因</a:t>
            </a:r>
          </a:p>
        </p:txBody>
      </p:sp>
    </p:spTree>
    <p:custDataLst>
      <p:tags r:id="rId1"/>
    </p:custData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2"/>
            </p:custDataLst>
          </p:nvPr>
        </p:nvSpPr>
        <p:spPr>
          <a:xfrm>
            <a:off x="-635" y="4896485"/>
            <a:ext cx="12193270" cy="2028825"/>
          </a:xfrm>
          <a:prstGeom prst="rect">
            <a:avLst/>
          </a:prstGeom>
          <a:solidFill>
            <a:schemeClr val="bg2">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1" name="组合 20"/>
          <p:cNvGrpSpPr/>
          <p:nvPr>
            <p:custDataLst>
              <p:tags r:id="rId3"/>
            </p:custDataLst>
          </p:nvPr>
        </p:nvGrpSpPr>
        <p:grpSpPr>
          <a:xfrm>
            <a:off x="3335655" y="5020310"/>
            <a:ext cx="6030595" cy="1192530"/>
            <a:chOff x="4464017" y="4375953"/>
            <a:chExt cx="3329674" cy="483670"/>
          </a:xfrm>
          <a:gradFill rotWithShape="0">
            <a:gsLst>
              <a:gs pos="100000">
                <a:srgbClr val="F5C5D6"/>
              </a:gs>
              <a:gs pos="0">
                <a:srgbClr val="9A97EF"/>
              </a:gs>
            </a:gsLst>
            <a:lin ang="2700000" scaled="1"/>
          </a:gradFill>
        </p:grpSpPr>
        <p:sp>
          <p:nvSpPr>
            <p:cNvPr id="120" name="矩形 119"/>
            <p:cNvSpPr/>
            <p:nvPr>
              <p:custDataLst>
                <p:tags r:id="rId6"/>
              </p:custDataLst>
            </p:nvPr>
          </p:nvSpPr>
          <p:spPr>
            <a:xfrm rot="5400000">
              <a:off x="4944989"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1" name="矩形 120"/>
            <p:cNvSpPr/>
            <p:nvPr>
              <p:custDataLst>
                <p:tags r:id="rId7"/>
              </p:custDataLst>
            </p:nvPr>
          </p:nvSpPr>
          <p:spPr>
            <a:xfrm rot="5400000">
              <a:off x="5260296"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2" name="矩形 121"/>
            <p:cNvSpPr/>
            <p:nvPr>
              <p:custDataLst>
                <p:tags r:id="rId8"/>
              </p:custDataLst>
            </p:nvPr>
          </p:nvSpPr>
          <p:spPr>
            <a:xfrm rot="5400000">
              <a:off x="5575603"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3" name="矩形 122"/>
            <p:cNvSpPr/>
            <p:nvPr>
              <p:custDataLst>
                <p:tags r:id="rId9"/>
              </p:custDataLst>
            </p:nvPr>
          </p:nvSpPr>
          <p:spPr>
            <a:xfrm rot="5400000">
              <a:off x="4629682"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nvGrpSpPr>
            <p:cNvPr id="125" name="组合 124"/>
            <p:cNvGrpSpPr/>
            <p:nvPr>
              <p:custDataLst>
                <p:tags r:id="rId10"/>
              </p:custDataLst>
            </p:nvPr>
          </p:nvGrpSpPr>
          <p:grpSpPr>
            <a:xfrm rot="5400000">
              <a:off x="5096010" y="3896362"/>
              <a:ext cx="178868" cy="1442854"/>
              <a:chOff x="3527101" y="3650859"/>
              <a:chExt cx="108391" cy="874346"/>
            </a:xfrm>
            <a:grpFill/>
          </p:grpSpPr>
          <p:sp>
            <p:nvSpPr>
              <p:cNvPr id="126" name="矩形 125"/>
              <p:cNvSpPr/>
              <p:nvPr>
                <p:custDataLst>
                  <p:tags r:id="rId36"/>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7" name="矩形 126"/>
              <p:cNvSpPr/>
              <p:nvPr>
                <p:custDataLst>
                  <p:tags r:id="rId37"/>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8" name="矩形 127"/>
              <p:cNvSpPr/>
              <p:nvPr>
                <p:custDataLst>
                  <p:tags r:id="rId38"/>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29" name="矩形 128"/>
              <p:cNvSpPr/>
              <p:nvPr>
                <p:custDataLst>
                  <p:tags r:id="rId39"/>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0" name="矩形 129"/>
              <p:cNvSpPr/>
              <p:nvPr>
                <p:custDataLst>
                  <p:tags r:id="rId40"/>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grpSp>
          <p:nvGrpSpPr>
            <p:cNvPr id="131" name="组合 130"/>
            <p:cNvGrpSpPr/>
            <p:nvPr>
              <p:custDataLst>
                <p:tags r:id="rId11"/>
              </p:custDataLst>
            </p:nvPr>
          </p:nvGrpSpPr>
          <p:grpSpPr>
            <a:xfrm rot="5400000">
              <a:off x="5248410" y="4048762"/>
              <a:ext cx="178868" cy="1442854"/>
              <a:chOff x="3527101" y="3650859"/>
              <a:chExt cx="108391" cy="874346"/>
            </a:xfrm>
            <a:grpFill/>
          </p:grpSpPr>
          <p:sp>
            <p:nvSpPr>
              <p:cNvPr id="132" name="矩形 131"/>
              <p:cNvSpPr/>
              <p:nvPr>
                <p:custDataLst>
                  <p:tags r:id="rId31"/>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3" name="矩形 132"/>
              <p:cNvSpPr/>
              <p:nvPr>
                <p:custDataLst>
                  <p:tags r:id="rId32"/>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4" name="矩形 133"/>
              <p:cNvSpPr/>
              <p:nvPr>
                <p:custDataLst>
                  <p:tags r:id="rId33"/>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5" name="矩形 134"/>
              <p:cNvSpPr/>
              <p:nvPr>
                <p:custDataLst>
                  <p:tags r:id="rId34"/>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6" name="矩形 135"/>
              <p:cNvSpPr/>
              <p:nvPr>
                <p:custDataLst>
                  <p:tags r:id="rId35"/>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sp>
          <p:nvSpPr>
            <p:cNvPr id="164" name="矩形 163"/>
            <p:cNvSpPr/>
            <p:nvPr>
              <p:custDataLst>
                <p:tags r:id="rId12"/>
              </p:custDataLst>
            </p:nvPr>
          </p:nvSpPr>
          <p:spPr>
            <a:xfrm rot="16200000" flipH="1">
              <a:off x="7133851"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5" name="矩形 164"/>
            <p:cNvSpPr/>
            <p:nvPr>
              <p:custDataLst>
                <p:tags r:id="rId13"/>
              </p:custDataLst>
            </p:nvPr>
          </p:nvSpPr>
          <p:spPr>
            <a:xfrm rot="16200000" flipH="1">
              <a:off x="6818544"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6" name="矩形 165"/>
            <p:cNvSpPr/>
            <p:nvPr>
              <p:custDataLst>
                <p:tags r:id="rId14"/>
              </p:custDataLst>
            </p:nvPr>
          </p:nvSpPr>
          <p:spPr>
            <a:xfrm rot="16200000" flipH="1">
              <a:off x="6503237"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7" name="矩形 166"/>
            <p:cNvSpPr/>
            <p:nvPr>
              <p:custDataLst>
                <p:tags r:id="rId15"/>
              </p:custDataLst>
            </p:nvPr>
          </p:nvSpPr>
          <p:spPr>
            <a:xfrm rot="16200000" flipH="1">
              <a:off x="7449158" y="4375955"/>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nvGrpSpPr>
            <p:cNvPr id="146" name="组合 145"/>
            <p:cNvGrpSpPr/>
            <p:nvPr>
              <p:custDataLst>
                <p:tags r:id="rId16"/>
              </p:custDataLst>
            </p:nvPr>
          </p:nvGrpSpPr>
          <p:grpSpPr>
            <a:xfrm rot="16200000" flipH="1">
              <a:off x="6982830" y="3896362"/>
              <a:ext cx="178868" cy="1442854"/>
              <a:chOff x="3527101" y="3650859"/>
              <a:chExt cx="108391" cy="874346"/>
            </a:xfrm>
            <a:grpFill/>
          </p:grpSpPr>
          <p:sp>
            <p:nvSpPr>
              <p:cNvPr id="159" name="矩形 158"/>
              <p:cNvSpPr/>
              <p:nvPr>
                <p:custDataLst>
                  <p:tags r:id="rId26"/>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0" name="矩形 159"/>
              <p:cNvSpPr/>
              <p:nvPr>
                <p:custDataLst>
                  <p:tags r:id="rId27"/>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1" name="矩形 160"/>
              <p:cNvSpPr/>
              <p:nvPr>
                <p:custDataLst>
                  <p:tags r:id="rId28"/>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2" name="矩形 161"/>
              <p:cNvSpPr/>
              <p:nvPr>
                <p:custDataLst>
                  <p:tags r:id="rId29"/>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63" name="矩形 162"/>
              <p:cNvSpPr/>
              <p:nvPr>
                <p:custDataLst>
                  <p:tags r:id="rId30"/>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grpSp>
          <p:nvGrpSpPr>
            <p:cNvPr id="147" name="组合 146"/>
            <p:cNvGrpSpPr/>
            <p:nvPr>
              <p:custDataLst>
                <p:tags r:id="rId17"/>
              </p:custDataLst>
            </p:nvPr>
          </p:nvGrpSpPr>
          <p:grpSpPr>
            <a:xfrm rot="16200000" flipH="1">
              <a:off x="6830430" y="4048762"/>
              <a:ext cx="178868" cy="1442854"/>
              <a:chOff x="3527101" y="3650859"/>
              <a:chExt cx="108391" cy="874346"/>
            </a:xfrm>
            <a:grpFill/>
          </p:grpSpPr>
          <p:sp>
            <p:nvSpPr>
              <p:cNvPr id="154" name="矩形 153"/>
              <p:cNvSpPr/>
              <p:nvPr>
                <p:custDataLst>
                  <p:tags r:id="rId21"/>
                </p:custDataLst>
              </p:nvPr>
            </p:nvSpPr>
            <p:spPr>
              <a:xfrm>
                <a:off x="3527101" y="4033001"/>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5" name="矩形 154"/>
              <p:cNvSpPr/>
              <p:nvPr>
                <p:custDataLst>
                  <p:tags r:id="rId22"/>
                </p:custDataLst>
              </p:nvPr>
            </p:nvSpPr>
            <p:spPr>
              <a:xfrm>
                <a:off x="3527101" y="3841930"/>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6" name="矩形 155"/>
              <p:cNvSpPr/>
              <p:nvPr>
                <p:custDataLst>
                  <p:tags r:id="rId23"/>
                </p:custDataLst>
              </p:nvPr>
            </p:nvSpPr>
            <p:spPr>
              <a:xfrm>
                <a:off x="3527101" y="3650859"/>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7" name="矩形 156"/>
              <p:cNvSpPr/>
              <p:nvPr>
                <p:custDataLst>
                  <p:tags r:id="rId24"/>
                </p:custDataLst>
              </p:nvPr>
            </p:nvSpPr>
            <p:spPr>
              <a:xfrm>
                <a:off x="3527101" y="4224072"/>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58" name="矩形 157"/>
              <p:cNvSpPr/>
              <p:nvPr>
                <p:custDataLst>
                  <p:tags r:id="rId25"/>
                </p:custDataLst>
              </p:nvPr>
            </p:nvSpPr>
            <p:spPr>
              <a:xfrm>
                <a:off x="3527101" y="4416814"/>
                <a:ext cx="108391" cy="10839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sp>
          <p:nvSpPr>
            <p:cNvPr id="207" name="矩形 206"/>
            <p:cNvSpPr/>
            <p:nvPr>
              <p:custDataLst>
                <p:tags r:id="rId18"/>
              </p:custDataLst>
            </p:nvPr>
          </p:nvSpPr>
          <p:spPr>
            <a:xfrm flipH="1">
              <a:off x="6045601" y="4528353"/>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08" name="矩形 207"/>
            <p:cNvSpPr/>
            <p:nvPr>
              <p:custDataLst>
                <p:tags r:id="rId19"/>
              </p:custDataLst>
            </p:nvPr>
          </p:nvSpPr>
          <p:spPr>
            <a:xfrm flipH="1">
              <a:off x="5893201" y="4375953"/>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10" name="矩形 209"/>
            <p:cNvSpPr/>
            <p:nvPr>
              <p:custDataLst>
                <p:tags r:id="rId20"/>
              </p:custDataLst>
            </p:nvPr>
          </p:nvSpPr>
          <p:spPr>
            <a:xfrm flipH="1">
              <a:off x="6204324" y="4375953"/>
              <a:ext cx="178868" cy="1788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sp>
        <p:nvSpPr>
          <p:cNvPr id="52" name="文本框 51"/>
          <p:cNvSpPr txBox="1"/>
          <p:nvPr>
            <p:custDataLst>
              <p:tags r:id="rId4"/>
            </p:custDataLst>
          </p:nvPr>
        </p:nvSpPr>
        <p:spPr>
          <a:xfrm>
            <a:off x="2099945" y="5229225"/>
            <a:ext cx="8864600" cy="794385"/>
          </a:xfrm>
          <a:prstGeom prst="rect">
            <a:avLst/>
          </a:prstGeom>
          <a:solidFill>
            <a:schemeClr val="bg1">
              <a:alpha val="58000"/>
            </a:schemeClr>
          </a:solidFill>
          <a:effectLst>
            <a:softEdge rad="127000"/>
          </a:effectLst>
        </p:spPr>
        <p:txBody>
          <a:bodyPr wrap="square">
            <a:noAutofit/>
          </a:bodyPr>
          <a:lstStyle/>
          <a:p>
            <a:pPr algn="ctr"/>
            <a:r>
              <a:rPr lang="zh-CN" altLang="en-US" sz="4800" b="1" spc="300">
                <a:solidFill>
                  <a:srgbClr val="002060"/>
                </a:solidFill>
                <a:latin typeface="+mn-ea"/>
                <a:cs typeface="+mn-ea"/>
              </a:rPr>
              <a:t>课堂练习</a:t>
            </a:r>
          </a:p>
        </p:txBody>
      </p:sp>
      <p:pic>
        <p:nvPicPr>
          <p:cNvPr id="34" name="图片 33"/>
          <p:cNvPicPr>
            <a:picLocks noChangeAspect="1"/>
          </p:cNvPicPr>
          <p:nvPr>
            <p:custDataLst>
              <p:tags r:id="rId5"/>
            </p:custDataLst>
          </p:nvPr>
        </p:nvPicPr>
        <p:blipFill>
          <a:blip r:embed="rId42"/>
          <a:srcRect l="687" r="687"/>
          <a:stretch>
            <a:fillRect/>
          </a:stretch>
        </p:blipFill>
        <p:spPr>
          <a:xfrm>
            <a:off x="-635" y="0"/>
            <a:ext cx="12192635" cy="4895850"/>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7" presetClass="entr" presetSubtype="4" fill="hold" nodeType="withEffect">
                                  <p:stCondLst>
                                    <p:cond delay="0"/>
                                  </p:stCondLst>
                                  <p:childTnLst>
                                    <p:set>
                                      <p:cBhvr>
                                        <p:cTn id="6" dur="500"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7" presetClass="entr" presetSubtype="4" fill="hold" grpId="0" nodeType="withEffect">
                                  <p:stCondLst>
                                    <p:cond delay="0"/>
                                  </p:stCondLst>
                                  <p:childTnLst>
                                    <p:set>
                                      <p:cBhvr>
                                        <p:cTn id="10" dur="500"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ppt_x"/>
                                          </p:val>
                                        </p:tav>
                                        <p:tav tm="100000">
                                          <p:val>
                                            <p:strVal val="#ppt_x"/>
                                          </p:val>
                                        </p:tav>
                                      </p:tavLst>
                                    </p:anim>
                                    <p:anim calcmode="lin" valueType="num">
                                      <p:cBhvr additive="base">
                                        <p:cTn id="12"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240030" y="1104900"/>
            <a:ext cx="11776075" cy="2706370"/>
          </a:xfrm>
          <a:prstGeom prst="rect">
            <a:avLst/>
          </a:prstGeom>
        </p:spPr>
        <p:txBody>
          <a:bodyPr>
            <a:noAutofit/>
          </a:bodyPr>
          <a:lstStyle/>
          <a:p>
            <a:pPr marL="0" indent="0" algn="l" defTabSz="266700">
              <a:lnSpc>
                <a:spcPct val="150000"/>
              </a:lnSpc>
              <a:spcBef>
                <a:spcPct val="0"/>
              </a:spcBef>
              <a:spcAft>
                <a:spcPct val="0"/>
              </a:spcAft>
            </a:pPr>
            <a:r>
              <a:rPr lang="en-US" altLang="zh-CN" sz="2400">
                <a:latin typeface="Times New Roman" panose="02020603050405020304" charset="0"/>
                <a:ea typeface="Times New Roman" panose="02020603050405020304"/>
              </a:rPr>
              <a:t>1</a:t>
            </a:r>
            <a:r>
              <a:rPr lang="zh-CN" altLang="en-US" sz="2400">
                <a:latin typeface="黑体" panose="02010609060101010101" charset="-122"/>
                <a:ea typeface="黑体" panose="02010609060101010101" charset="-122"/>
              </a:rPr>
              <a:t>．在伽利略的理想斜面实验中，关于实验操作和结论的说法正确的是（　　）</a:t>
            </a: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．该实验说明力是维持物体运动的原因</a:t>
            </a: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．该实验为牛顿第一定律的提出提供了依据</a:t>
            </a: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C</a:t>
            </a:r>
            <a:r>
              <a:rPr lang="zh-CN" altLang="en-US" sz="2400">
                <a:latin typeface="黑体" panose="02010609060101010101" charset="-122"/>
                <a:ea typeface="黑体" panose="02010609060101010101" charset="-122"/>
              </a:rPr>
              <a:t>．该实验是理想实验，是在思维中进行的，无真实的实验基础，故其结果并不可信</a:t>
            </a: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．伽利略通过该实验直接得出了牛顿第一定律</a:t>
            </a:r>
          </a:p>
        </p:txBody>
      </p:sp>
      <p:grpSp>
        <p:nvGrpSpPr>
          <p:cNvPr id="73" name="组合 72"/>
          <p:cNvGrpSpPr/>
          <p:nvPr>
            <p:custDataLst>
              <p:tags r:id="rId3"/>
            </p:custDataLst>
          </p:nvPr>
        </p:nvGrpSpPr>
        <p:grpSpPr>
          <a:xfrm>
            <a:off x="692150" y="222885"/>
            <a:ext cx="11433810" cy="603885"/>
            <a:chOff x="1135" y="276"/>
            <a:chExt cx="18006" cy="951"/>
          </a:xfrm>
        </p:grpSpPr>
        <p:sp>
          <p:nvSpPr>
            <p:cNvPr id="74" name="矩形 73"/>
            <p:cNvSpPr/>
            <p:nvPr>
              <p:custDataLst>
                <p:tags r:id="rId8"/>
              </p:custDataLst>
            </p:nvPr>
          </p:nvSpPr>
          <p:spPr>
            <a:xfrm flipV="1">
              <a:off x="1135" y="1107"/>
              <a:ext cx="18006" cy="120"/>
            </a:xfrm>
            <a:prstGeom prst="rect">
              <a:avLst/>
            </a:prstGeom>
            <a:gradFill>
              <a:gsLst>
                <a:gs pos="0">
                  <a:schemeClr val="bg1"/>
                </a:gs>
                <a:gs pos="42000">
                  <a:srgbClr val="6ACCF2"/>
                </a:gs>
                <a:gs pos="100000">
                  <a:srgbClr val="2497EA"/>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4"/>
            <p:cNvGrpSpPr/>
            <p:nvPr>
              <p:custDataLst>
                <p:tags r:id="rId9"/>
              </p:custDataLst>
            </p:nvPr>
          </p:nvGrpSpPr>
          <p:grpSpPr>
            <a:xfrm>
              <a:off x="16598" y="558"/>
              <a:ext cx="2159" cy="473"/>
              <a:chOff x="15773" y="2292"/>
              <a:chExt cx="2613" cy="572"/>
            </a:xfrm>
          </p:grpSpPr>
          <p:sp>
            <p:nvSpPr>
              <p:cNvPr id="76" name="椭圆 75"/>
              <p:cNvSpPr/>
              <p:nvPr>
                <p:custDataLst>
                  <p:tags r:id="rId11"/>
                </p:custDataLst>
              </p:nvPr>
            </p:nvSpPr>
            <p:spPr>
              <a:xfrm>
                <a:off x="15773" y="2292"/>
                <a:ext cx="571" cy="573"/>
              </a:xfrm>
              <a:prstGeom prst="ellipse">
                <a:avLst/>
              </a:prstGeom>
              <a:solidFill>
                <a:schemeClr val="tx2">
                  <a:lumMod val="90000"/>
                  <a:lumOff val="1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custDataLst>
                  <p:tags r:id="rId12"/>
                </p:custDataLst>
              </p:nvPr>
            </p:nvSpPr>
            <p:spPr>
              <a:xfrm>
                <a:off x="16454" y="2292"/>
                <a:ext cx="571" cy="573"/>
              </a:xfrm>
              <a:prstGeom prst="ellipse">
                <a:avLst/>
              </a:prstGeom>
              <a:solidFill>
                <a:schemeClr val="tx2">
                  <a:lumMod val="75000"/>
                  <a:lumOff val="2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13"/>
                </p:custDataLst>
              </p:nvPr>
            </p:nvSpPr>
            <p:spPr>
              <a:xfrm>
                <a:off x="17135" y="2292"/>
                <a:ext cx="571" cy="573"/>
              </a:xfrm>
              <a:prstGeom prst="ellipse">
                <a:avLst/>
              </a:prstGeom>
              <a:solidFill>
                <a:schemeClr val="tx2">
                  <a:lumMod val="50000"/>
                  <a:lumOff val="5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14"/>
                </p:custDataLst>
              </p:nvPr>
            </p:nvSpPr>
            <p:spPr>
              <a:xfrm>
                <a:off x="17816" y="2292"/>
                <a:ext cx="571" cy="573"/>
              </a:xfrm>
              <a:prstGeom prst="ellipse">
                <a:avLst/>
              </a:prstGeom>
              <a:solidFill>
                <a:schemeClr val="tx2">
                  <a:lumMod val="25000"/>
                  <a:lumOff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6" name="文本框 85"/>
            <p:cNvSpPr txBox="1"/>
            <p:nvPr>
              <p:custDataLst>
                <p:tags r:id="rId10"/>
              </p:custDataLst>
            </p:nvPr>
          </p:nvSpPr>
          <p:spPr>
            <a:xfrm>
              <a:off x="1658" y="276"/>
              <a:ext cx="8149" cy="919"/>
            </a:xfrm>
            <a:prstGeom prst="rect">
              <a:avLst/>
            </a:prstGeom>
            <a:noFill/>
          </p:spPr>
          <p:txBody>
            <a:bodyPr wrap="square" rtlCol="0">
              <a:spAutoFit/>
            </a:bodyPr>
            <a:lstStyle/>
            <a:p>
              <a:r>
                <a:rPr lang="zh-CN" sz="3200" b="1">
                  <a:solidFill>
                    <a:schemeClr val="accent1">
                      <a:lumMod val="75000"/>
                    </a:schemeClr>
                  </a:solidFill>
                  <a:latin typeface="+mj-ea"/>
                  <a:ea typeface="+mj-ea"/>
                  <a:sym typeface="+mn-ea"/>
                </a:rPr>
                <a:t>课堂练习</a:t>
              </a:r>
            </a:p>
          </p:txBody>
        </p:sp>
      </p:grpSp>
      <p:grpSp>
        <p:nvGrpSpPr>
          <p:cNvPr id="6" name="组合 5"/>
          <p:cNvGrpSpPr/>
          <p:nvPr>
            <p:custDataLst>
              <p:tags r:id="rId4"/>
            </p:custDataLst>
          </p:nvPr>
        </p:nvGrpSpPr>
        <p:grpSpPr>
          <a:xfrm>
            <a:off x="167640" y="-135255"/>
            <a:ext cx="830580" cy="961390"/>
            <a:chOff x="158" y="-264"/>
            <a:chExt cx="1308" cy="1514"/>
          </a:xfrm>
        </p:grpSpPr>
        <p:sp>
          <p:nvSpPr>
            <p:cNvPr id="4" name="图形 23"/>
            <p:cNvSpPr/>
            <p:nvPr userDrawn="1">
              <p:custDataLst>
                <p:tags r:id="rId6"/>
              </p:custDataLst>
            </p:nvPr>
          </p:nvSpPr>
          <p:spPr>
            <a:xfrm>
              <a:off x="158" y="-264"/>
              <a:ext cx="1308" cy="1397"/>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5" name="图形 13"/>
            <p:cNvSpPr/>
            <p:nvPr userDrawn="1">
              <p:custDataLst>
                <p:tags r:id="rId7"/>
              </p:custDataLst>
            </p:nvPr>
          </p:nvSpPr>
          <p:spPr>
            <a:xfrm>
              <a:off x="272" y="208"/>
              <a:ext cx="1043" cy="1043"/>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grpSp>
      <p:sp>
        <p:nvSpPr>
          <p:cNvPr id="7" name="文本框 6"/>
          <p:cNvSpPr txBox="1"/>
          <p:nvPr>
            <p:custDataLst>
              <p:tags r:id="rId5"/>
            </p:custDataLst>
          </p:nvPr>
        </p:nvSpPr>
        <p:spPr>
          <a:xfrm>
            <a:off x="10031942" y="1193800"/>
            <a:ext cx="719455" cy="551815"/>
          </a:xfrm>
          <a:prstGeom prst="rect">
            <a:avLst/>
          </a:prstGeom>
          <a:noFill/>
        </p:spPr>
        <p:txBody>
          <a:bodyPr wrap="square" rtlCol="0">
            <a:noAutofit/>
          </a:bodyPr>
          <a:lstStyle/>
          <a:p>
            <a:pPr algn="l"/>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B</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custDataLst>
              <p:tags r:id="rId2"/>
            </p:custDataLst>
          </p:nvPr>
        </p:nvGrpSpPr>
        <p:grpSpPr>
          <a:xfrm>
            <a:off x="692150" y="222885"/>
            <a:ext cx="11433810" cy="603885"/>
            <a:chOff x="1135" y="276"/>
            <a:chExt cx="18006" cy="951"/>
          </a:xfrm>
        </p:grpSpPr>
        <p:sp>
          <p:nvSpPr>
            <p:cNvPr id="74" name="矩形 73"/>
            <p:cNvSpPr/>
            <p:nvPr>
              <p:custDataLst>
                <p:tags r:id="rId7"/>
              </p:custDataLst>
            </p:nvPr>
          </p:nvSpPr>
          <p:spPr>
            <a:xfrm flipV="1">
              <a:off x="1135" y="1107"/>
              <a:ext cx="18006" cy="120"/>
            </a:xfrm>
            <a:prstGeom prst="rect">
              <a:avLst/>
            </a:prstGeom>
            <a:gradFill>
              <a:gsLst>
                <a:gs pos="0">
                  <a:schemeClr val="bg1"/>
                </a:gs>
                <a:gs pos="42000">
                  <a:srgbClr val="6ACCF2"/>
                </a:gs>
                <a:gs pos="100000">
                  <a:srgbClr val="2497EA"/>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4"/>
            <p:cNvGrpSpPr/>
            <p:nvPr>
              <p:custDataLst>
                <p:tags r:id="rId8"/>
              </p:custDataLst>
            </p:nvPr>
          </p:nvGrpSpPr>
          <p:grpSpPr>
            <a:xfrm>
              <a:off x="16598" y="558"/>
              <a:ext cx="2159" cy="473"/>
              <a:chOff x="15773" y="2292"/>
              <a:chExt cx="2613" cy="572"/>
            </a:xfrm>
          </p:grpSpPr>
          <p:sp>
            <p:nvSpPr>
              <p:cNvPr id="76" name="椭圆 75"/>
              <p:cNvSpPr/>
              <p:nvPr>
                <p:custDataLst>
                  <p:tags r:id="rId10"/>
                </p:custDataLst>
              </p:nvPr>
            </p:nvSpPr>
            <p:spPr>
              <a:xfrm>
                <a:off x="15773" y="2292"/>
                <a:ext cx="571" cy="573"/>
              </a:xfrm>
              <a:prstGeom prst="ellipse">
                <a:avLst/>
              </a:prstGeom>
              <a:solidFill>
                <a:schemeClr val="tx2">
                  <a:lumMod val="90000"/>
                  <a:lumOff val="1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custDataLst>
                  <p:tags r:id="rId11"/>
                </p:custDataLst>
              </p:nvPr>
            </p:nvSpPr>
            <p:spPr>
              <a:xfrm>
                <a:off x="16454" y="2292"/>
                <a:ext cx="571" cy="573"/>
              </a:xfrm>
              <a:prstGeom prst="ellipse">
                <a:avLst/>
              </a:prstGeom>
              <a:solidFill>
                <a:schemeClr val="tx2">
                  <a:lumMod val="75000"/>
                  <a:lumOff val="2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12"/>
                </p:custDataLst>
              </p:nvPr>
            </p:nvSpPr>
            <p:spPr>
              <a:xfrm>
                <a:off x="17135" y="2292"/>
                <a:ext cx="571" cy="573"/>
              </a:xfrm>
              <a:prstGeom prst="ellipse">
                <a:avLst/>
              </a:prstGeom>
              <a:solidFill>
                <a:schemeClr val="tx2">
                  <a:lumMod val="50000"/>
                  <a:lumOff val="5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13"/>
                </p:custDataLst>
              </p:nvPr>
            </p:nvSpPr>
            <p:spPr>
              <a:xfrm>
                <a:off x="17816" y="2292"/>
                <a:ext cx="571" cy="573"/>
              </a:xfrm>
              <a:prstGeom prst="ellipse">
                <a:avLst/>
              </a:prstGeom>
              <a:solidFill>
                <a:schemeClr val="tx2">
                  <a:lumMod val="25000"/>
                  <a:lumOff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6" name="文本框 85"/>
            <p:cNvSpPr txBox="1"/>
            <p:nvPr>
              <p:custDataLst>
                <p:tags r:id="rId9"/>
              </p:custDataLst>
            </p:nvPr>
          </p:nvSpPr>
          <p:spPr>
            <a:xfrm>
              <a:off x="1658" y="276"/>
              <a:ext cx="8149" cy="919"/>
            </a:xfrm>
            <a:prstGeom prst="rect">
              <a:avLst/>
            </a:prstGeom>
            <a:noFill/>
          </p:spPr>
          <p:txBody>
            <a:bodyPr wrap="square" rtlCol="0">
              <a:spAutoFit/>
            </a:bodyPr>
            <a:lstStyle/>
            <a:p>
              <a:r>
                <a:rPr lang="zh-CN" sz="3200" b="1">
                  <a:solidFill>
                    <a:schemeClr val="accent1">
                      <a:lumMod val="75000"/>
                    </a:schemeClr>
                  </a:solidFill>
                  <a:latin typeface="+mj-ea"/>
                  <a:ea typeface="+mj-ea"/>
                  <a:sym typeface="+mn-ea"/>
                </a:rPr>
                <a:t>课堂练习</a:t>
              </a:r>
            </a:p>
          </p:txBody>
        </p:sp>
      </p:grpSp>
      <p:grpSp>
        <p:nvGrpSpPr>
          <p:cNvPr id="6" name="组合 5"/>
          <p:cNvGrpSpPr/>
          <p:nvPr>
            <p:custDataLst>
              <p:tags r:id="rId3"/>
            </p:custDataLst>
          </p:nvPr>
        </p:nvGrpSpPr>
        <p:grpSpPr>
          <a:xfrm>
            <a:off x="167640" y="-135255"/>
            <a:ext cx="830580" cy="961390"/>
            <a:chOff x="158" y="-264"/>
            <a:chExt cx="1308" cy="1514"/>
          </a:xfrm>
        </p:grpSpPr>
        <p:sp>
          <p:nvSpPr>
            <p:cNvPr id="4" name="图形 23"/>
            <p:cNvSpPr/>
            <p:nvPr userDrawn="1">
              <p:custDataLst>
                <p:tags r:id="rId5"/>
              </p:custDataLst>
            </p:nvPr>
          </p:nvSpPr>
          <p:spPr>
            <a:xfrm>
              <a:off x="158" y="-264"/>
              <a:ext cx="1308" cy="1397"/>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5" name="图形 13"/>
            <p:cNvSpPr/>
            <p:nvPr userDrawn="1">
              <p:custDataLst>
                <p:tags r:id="rId6"/>
              </p:custDataLst>
            </p:nvPr>
          </p:nvSpPr>
          <p:spPr>
            <a:xfrm>
              <a:off x="272" y="208"/>
              <a:ext cx="1043" cy="1043"/>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grpSp>
      <p:sp>
        <p:nvSpPr>
          <p:cNvPr id="2" name="文本框 1"/>
          <p:cNvSpPr txBox="1"/>
          <p:nvPr>
            <p:custDataLst>
              <p:tags r:id="rId4"/>
            </p:custDataLst>
          </p:nvPr>
        </p:nvSpPr>
        <p:spPr>
          <a:xfrm>
            <a:off x="364490" y="1113790"/>
            <a:ext cx="11356975" cy="3949700"/>
          </a:xfrm>
          <a:prstGeom prst="rect">
            <a:avLst/>
          </a:prstGeom>
        </p:spPr>
        <p:txBody>
          <a:bodyPr wrap="square">
            <a:noAutofit/>
          </a:bodyPr>
          <a:lstStyle/>
          <a:p>
            <a:pPr marL="0" indent="0" algn="l" defTabSz="266700">
              <a:lnSpc>
                <a:spcPct val="150000"/>
              </a:lnSpc>
              <a:spcBef>
                <a:spcPct val="0"/>
              </a:spcBef>
              <a:spcAft>
                <a:spcPct val="0"/>
              </a:spcAft>
            </a:pPr>
            <a:r>
              <a:rPr lang="zh-CN" altLang="en-US" sz="2400">
                <a:solidFill>
                  <a:srgbClr val="FF0000"/>
                </a:solidFill>
                <a:latin typeface="黑体" panose="02010609060101010101" charset="-122"/>
                <a:ea typeface="黑体" panose="02010609060101010101" charset="-122"/>
              </a:rPr>
              <a:t>【答案】</a:t>
            </a:r>
            <a:r>
              <a:rPr lang="en-US" altLang="zh-CN" sz="2400">
                <a:solidFill>
                  <a:srgbClr val="FF0000"/>
                </a:solidFill>
                <a:latin typeface="Times New Roman" panose="02020603050405020304" charset="0"/>
                <a:ea typeface="黑体" panose="02010609060101010101" charset="-122"/>
              </a:rPr>
              <a:t>B</a:t>
            </a:r>
          </a:p>
          <a:p>
            <a:pPr marL="0" indent="0" algn="l" defTabSz="266700">
              <a:lnSpc>
                <a:spcPct val="150000"/>
              </a:lnSpc>
              <a:spcBef>
                <a:spcPct val="0"/>
              </a:spcBef>
              <a:spcAft>
                <a:spcPct val="0"/>
              </a:spcAft>
            </a:pPr>
            <a:r>
              <a:rPr lang="zh-CN" altLang="en-US" sz="2400">
                <a:solidFill>
                  <a:srgbClr val="FF0000"/>
                </a:solidFill>
                <a:latin typeface="黑体" panose="02010609060101010101" charset="-122"/>
                <a:ea typeface="黑体" panose="02010609060101010101" charset="-122"/>
              </a:rPr>
              <a:t>【详解】</a:t>
            </a:r>
            <a:r>
              <a:rPr lang="en-US" altLang="zh-CN" sz="2400">
                <a:latin typeface="Times New Roman" panose="02020603050405020304" charset="0"/>
                <a:ea typeface="黑体" panose="02010609060101010101" charset="-122"/>
              </a:rPr>
              <a:t>A. </a:t>
            </a:r>
            <a:r>
              <a:rPr lang="zh-CN" altLang="en-US" sz="2400">
                <a:latin typeface="黑体" panose="02010609060101010101" charset="-122"/>
                <a:ea typeface="黑体" panose="02010609060101010101" charset="-122"/>
              </a:rPr>
              <a:t>伽利略的理想斜面实验表明，物体在不受外力作用时将保持匀速直线运动或静止状态，从而反驳了</a:t>
            </a:r>
            <a:r>
              <a:rPr lang="zh-CN" altLang="en-US" sz="2400">
                <a:latin typeface="Times New Roman" panose="02020603050405020304" charset="0"/>
                <a:ea typeface="黑体" panose="02010609060101010101" charset="-122"/>
              </a:rPr>
              <a:t>“</a:t>
            </a:r>
            <a:r>
              <a:rPr lang="zh-CN" altLang="en-US" sz="2400">
                <a:latin typeface="黑体" panose="02010609060101010101" charset="-122"/>
                <a:ea typeface="黑体" panose="02010609060101010101" charset="-122"/>
              </a:rPr>
              <a:t>力是维持物体运动的原因</a:t>
            </a:r>
            <a:r>
              <a:rPr lang="zh-CN" altLang="en-US" sz="2400">
                <a:latin typeface="Times New Roman" panose="02020603050405020304" charset="0"/>
                <a:ea typeface="黑体" panose="02010609060101010101" charset="-122"/>
              </a:rPr>
              <a:t>”</a:t>
            </a:r>
            <a:r>
              <a:rPr lang="zh-CN" altLang="en-US" sz="2400">
                <a:latin typeface="黑体" panose="02010609060101010101" charset="-122"/>
                <a:ea typeface="黑体" panose="02010609060101010101" charset="-122"/>
              </a:rPr>
              <a:t>的观点，故</a:t>
            </a: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错误；</a:t>
            </a:r>
          </a:p>
          <a:p>
            <a:pPr marL="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B. </a:t>
            </a:r>
            <a:r>
              <a:rPr lang="zh-CN" altLang="en-US" sz="2400">
                <a:latin typeface="黑体" panose="02010609060101010101" charset="-122"/>
                <a:ea typeface="黑体" panose="02010609060101010101" charset="-122"/>
              </a:rPr>
              <a:t>该实验通过理想化推理，揭示了物体运动的惯性特性，为牛顿第一定律的提出奠定了实验和理论基础，故</a:t>
            </a: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正确；</a:t>
            </a:r>
          </a:p>
          <a:p>
            <a:pPr marL="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C. </a:t>
            </a:r>
            <a:r>
              <a:rPr lang="zh-CN" altLang="en-US" sz="2400">
                <a:latin typeface="黑体" panose="02010609060101010101" charset="-122"/>
                <a:ea typeface="黑体" panose="02010609060101010101" charset="-122"/>
              </a:rPr>
              <a:t>该实验虽为理想实验，但基于伽利略的实际斜面小球滚动实验，其结果科学可信，并被物理学界广泛接受，故</a:t>
            </a:r>
            <a:r>
              <a:rPr lang="en-US" altLang="zh-CN" sz="2400">
                <a:latin typeface="Times New Roman" panose="02020603050405020304" charset="0"/>
                <a:ea typeface="黑体" panose="02010609060101010101" charset="-122"/>
              </a:rPr>
              <a:t>C</a:t>
            </a:r>
            <a:r>
              <a:rPr lang="zh-CN" altLang="en-US" sz="2400">
                <a:latin typeface="黑体" panose="02010609060101010101" charset="-122"/>
                <a:ea typeface="黑体" panose="02010609060101010101" charset="-122"/>
              </a:rPr>
              <a:t>错误；</a:t>
            </a:r>
          </a:p>
          <a:p>
            <a:pPr marL="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D. </a:t>
            </a:r>
            <a:r>
              <a:rPr lang="zh-CN" altLang="en-US" sz="2400">
                <a:latin typeface="黑体" panose="02010609060101010101" charset="-122"/>
                <a:ea typeface="黑体" panose="02010609060101010101" charset="-122"/>
              </a:rPr>
              <a:t>伽利略通过实验得出了惯性原理的初步结论，但牛顿第一定律是由牛顿在伽利略等前人工作基础上总结提出的，故</a:t>
            </a: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错误。</a:t>
            </a:r>
          </a:p>
          <a:p>
            <a:pPr marL="0" indent="0" algn="l" defTabSz="266700">
              <a:lnSpc>
                <a:spcPct val="150000"/>
              </a:lnSpc>
              <a:spcBef>
                <a:spcPct val="0"/>
              </a:spcBef>
              <a:spcAft>
                <a:spcPct val="0"/>
              </a:spcAft>
            </a:pPr>
            <a:r>
              <a:rPr lang="zh-CN" altLang="en-US" sz="2400">
                <a:latin typeface="黑体" panose="02010609060101010101" charset="-122"/>
                <a:ea typeface="黑体" panose="02010609060101010101" charset="-122"/>
              </a:rPr>
              <a:t>故选</a:t>
            </a: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a:t>
            </a:r>
          </a:p>
        </p:txBody>
      </p:sp>
    </p:spTree>
    <p:custDataLst>
      <p:tags r:id="rId1"/>
    </p:custData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372745" y="1146175"/>
            <a:ext cx="11370945" cy="2654935"/>
          </a:xfrm>
          <a:prstGeom prst="rect">
            <a:avLst/>
          </a:prstGeom>
        </p:spPr>
        <p:txBody>
          <a:bodyPr>
            <a:noAutofit/>
          </a:bodyPr>
          <a:lstStyle/>
          <a:p>
            <a:pPr marL="0" indent="0" algn="l" defTabSz="266700">
              <a:lnSpc>
                <a:spcPct val="150000"/>
              </a:lnSpc>
              <a:spcBef>
                <a:spcPct val="0"/>
              </a:spcBef>
              <a:spcAft>
                <a:spcPct val="0"/>
              </a:spcAft>
            </a:pPr>
            <a:r>
              <a:rPr lang="en-US" altLang="zh-CN" sz="2800">
                <a:latin typeface="Times New Roman" panose="02020603050405020304" charset="0"/>
                <a:ea typeface="Times New Roman" panose="02020603050405020304"/>
              </a:rPr>
              <a:t>2</a:t>
            </a:r>
            <a:r>
              <a:rPr lang="zh-CN" altLang="en-US" sz="2800">
                <a:latin typeface="黑体" panose="02010609060101010101" charset="-122"/>
                <a:ea typeface="黑体" panose="02010609060101010101" charset="-122"/>
              </a:rPr>
              <a:t>．下列关于牛顿第一定律和惯性的说法，错误的是（</a:t>
            </a:r>
            <a:r>
              <a:rPr lang="en-US" altLang="zh-CN" sz="2800">
                <a:latin typeface="Times New Roman" panose="02020603050405020304" charset="0"/>
                <a:ea typeface="黑体" panose="02010609060101010101" charset="-122"/>
              </a:rPr>
              <a:t>     </a:t>
            </a:r>
            <a:r>
              <a:rPr lang="zh-CN" altLang="en-US" sz="2800">
                <a:latin typeface="黑体" panose="02010609060101010101" charset="-122"/>
                <a:ea typeface="黑体" panose="02010609060101010101" charset="-122"/>
              </a:rPr>
              <a:t>）</a:t>
            </a:r>
          </a:p>
          <a:p>
            <a:pPr marL="190500" indent="0" algn="l" defTabSz="266700">
              <a:lnSpc>
                <a:spcPct val="150000"/>
              </a:lnSpc>
              <a:spcBef>
                <a:spcPct val="0"/>
              </a:spcBef>
              <a:spcAft>
                <a:spcPct val="0"/>
              </a:spcAft>
            </a:pPr>
            <a:r>
              <a:rPr lang="en-US" altLang="zh-CN" sz="2800">
                <a:latin typeface="Times New Roman" panose="02020603050405020304" charset="0"/>
                <a:ea typeface="黑体" panose="02010609060101010101" charset="-122"/>
              </a:rPr>
              <a:t>A</a:t>
            </a:r>
            <a:r>
              <a:rPr lang="zh-CN" altLang="en-US" sz="2800">
                <a:latin typeface="黑体" panose="02010609060101010101" charset="-122"/>
                <a:ea typeface="黑体" panose="02010609060101010101" charset="-122"/>
              </a:rPr>
              <a:t>．牛顿第一定律是在实验基础上推理概括得出的</a:t>
            </a:r>
          </a:p>
          <a:p>
            <a:pPr marL="190500" indent="0" algn="l" defTabSz="266700">
              <a:lnSpc>
                <a:spcPct val="150000"/>
              </a:lnSpc>
              <a:spcBef>
                <a:spcPct val="0"/>
              </a:spcBef>
              <a:spcAft>
                <a:spcPct val="0"/>
              </a:spcAft>
            </a:pPr>
            <a:r>
              <a:rPr lang="en-US" altLang="zh-CN" sz="2800">
                <a:latin typeface="Times New Roman" panose="02020603050405020304" charset="0"/>
                <a:ea typeface="黑体" panose="02010609060101010101" charset="-122"/>
              </a:rPr>
              <a:t>B</a:t>
            </a:r>
            <a:r>
              <a:rPr lang="zh-CN" altLang="en-US" sz="2800">
                <a:latin typeface="黑体" panose="02010609060101010101" charset="-122"/>
                <a:ea typeface="黑体" panose="02010609060101010101" charset="-122"/>
              </a:rPr>
              <a:t>．汽车刹车时，乘客向前倾倒，是因为乘客具有惯性</a:t>
            </a:r>
          </a:p>
          <a:p>
            <a:pPr marL="190500" indent="0" algn="l" defTabSz="266700">
              <a:lnSpc>
                <a:spcPct val="150000"/>
              </a:lnSpc>
              <a:spcBef>
                <a:spcPct val="0"/>
              </a:spcBef>
              <a:spcAft>
                <a:spcPct val="0"/>
              </a:spcAft>
            </a:pPr>
            <a:r>
              <a:rPr lang="en-US" altLang="zh-CN" sz="2800">
                <a:latin typeface="Times New Roman" panose="02020603050405020304" charset="0"/>
                <a:ea typeface="黑体" panose="02010609060101010101" charset="-122"/>
              </a:rPr>
              <a:t>C</a:t>
            </a:r>
            <a:r>
              <a:rPr lang="zh-CN" altLang="en-US" sz="2800">
                <a:latin typeface="黑体" panose="02010609060101010101" charset="-122"/>
                <a:ea typeface="黑体" panose="02010609060101010101" charset="-122"/>
              </a:rPr>
              <a:t>．物体的惯性大小只与物体的质量有关</a:t>
            </a:r>
          </a:p>
          <a:p>
            <a:pPr marL="190500" indent="0" algn="l" defTabSz="266700">
              <a:lnSpc>
                <a:spcPct val="150000"/>
              </a:lnSpc>
              <a:spcBef>
                <a:spcPct val="0"/>
              </a:spcBef>
              <a:spcAft>
                <a:spcPct val="0"/>
              </a:spcAft>
            </a:pPr>
            <a:r>
              <a:rPr lang="en-US" altLang="zh-CN" sz="2800">
                <a:latin typeface="Times New Roman" panose="02020603050405020304" charset="0"/>
                <a:ea typeface="黑体" panose="02010609060101010101" charset="-122"/>
              </a:rPr>
              <a:t>D</a:t>
            </a:r>
            <a:r>
              <a:rPr lang="zh-CN" altLang="en-US" sz="2800">
                <a:latin typeface="黑体" panose="02010609060101010101" charset="-122"/>
                <a:ea typeface="黑体" panose="02010609060101010101" charset="-122"/>
              </a:rPr>
              <a:t>．物体不受力时，一定处于静止状态</a:t>
            </a:r>
          </a:p>
        </p:txBody>
      </p:sp>
      <p:grpSp>
        <p:nvGrpSpPr>
          <p:cNvPr id="73" name="组合 72"/>
          <p:cNvGrpSpPr/>
          <p:nvPr>
            <p:custDataLst>
              <p:tags r:id="rId3"/>
            </p:custDataLst>
          </p:nvPr>
        </p:nvGrpSpPr>
        <p:grpSpPr>
          <a:xfrm>
            <a:off x="692150" y="222885"/>
            <a:ext cx="11433810" cy="603885"/>
            <a:chOff x="1135" y="276"/>
            <a:chExt cx="18006" cy="951"/>
          </a:xfrm>
        </p:grpSpPr>
        <p:sp>
          <p:nvSpPr>
            <p:cNvPr id="74" name="矩形 73"/>
            <p:cNvSpPr/>
            <p:nvPr>
              <p:custDataLst>
                <p:tags r:id="rId8"/>
              </p:custDataLst>
            </p:nvPr>
          </p:nvSpPr>
          <p:spPr>
            <a:xfrm flipV="1">
              <a:off x="1135" y="1107"/>
              <a:ext cx="18006" cy="120"/>
            </a:xfrm>
            <a:prstGeom prst="rect">
              <a:avLst/>
            </a:prstGeom>
            <a:gradFill>
              <a:gsLst>
                <a:gs pos="0">
                  <a:schemeClr val="bg1"/>
                </a:gs>
                <a:gs pos="42000">
                  <a:srgbClr val="6ACCF2"/>
                </a:gs>
                <a:gs pos="100000">
                  <a:srgbClr val="2497EA"/>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4"/>
            <p:cNvGrpSpPr/>
            <p:nvPr>
              <p:custDataLst>
                <p:tags r:id="rId9"/>
              </p:custDataLst>
            </p:nvPr>
          </p:nvGrpSpPr>
          <p:grpSpPr>
            <a:xfrm>
              <a:off x="16598" y="558"/>
              <a:ext cx="2159" cy="473"/>
              <a:chOff x="15773" y="2292"/>
              <a:chExt cx="2613" cy="572"/>
            </a:xfrm>
          </p:grpSpPr>
          <p:sp>
            <p:nvSpPr>
              <p:cNvPr id="76" name="椭圆 75"/>
              <p:cNvSpPr/>
              <p:nvPr>
                <p:custDataLst>
                  <p:tags r:id="rId11"/>
                </p:custDataLst>
              </p:nvPr>
            </p:nvSpPr>
            <p:spPr>
              <a:xfrm>
                <a:off x="15773" y="2292"/>
                <a:ext cx="571" cy="573"/>
              </a:xfrm>
              <a:prstGeom prst="ellipse">
                <a:avLst/>
              </a:prstGeom>
              <a:solidFill>
                <a:schemeClr val="tx2">
                  <a:lumMod val="90000"/>
                  <a:lumOff val="1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custDataLst>
                  <p:tags r:id="rId12"/>
                </p:custDataLst>
              </p:nvPr>
            </p:nvSpPr>
            <p:spPr>
              <a:xfrm>
                <a:off x="16454" y="2292"/>
                <a:ext cx="571" cy="573"/>
              </a:xfrm>
              <a:prstGeom prst="ellipse">
                <a:avLst/>
              </a:prstGeom>
              <a:solidFill>
                <a:schemeClr val="tx2">
                  <a:lumMod val="75000"/>
                  <a:lumOff val="2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13"/>
                </p:custDataLst>
              </p:nvPr>
            </p:nvSpPr>
            <p:spPr>
              <a:xfrm>
                <a:off x="17135" y="2292"/>
                <a:ext cx="571" cy="573"/>
              </a:xfrm>
              <a:prstGeom prst="ellipse">
                <a:avLst/>
              </a:prstGeom>
              <a:solidFill>
                <a:schemeClr val="tx2">
                  <a:lumMod val="50000"/>
                  <a:lumOff val="5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14"/>
                </p:custDataLst>
              </p:nvPr>
            </p:nvSpPr>
            <p:spPr>
              <a:xfrm>
                <a:off x="17816" y="2292"/>
                <a:ext cx="571" cy="573"/>
              </a:xfrm>
              <a:prstGeom prst="ellipse">
                <a:avLst/>
              </a:prstGeom>
              <a:solidFill>
                <a:schemeClr val="tx2">
                  <a:lumMod val="25000"/>
                  <a:lumOff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6" name="文本框 85"/>
            <p:cNvSpPr txBox="1"/>
            <p:nvPr>
              <p:custDataLst>
                <p:tags r:id="rId10"/>
              </p:custDataLst>
            </p:nvPr>
          </p:nvSpPr>
          <p:spPr>
            <a:xfrm>
              <a:off x="1658" y="276"/>
              <a:ext cx="8149" cy="919"/>
            </a:xfrm>
            <a:prstGeom prst="rect">
              <a:avLst/>
            </a:prstGeom>
            <a:noFill/>
          </p:spPr>
          <p:txBody>
            <a:bodyPr wrap="square" rtlCol="0">
              <a:spAutoFit/>
            </a:bodyPr>
            <a:lstStyle/>
            <a:p>
              <a:r>
                <a:rPr lang="zh-CN" sz="3200" b="1">
                  <a:solidFill>
                    <a:schemeClr val="accent1">
                      <a:lumMod val="75000"/>
                    </a:schemeClr>
                  </a:solidFill>
                  <a:latin typeface="+mj-ea"/>
                  <a:ea typeface="+mj-ea"/>
                  <a:sym typeface="+mn-ea"/>
                </a:rPr>
                <a:t>课堂练习</a:t>
              </a:r>
            </a:p>
          </p:txBody>
        </p:sp>
      </p:grpSp>
      <p:grpSp>
        <p:nvGrpSpPr>
          <p:cNvPr id="6" name="组合 5"/>
          <p:cNvGrpSpPr/>
          <p:nvPr>
            <p:custDataLst>
              <p:tags r:id="rId4"/>
            </p:custDataLst>
          </p:nvPr>
        </p:nvGrpSpPr>
        <p:grpSpPr>
          <a:xfrm>
            <a:off x="167640" y="-135255"/>
            <a:ext cx="830580" cy="961390"/>
            <a:chOff x="158" y="-264"/>
            <a:chExt cx="1308" cy="1514"/>
          </a:xfrm>
        </p:grpSpPr>
        <p:sp>
          <p:nvSpPr>
            <p:cNvPr id="4" name="图形 23"/>
            <p:cNvSpPr/>
            <p:nvPr userDrawn="1">
              <p:custDataLst>
                <p:tags r:id="rId6"/>
              </p:custDataLst>
            </p:nvPr>
          </p:nvSpPr>
          <p:spPr>
            <a:xfrm>
              <a:off x="158" y="-264"/>
              <a:ext cx="1308" cy="1397"/>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5" name="图形 13"/>
            <p:cNvSpPr/>
            <p:nvPr userDrawn="1">
              <p:custDataLst>
                <p:tags r:id="rId7"/>
              </p:custDataLst>
            </p:nvPr>
          </p:nvSpPr>
          <p:spPr>
            <a:xfrm>
              <a:off x="272" y="208"/>
              <a:ext cx="1043" cy="1043"/>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grpSp>
      <p:sp>
        <p:nvSpPr>
          <p:cNvPr id="7" name="文本框 6"/>
          <p:cNvSpPr txBox="1"/>
          <p:nvPr>
            <p:custDataLst>
              <p:tags r:id="rId5"/>
            </p:custDataLst>
          </p:nvPr>
        </p:nvSpPr>
        <p:spPr>
          <a:xfrm>
            <a:off x="8832427" y="1282700"/>
            <a:ext cx="719455" cy="551815"/>
          </a:xfrm>
          <a:prstGeom prst="rect">
            <a:avLst/>
          </a:prstGeom>
          <a:noFill/>
        </p:spPr>
        <p:txBody>
          <a:bodyPr wrap="square" rtlCol="0">
            <a:noAutofit/>
          </a:bodyPr>
          <a:lstStyle/>
          <a:p>
            <a:pPr algn="l"/>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D</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custDataLst>
              <p:tags r:id="rId2"/>
            </p:custDataLst>
          </p:nvPr>
        </p:nvGrpSpPr>
        <p:grpSpPr>
          <a:xfrm>
            <a:off x="692150" y="222885"/>
            <a:ext cx="11433810" cy="603885"/>
            <a:chOff x="1135" y="276"/>
            <a:chExt cx="18006" cy="951"/>
          </a:xfrm>
        </p:grpSpPr>
        <p:sp>
          <p:nvSpPr>
            <p:cNvPr id="74" name="矩形 73"/>
            <p:cNvSpPr/>
            <p:nvPr>
              <p:custDataLst>
                <p:tags r:id="rId7"/>
              </p:custDataLst>
            </p:nvPr>
          </p:nvSpPr>
          <p:spPr>
            <a:xfrm flipV="1">
              <a:off x="1135" y="1107"/>
              <a:ext cx="18006" cy="120"/>
            </a:xfrm>
            <a:prstGeom prst="rect">
              <a:avLst/>
            </a:prstGeom>
            <a:gradFill>
              <a:gsLst>
                <a:gs pos="0">
                  <a:schemeClr val="bg1"/>
                </a:gs>
                <a:gs pos="42000">
                  <a:srgbClr val="6ACCF2"/>
                </a:gs>
                <a:gs pos="100000">
                  <a:srgbClr val="2497EA"/>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4"/>
            <p:cNvGrpSpPr/>
            <p:nvPr>
              <p:custDataLst>
                <p:tags r:id="rId8"/>
              </p:custDataLst>
            </p:nvPr>
          </p:nvGrpSpPr>
          <p:grpSpPr>
            <a:xfrm>
              <a:off x="16598" y="558"/>
              <a:ext cx="2159" cy="473"/>
              <a:chOff x="15773" y="2292"/>
              <a:chExt cx="2613" cy="572"/>
            </a:xfrm>
          </p:grpSpPr>
          <p:sp>
            <p:nvSpPr>
              <p:cNvPr id="76" name="椭圆 75"/>
              <p:cNvSpPr/>
              <p:nvPr>
                <p:custDataLst>
                  <p:tags r:id="rId10"/>
                </p:custDataLst>
              </p:nvPr>
            </p:nvSpPr>
            <p:spPr>
              <a:xfrm>
                <a:off x="15773" y="2292"/>
                <a:ext cx="571" cy="573"/>
              </a:xfrm>
              <a:prstGeom prst="ellipse">
                <a:avLst/>
              </a:prstGeom>
              <a:solidFill>
                <a:schemeClr val="tx2">
                  <a:lumMod val="90000"/>
                  <a:lumOff val="1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custDataLst>
                  <p:tags r:id="rId11"/>
                </p:custDataLst>
              </p:nvPr>
            </p:nvSpPr>
            <p:spPr>
              <a:xfrm>
                <a:off x="16454" y="2292"/>
                <a:ext cx="571" cy="573"/>
              </a:xfrm>
              <a:prstGeom prst="ellipse">
                <a:avLst/>
              </a:prstGeom>
              <a:solidFill>
                <a:schemeClr val="tx2">
                  <a:lumMod val="75000"/>
                  <a:lumOff val="2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12"/>
                </p:custDataLst>
              </p:nvPr>
            </p:nvSpPr>
            <p:spPr>
              <a:xfrm>
                <a:off x="17135" y="2292"/>
                <a:ext cx="571" cy="573"/>
              </a:xfrm>
              <a:prstGeom prst="ellipse">
                <a:avLst/>
              </a:prstGeom>
              <a:solidFill>
                <a:schemeClr val="tx2">
                  <a:lumMod val="50000"/>
                  <a:lumOff val="5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13"/>
                </p:custDataLst>
              </p:nvPr>
            </p:nvSpPr>
            <p:spPr>
              <a:xfrm>
                <a:off x="17816" y="2292"/>
                <a:ext cx="571" cy="573"/>
              </a:xfrm>
              <a:prstGeom prst="ellipse">
                <a:avLst/>
              </a:prstGeom>
              <a:solidFill>
                <a:schemeClr val="tx2">
                  <a:lumMod val="25000"/>
                  <a:lumOff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6" name="文本框 85"/>
            <p:cNvSpPr txBox="1"/>
            <p:nvPr>
              <p:custDataLst>
                <p:tags r:id="rId9"/>
              </p:custDataLst>
            </p:nvPr>
          </p:nvSpPr>
          <p:spPr>
            <a:xfrm>
              <a:off x="1658" y="276"/>
              <a:ext cx="8149" cy="919"/>
            </a:xfrm>
            <a:prstGeom prst="rect">
              <a:avLst/>
            </a:prstGeom>
            <a:noFill/>
          </p:spPr>
          <p:txBody>
            <a:bodyPr wrap="square" rtlCol="0">
              <a:spAutoFit/>
            </a:bodyPr>
            <a:lstStyle/>
            <a:p>
              <a:r>
                <a:rPr lang="zh-CN" sz="3200" b="1">
                  <a:solidFill>
                    <a:schemeClr val="accent1">
                      <a:lumMod val="75000"/>
                    </a:schemeClr>
                  </a:solidFill>
                  <a:latin typeface="+mj-ea"/>
                  <a:ea typeface="+mj-ea"/>
                  <a:sym typeface="+mn-ea"/>
                </a:rPr>
                <a:t>课堂练习</a:t>
              </a:r>
            </a:p>
          </p:txBody>
        </p:sp>
      </p:grpSp>
      <p:grpSp>
        <p:nvGrpSpPr>
          <p:cNvPr id="6" name="组合 5"/>
          <p:cNvGrpSpPr/>
          <p:nvPr>
            <p:custDataLst>
              <p:tags r:id="rId3"/>
            </p:custDataLst>
          </p:nvPr>
        </p:nvGrpSpPr>
        <p:grpSpPr>
          <a:xfrm>
            <a:off x="167640" y="-135255"/>
            <a:ext cx="830580" cy="961390"/>
            <a:chOff x="158" y="-264"/>
            <a:chExt cx="1308" cy="1514"/>
          </a:xfrm>
        </p:grpSpPr>
        <p:sp>
          <p:nvSpPr>
            <p:cNvPr id="4" name="图形 23"/>
            <p:cNvSpPr/>
            <p:nvPr userDrawn="1">
              <p:custDataLst>
                <p:tags r:id="rId5"/>
              </p:custDataLst>
            </p:nvPr>
          </p:nvSpPr>
          <p:spPr>
            <a:xfrm>
              <a:off x="158" y="-264"/>
              <a:ext cx="1308" cy="1397"/>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5" name="图形 13"/>
            <p:cNvSpPr/>
            <p:nvPr userDrawn="1">
              <p:custDataLst>
                <p:tags r:id="rId6"/>
              </p:custDataLst>
            </p:nvPr>
          </p:nvSpPr>
          <p:spPr>
            <a:xfrm>
              <a:off x="272" y="208"/>
              <a:ext cx="1043" cy="1043"/>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grpSp>
      <p:sp>
        <p:nvSpPr>
          <p:cNvPr id="2" name="文本框 1"/>
          <p:cNvSpPr txBox="1"/>
          <p:nvPr>
            <p:custDataLst>
              <p:tags r:id="rId4"/>
            </p:custDataLst>
          </p:nvPr>
        </p:nvSpPr>
        <p:spPr>
          <a:xfrm>
            <a:off x="240030" y="1053465"/>
            <a:ext cx="11506835" cy="3791585"/>
          </a:xfrm>
          <a:prstGeom prst="rect">
            <a:avLst/>
          </a:prstGeom>
        </p:spPr>
        <p:txBody>
          <a:bodyPr wrap="square">
            <a:noAutofit/>
          </a:bodyPr>
          <a:lstStyle/>
          <a:p>
            <a:pPr marL="0" indent="0" algn="l" defTabSz="266700">
              <a:lnSpc>
                <a:spcPct val="150000"/>
              </a:lnSpc>
              <a:spcBef>
                <a:spcPct val="0"/>
              </a:spcBef>
              <a:spcAft>
                <a:spcPct val="0"/>
              </a:spcAft>
            </a:pPr>
            <a:r>
              <a:rPr lang="zh-CN" altLang="en-US" sz="2400">
                <a:solidFill>
                  <a:srgbClr val="FF0000"/>
                </a:solidFill>
                <a:latin typeface="黑体" panose="02010609060101010101" charset="-122"/>
                <a:ea typeface="黑体" panose="02010609060101010101" charset="-122"/>
              </a:rPr>
              <a:t>【答案】</a:t>
            </a:r>
            <a:r>
              <a:rPr lang="en-US" altLang="zh-CN" sz="2400">
                <a:solidFill>
                  <a:srgbClr val="FF0000"/>
                </a:solidFill>
                <a:latin typeface="Times New Roman" panose="02020603050405020304" charset="0"/>
                <a:ea typeface="黑体" panose="02010609060101010101" charset="-122"/>
              </a:rPr>
              <a:t>D</a:t>
            </a:r>
          </a:p>
          <a:p>
            <a:pPr marL="0" indent="0" algn="l" defTabSz="266700">
              <a:lnSpc>
                <a:spcPct val="150000"/>
              </a:lnSpc>
              <a:spcBef>
                <a:spcPct val="0"/>
              </a:spcBef>
              <a:spcAft>
                <a:spcPct val="0"/>
              </a:spcAft>
            </a:pPr>
            <a:r>
              <a:rPr lang="zh-CN" altLang="en-US" sz="2400">
                <a:solidFill>
                  <a:srgbClr val="FF0000"/>
                </a:solidFill>
                <a:latin typeface="黑体" panose="02010609060101010101" charset="-122"/>
                <a:ea typeface="黑体" panose="02010609060101010101" charset="-122"/>
              </a:rPr>
              <a:t>【详解】</a:t>
            </a: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．牛顿第一定律是在大量实验事实的基础上，通过科学推理概括得出的，无法通过直接实验完全验证，表述正确，</a:t>
            </a: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不符合题意；</a:t>
            </a:r>
          </a:p>
          <a:p>
            <a:pPr marL="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．汽车刹车时，乘客下半身随汽车减速，上半身由于惯性要保持原来的向前运动状态，因此会向前倾倒，是乘客具有惯性的体现，表述正确，</a:t>
            </a: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不符合题意；</a:t>
            </a:r>
          </a:p>
          <a:p>
            <a:pPr marL="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C</a:t>
            </a:r>
            <a:r>
              <a:rPr lang="zh-CN" altLang="en-US" sz="2400">
                <a:latin typeface="黑体" panose="02010609060101010101" charset="-122"/>
                <a:ea typeface="黑体" panose="02010609060101010101" charset="-122"/>
              </a:rPr>
              <a:t>．惯性是物体的固有属性，其大小仅由物体的质量决定，与运动状态、受力情况等均无关，表述正确，</a:t>
            </a:r>
            <a:r>
              <a:rPr lang="en-US" altLang="zh-CN" sz="2400">
                <a:latin typeface="Times New Roman" panose="02020603050405020304" charset="0"/>
                <a:ea typeface="黑体" panose="02010609060101010101" charset="-122"/>
              </a:rPr>
              <a:t>C</a:t>
            </a:r>
            <a:r>
              <a:rPr lang="zh-CN" altLang="en-US" sz="2400">
                <a:latin typeface="黑体" panose="02010609060101010101" charset="-122"/>
                <a:ea typeface="黑体" panose="02010609060101010101" charset="-122"/>
              </a:rPr>
              <a:t>不符合题意；</a:t>
            </a:r>
          </a:p>
          <a:p>
            <a:pPr marL="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．根据牛顿第一定律，物体不受力时，总保持静止状态或匀速直线运动状态，并非一定处于静止状态，表述错误，</a:t>
            </a: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符合题意。</a:t>
            </a:r>
          </a:p>
          <a:p>
            <a:pPr marL="0" indent="0" algn="l" defTabSz="266700">
              <a:lnSpc>
                <a:spcPct val="150000"/>
              </a:lnSpc>
              <a:spcBef>
                <a:spcPct val="0"/>
              </a:spcBef>
              <a:spcAft>
                <a:spcPct val="0"/>
              </a:spcAft>
            </a:pPr>
            <a:r>
              <a:rPr lang="zh-CN" altLang="en-US" sz="2400">
                <a:latin typeface="黑体" panose="02010609060101010101" charset="-122"/>
                <a:ea typeface="黑体" panose="02010609060101010101" charset="-122"/>
              </a:rPr>
              <a:t>本题选错误的，故选</a:t>
            </a: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a:t>
            </a:r>
          </a:p>
        </p:txBody>
      </p:sp>
    </p:spTree>
    <p:custDataLst>
      <p:tags r:id="rId1"/>
    </p:custData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custDataLst>
              <p:tags r:id="rId2"/>
            </p:custDataLst>
          </p:nvPr>
        </p:nvGrpSpPr>
        <p:grpSpPr>
          <a:xfrm>
            <a:off x="692150" y="222885"/>
            <a:ext cx="11433810" cy="603885"/>
            <a:chOff x="1135" y="276"/>
            <a:chExt cx="18006" cy="951"/>
          </a:xfrm>
        </p:grpSpPr>
        <p:sp>
          <p:nvSpPr>
            <p:cNvPr id="74" name="矩形 73"/>
            <p:cNvSpPr/>
            <p:nvPr>
              <p:custDataLst>
                <p:tags r:id="rId8"/>
              </p:custDataLst>
            </p:nvPr>
          </p:nvSpPr>
          <p:spPr>
            <a:xfrm flipV="1">
              <a:off x="1135" y="1107"/>
              <a:ext cx="18006" cy="120"/>
            </a:xfrm>
            <a:prstGeom prst="rect">
              <a:avLst/>
            </a:prstGeom>
            <a:gradFill>
              <a:gsLst>
                <a:gs pos="0">
                  <a:schemeClr val="bg1"/>
                </a:gs>
                <a:gs pos="42000">
                  <a:srgbClr val="6ACCF2"/>
                </a:gs>
                <a:gs pos="100000">
                  <a:srgbClr val="2497EA"/>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4"/>
            <p:cNvGrpSpPr/>
            <p:nvPr>
              <p:custDataLst>
                <p:tags r:id="rId9"/>
              </p:custDataLst>
            </p:nvPr>
          </p:nvGrpSpPr>
          <p:grpSpPr>
            <a:xfrm>
              <a:off x="16598" y="558"/>
              <a:ext cx="2159" cy="473"/>
              <a:chOff x="15773" y="2292"/>
              <a:chExt cx="2613" cy="572"/>
            </a:xfrm>
          </p:grpSpPr>
          <p:sp>
            <p:nvSpPr>
              <p:cNvPr id="76" name="椭圆 75"/>
              <p:cNvSpPr/>
              <p:nvPr>
                <p:custDataLst>
                  <p:tags r:id="rId11"/>
                </p:custDataLst>
              </p:nvPr>
            </p:nvSpPr>
            <p:spPr>
              <a:xfrm>
                <a:off x="15773" y="2292"/>
                <a:ext cx="571" cy="573"/>
              </a:xfrm>
              <a:prstGeom prst="ellipse">
                <a:avLst/>
              </a:prstGeom>
              <a:solidFill>
                <a:schemeClr val="tx2">
                  <a:lumMod val="90000"/>
                  <a:lumOff val="1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custDataLst>
                  <p:tags r:id="rId12"/>
                </p:custDataLst>
              </p:nvPr>
            </p:nvSpPr>
            <p:spPr>
              <a:xfrm>
                <a:off x="16454" y="2292"/>
                <a:ext cx="571" cy="573"/>
              </a:xfrm>
              <a:prstGeom prst="ellipse">
                <a:avLst/>
              </a:prstGeom>
              <a:solidFill>
                <a:schemeClr val="tx2">
                  <a:lumMod val="75000"/>
                  <a:lumOff val="2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13"/>
                </p:custDataLst>
              </p:nvPr>
            </p:nvSpPr>
            <p:spPr>
              <a:xfrm>
                <a:off x="17135" y="2292"/>
                <a:ext cx="571" cy="573"/>
              </a:xfrm>
              <a:prstGeom prst="ellipse">
                <a:avLst/>
              </a:prstGeom>
              <a:solidFill>
                <a:schemeClr val="tx2">
                  <a:lumMod val="50000"/>
                  <a:lumOff val="5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14"/>
                </p:custDataLst>
              </p:nvPr>
            </p:nvSpPr>
            <p:spPr>
              <a:xfrm>
                <a:off x="17816" y="2292"/>
                <a:ext cx="571" cy="573"/>
              </a:xfrm>
              <a:prstGeom prst="ellipse">
                <a:avLst/>
              </a:prstGeom>
              <a:solidFill>
                <a:schemeClr val="tx2">
                  <a:lumMod val="25000"/>
                  <a:lumOff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6" name="文本框 85"/>
            <p:cNvSpPr txBox="1"/>
            <p:nvPr>
              <p:custDataLst>
                <p:tags r:id="rId10"/>
              </p:custDataLst>
            </p:nvPr>
          </p:nvSpPr>
          <p:spPr>
            <a:xfrm>
              <a:off x="1658" y="276"/>
              <a:ext cx="8149" cy="919"/>
            </a:xfrm>
            <a:prstGeom prst="rect">
              <a:avLst/>
            </a:prstGeom>
            <a:noFill/>
          </p:spPr>
          <p:txBody>
            <a:bodyPr wrap="square" rtlCol="0">
              <a:spAutoFit/>
            </a:bodyPr>
            <a:lstStyle/>
            <a:p>
              <a:r>
                <a:rPr lang="zh-CN" sz="3200" b="1">
                  <a:solidFill>
                    <a:schemeClr val="accent1">
                      <a:lumMod val="75000"/>
                    </a:schemeClr>
                  </a:solidFill>
                  <a:latin typeface="+mj-ea"/>
                  <a:ea typeface="+mj-ea"/>
                  <a:sym typeface="+mn-ea"/>
                </a:rPr>
                <a:t>课堂练习</a:t>
              </a:r>
            </a:p>
          </p:txBody>
        </p:sp>
      </p:grpSp>
      <p:grpSp>
        <p:nvGrpSpPr>
          <p:cNvPr id="6" name="组合 5"/>
          <p:cNvGrpSpPr/>
          <p:nvPr>
            <p:custDataLst>
              <p:tags r:id="rId3"/>
            </p:custDataLst>
          </p:nvPr>
        </p:nvGrpSpPr>
        <p:grpSpPr>
          <a:xfrm>
            <a:off x="167640" y="-135255"/>
            <a:ext cx="830580" cy="961390"/>
            <a:chOff x="158" y="-264"/>
            <a:chExt cx="1308" cy="1514"/>
          </a:xfrm>
        </p:grpSpPr>
        <p:sp>
          <p:nvSpPr>
            <p:cNvPr id="4" name="图形 23"/>
            <p:cNvSpPr/>
            <p:nvPr userDrawn="1">
              <p:custDataLst>
                <p:tags r:id="rId6"/>
              </p:custDataLst>
            </p:nvPr>
          </p:nvSpPr>
          <p:spPr>
            <a:xfrm>
              <a:off x="158" y="-264"/>
              <a:ext cx="1308" cy="1397"/>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5" name="图形 13"/>
            <p:cNvSpPr/>
            <p:nvPr userDrawn="1">
              <p:custDataLst>
                <p:tags r:id="rId7"/>
              </p:custDataLst>
            </p:nvPr>
          </p:nvSpPr>
          <p:spPr>
            <a:xfrm>
              <a:off x="272" y="208"/>
              <a:ext cx="1043" cy="1043"/>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grpSp>
      <p:sp>
        <p:nvSpPr>
          <p:cNvPr id="7" name="文本框 6"/>
          <p:cNvSpPr txBox="1"/>
          <p:nvPr>
            <p:custDataLst>
              <p:tags r:id="rId4"/>
            </p:custDataLst>
          </p:nvPr>
        </p:nvSpPr>
        <p:spPr>
          <a:xfrm>
            <a:off x="4497917" y="1802765"/>
            <a:ext cx="719455" cy="551815"/>
          </a:xfrm>
          <a:prstGeom prst="rect">
            <a:avLst/>
          </a:prstGeom>
          <a:noFill/>
        </p:spPr>
        <p:txBody>
          <a:bodyPr wrap="square" rtlCol="0">
            <a:noAutofit/>
          </a:bodyPr>
          <a:lstStyle/>
          <a:p>
            <a:pPr algn="l"/>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B</a:t>
            </a:r>
          </a:p>
        </p:txBody>
      </p:sp>
      <p:sp>
        <p:nvSpPr>
          <p:cNvPr id="2" name="文本框 1"/>
          <p:cNvSpPr txBox="1"/>
          <p:nvPr>
            <p:custDataLst>
              <p:tags r:id="rId5"/>
            </p:custDataLst>
          </p:nvPr>
        </p:nvSpPr>
        <p:spPr>
          <a:xfrm>
            <a:off x="312420" y="1165225"/>
            <a:ext cx="11484610" cy="2646680"/>
          </a:xfrm>
          <a:prstGeom prst="rect">
            <a:avLst/>
          </a:prstGeom>
        </p:spPr>
        <p:txBody>
          <a:bodyPr>
            <a:noAutofit/>
          </a:bodyPr>
          <a:lstStyle/>
          <a:p>
            <a:pPr marL="0" indent="0" algn="l" defTabSz="266700">
              <a:lnSpc>
                <a:spcPct val="150000"/>
              </a:lnSpc>
              <a:spcBef>
                <a:spcPct val="0"/>
              </a:spcBef>
              <a:spcAft>
                <a:spcPct val="0"/>
              </a:spcAft>
            </a:pPr>
            <a:r>
              <a:rPr lang="en-US" altLang="zh-CN" sz="2400">
                <a:latin typeface="Times New Roman" panose="02020603050405020304" charset="0"/>
                <a:ea typeface="Times New Roman" panose="02020603050405020304"/>
              </a:rPr>
              <a:t>3</a:t>
            </a:r>
            <a:r>
              <a:rPr lang="zh-CN" altLang="en-US" sz="2400">
                <a:latin typeface="黑体" panose="02010609060101010101" charset="-122"/>
                <a:ea typeface="黑体" panose="02010609060101010101" charset="-122"/>
              </a:rPr>
              <a:t>．冯梦龙的</a:t>
            </a:r>
            <a:r>
              <a:rPr lang="en-US" altLang="zh-CN" sz="2400">
                <a:latin typeface="黑体" panose="02010609060101010101" charset="-122"/>
                <a:ea typeface="黑体" panose="02010609060101010101" charset="-122"/>
              </a:rPr>
              <a:t>《</a:t>
            </a:r>
            <a:r>
              <a:rPr lang="zh-CN" altLang="en-US" sz="2400">
                <a:latin typeface="黑体" panose="02010609060101010101" charset="-122"/>
                <a:ea typeface="黑体" panose="02010609060101010101" charset="-122"/>
              </a:rPr>
              <a:t>醒世恒言</a:t>
            </a:r>
            <a:r>
              <a:rPr lang="en-US" altLang="zh-CN" sz="2400">
                <a:latin typeface="黑体" panose="02010609060101010101" charset="-122"/>
                <a:ea typeface="黑体" panose="02010609060101010101" charset="-122"/>
              </a:rPr>
              <a:t>》</a:t>
            </a:r>
            <a:r>
              <a:rPr lang="zh-CN" altLang="en-US" sz="2400">
                <a:latin typeface="黑体" panose="02010609060101010101" charset="-122"/>
                <a:ea typeface="黑体" panose="02010609060101010101" charset="-122"/>
              </a:rPr>
              <a:t>中有诗句</a:t>
            </a:r>
            <a:r>
              <a:rPr lang="zh-CN" altLang="en-US" sz="2400">
                <a:latin typeface="Times New Roman" panose="02020603050405020304" charset="0"/>
                <a:ea typeface="黑体" panose="02010609060101010101" charset="-122"/>
              </a:rPr>
              <a:t>“</a:t>
            </a:r>
            <a:r>
              <a:rPr lang="zh-CN" altLang="en-US" sz="2400">
                <a:latin typeface="黑体" panose="02010609060101010101" charset="-122"/>
                <a:ea typeface="黑体" panose="02010609060101010101" charset="-122"/>
              </a:rPr>
              <a:t>临崖立马收缰晚，船到江心补漏迟</a:t>
            </a:r>
            <a:r>
              <a:rPr lang="zh-CN" altLang="en-US" sz="2400">
                <a:latin typeface="Times New Roman" panose="02020603050405020304" charset="0"/>
                <a:ea typeface="黑体" panose="02010609060101010101" charset="-122"/>
              </a:rPr>
              <a:t>”</a:t>
            </a:r>
            <a:r>
              <a:rPr lang="zh-CN" altLang="en-US" sz="2400">
                <a:latin typeface="黑体" panose="02010609060101010101" charset="-122"/>
                <a:ea typeface="黑体" panose="02010609060101010101" charset="-122"/>
              </a:rPr>
              <a:t>，其中</a:t>
            </a:r>
            <a:r>
              <a:rPr lang="zh-CN" altLang="en-US" sz="2400">
                <a:latin typeface="Times New Roman" panose="02020603050405020304" charset="0"/>
                <a:ea typeface="黑体" panose="02010609060101010101" charset="-122"/>
              </a:rPr>
              <a:t>“</a:t>
            </a:r>
            <a:r>
              <a:rPr lang="zh-CN" altLang="en-US" sz="2400">
                <a:latin typeface="黑体" panose="02010609060101010101" charset="-122"/>
                <a:ea typeface="黑体" panose="02010609060101010101" charset="-122"/>
              </a:rPr>
              <a:t>临崖立马收缰晚</a:t>
            </a:r>
            <a:r>
              <a:rPr lang="zh-CN" altLang="en-US" sz="2400">
                <a:latin typeface="Times New Roman" panose="02020603050405020304" charset="0"/>
                <a:ea typeface="黑体" panose="02010609060101010101" charset="-122"/>
              </a:rPr>
              <a:t>”</a:t>
            </a:r>
            <a:r>
              <a:rPr lang="zh-CN" altLang="en-US" sz="2400">
                <a:latin typeface="黑体" panose="02010609060101010101" charset="-122"/>
                <a:ea typeface="黑体" panose="02010609060101010101" charset="-122"/>
              </a:rPr>
              <a:t>体现了（　　）</a:t>
            </a:r>
          </a:p>
          <a:p>
            <a:pPr marL="190500" indent="0" algn="l" defTabSz="266700">
              <a:lnSpc>
                <a:spcPct val="150000"/>
              </a:lnSpc>
              <a:spcBef>
                <a:spcPct val="0"/>
              </a:spcBef>
              <a:spcAft>
                <a:spcPct val="0"/>
              </a:spcAft>
              <a:tabLst>
                <a:tab pos="3060065" algn="l"/>
              </a:tabLst>
            </a:pP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．骏马在运动状态改变时没有惯性</a:t>
            </a:r>
          </a:p>
          <a:p>
            <a:pPr marL="190500" indent="0" algn="l" defTabSz="266700">
              <a:lnSpc>
                <a:spcPct val="150000"/>
              </a:lnSpc>
              <a:spcBef>
                <a:spcPct val="0"/>
              </a:spcBef>
              <a:spcAft>
                <a:spcPct val="0"/>
              </a:spcAft>
              <a:tabLst>
                <a:tab pos="3060065" algn="l"/>
              </a:tabLst>
            </a:pP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．骏马在运动状态改变时也有惯性</a:t>
            </a:r>
          </a:p>
          <a:p>
            <a:pPr marL="190500" indent="0" algn="l" defTabSz="266700">
              <a:lnSpc>
                <a:spcPct val="150000"/>
              </a:lnSpc>
              <a:spcBef>
                <a:spcPct val="0"/>
              </a:spcBef>
              <a:spcAft>
                <a:spcPct val="0"/>
              </a:spcAft>
              <a:tabLst>
                <a:tab pos="3060065" algn="l"/>
              </a:tabLst>
            </a:pPr>
            <a:r>
              <a:rPr lang="en-US" altLang="zh-CN" sz="2400">
                <a:latin typeface="Times New Roman" panose="02020603050405020304" charset="0"/>
                <a:ea typeface="黑体" panose="02010609060101010101" charset="-122"/>
              </a:rPr>
              <a:t>C</a:t>
            </a:r>
            <a:r>
              <a:rPr lang="zh-CN" altLang="en-US" sz="2400">
                <a:latin typeface="黑体" panose="02010609060101010101" charset="-122"/>
                <a:ea typeface="黑体" panose="02010609060101010101" charset="-122"/>
              </a:rPr>
              <a:t>．力是维持物体运动状态的原因</a:t>
            </a:r>
          </a:p>
          <a:p>
            <a:pPr marL="190500" indent="0" algn="l" defTabSz="266700">
              <a:lnSpc>
                <a:spcPct val="150000"/>
              </a:lnSpc>
              <a:spcBef>
                <a:spcPct val="0"/>
              </a:spcBef>
              <a:spcAft>
                <a:spcPct val="0"/>
              </a:spcAft>
              <a:tabLst>
                <a:tab pos="3060065" algn="l"/>
              </a:tabLst>
            </a:pP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．物体的惯性与物体的运动状态有关</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custDataLst>
              <p:tags r:id="rId2"/>
            </p:custDataLst>
          </p:nvPr>
        </p:nvGrpSpPr>
        <p:grpSpPr>
          <a:xfrm>
            <a:off x="692150" y="222885"/>
            <a:ext cx="11433810" cy="603885"/>
            <a:chOff x="1135" y="276"/>
            <a:chExt cx="18006" cy="951"/>
          </a:xfrm>
        </p:grpSpPr>
        <p:sp>
          <p:nvSpPr>
            <p:cNvPr id="74" name="矩形 73"/>
            <p:cNvSpPr/>
            <p:nvPr>
              <p:custDataLst>
                <p:tags r:id="rId7"/>
              </p:custDataLst>
            </p:nvPr>
          </p:nvSpPr>
          <p:spPr>
            <a:xfrm flipV="1">
              <a:off x="1135" y="1107"/>
              <a:ext cx="18006" cy="120"/>
            </a:xfrm>
            <a:prstGeom prst="rect">
              <a:avLst/>
            </a:prstGeom>
            <a:gradFill>
              <a:gsLst>
                <a:gs pos="0">
                  <a:schemeClr val="bg1"/>
                </a:gs>
                <a:gs pos="42000">
                  <a:srgbClr val="6ACCF2"/>
                </a:gs>
                <a:gs pos="100000">
                  <a:srgbClr val="2497EA"/>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4"/>
            <p:cNvGrpSpPr/>
            <p:nvPr>
              <p:custDataLst>
                <p:tags r:id="rId8"/>
              </p:custDataLst>
            </p:nvPr>
          </p:nvGrpSpPr>
          <p:grpSpPr>
            <a:xfrm>
              <a:off x="16598" y="558"/>
              <a:ext cx="2159" cy="473"/>
              <a:chOff x="15773" y="2292"/>
              <a:chExt cx="2613" cy="572"/>
            </a:xfrm>
          </p:grpSpPr>
          <p:sp>
            <p:nvSpPr>
              <p:cNvPr id="76" name="椭圆 75"/>
              <p:cNvSpPr/>
              <p:nvPr>
                <p:custDataLst>
                  <p:tags r:id="rId10"/>
                </p:custDataLst>
              </p:nvPr>
            </p:nvSpPr>
            <p:spPr>
              <a:xfrm>
                <a:off x="15773" y="2292"/>
                <a:ext cx="571" cy="573"/>
              </a:xfrm>
              <a:prstGeom prst="ellipse">
                <a:avLst/>
              </a:prstGeom>
              <a:solidFill>
                <a:schemeClr val="tx2">
                  <a:lumMod val="90000"/>
                  <a:lumOff val="1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custDataLst>
                  <p:tags r:id="rId11"/>
                </p:custDataLst>
              </p:nvPr>
            </p:nvSpPr>
            <p:spPr>
              <a:xfrm>
                <a:off x="16454" y="2292"/>
                <a:ext cx="571" cy="573"/>
              </a:xfrm>
              <a:prstGeom prst="ellipse">
                <a:avLst/>
              </a:prstGeom>
              <a:solidFill>
                <a:schemeClr val="tx2">
                  <a:lumMod val="75000"/>
                  <a:lumOff val="2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12"/>
                </p:custDataLst>
              </p:nvPr>
            </p:nvSpPr>
            <p:spPr>
              <a:xfrm>
                <a:off x="17135" y="2292"/>
                <a:ext cx="571" cy="573"/>
              </a:xfrm>
              <a:prstGeom prst="ellipse">
                <a:avLst/>
              </a:prstGeom>
              <a:solidFill>
                <a:schemeClr val="tx2">
                  <a:lumMod val="50000"/>
                  <a:lumOff val="5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13"/>
                </p:custDataLst>
              </p:nvPr>
            </p:nvSpPr>
            <p:spPr>
              <a:xfrm>
                <a:off x="17816" y="2292"/>
                <a:ext cx="571" cy="573"/>
              </a:xfrm>
              <a:prstGeom prst="ellipse">
                <a:avLst/>
              </a:prstGeom>
              <a:solidFill>
                <a:schemeClr val="tx2">
                  <a:lumMod val="25000"/>
                  <a:lumOff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6" name="文本框 85"/>
            <p:cNvSpPr txBox="1"/>
            <p:nvPr>
              <p:custDataLst>
                <p:tags r:id="rId9"/>
              </p:custDataLst>
            </p:nvPr>
          </p:nvSpPr>
          <p:spPr>
            <a:xfrm>
              <a:off x="1658" y="276"/>
              <a:ext cx="8149" cy="919"/>
            </a:xfrm>
            <a:prstGeom prst="rect">
              <a:avLst/>
            </a:prstGeom>
            <a:noFill/>
          </p:spPr>
          <p:txBody>
            <a:bodyPr wrap="square" rtlCol="0">
              <a:spAutoFit/>
            </a:bodyPr>
            <a:lstStyle/>
            <a:p>
              <a:r>
                <a:rPr lang="zh-CN" sz="3200" b="1">
                  <a:solidFill>
                    <a:schemeClr val="accent1">
                      <a:lumMod val="75000"/>
                    </a:schemeClr>
                  </a:solidFill>
                  <a:latin typeface="+mj-ea"/>
                  <a:ea typeface="+mj-ea"/>
                  <a:sym typeface="+mn-ea"/>
                </a:rPr>
                <a:t>课堂练习</a:t>
              </a:r>
            </a:p>
          </p:txBody>
        </p:sp>
      </p:grpSp>
      <p:grpSp>
        <p:nvGrpSpPr>
          <p:cNvPr id="6" name="组合 5"/>
          <p:cNvGrpSpPr/>
          <p:nvPr>
            <p:custDataLst>
              <p:tags r:id="rId3"/>
            </p:custDataLst>
          </p:nvPr>
        </p:nvGrpSpPr>
        <p:grpSpPr>
          <a:xfrm>
            <a:off x="167640" y="-135255"/>
            <a:ext cx="830580" cy="961390"/>
            <a:chOff x="158" y="-264"/>
            <a:chExt cx="1308" cy="1514"/>
          </a:xfrm>
        </p:grpSpPr>
        <p:sp>
          <p:nvSpPr>
            <p:cNvPr id="4" name="图形 23"/>
            <p:cNvSpPr/>
            <p:nvPr userDrawn="1">
              <p:custDataLst>
                <p:tags r:id="rId5"/>
              </p:custDataLst>
            </p:nvPr>
          </p:nvSpPr>
          <p:spPr>
            <a:xfrm>
              <a:off x="158" y="-264"/>
              <a:ext cx="1308" cy="1397"/>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5" name="图形 13"/>
            <p:cNvSpPr/>
            <p:nvPr userDrawn="1">
              <p:custDataLst>
                <p:tags r:id="rId6"/>
              </p:custDataLst>
            </p:nvPr>
          </p:nvSpPr>
          <p:spPr>
            <a:xfrm>
              <a:off x="272" y="208"/>
              <a:ext cx="1043" cy="1043"/>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grpSp>
      <p:sp>
        <p:nvSpPr>
          <p:cNvPr id="2" name="文本框 1"/>
          <p:cNvSpPr txBox="1"/>
          <p:nvPr>
            <p:custDataLst>
              <p:tags r:id="rId4"/>
            </p:custDataLst>
          </p:nvPr>
        </p:nvSpPr>
        <p:spPr>
          <a:xfrm>
            <a:off x="387985" y="1111885"/>
            <a:ext cx="11626215" cy="3911600"/>
          </a:xfrm>
          <a:prstGeom prst="rect">
            <a:avLst/>
          </a:prstGeom>
        </p:spPr>
        <p:txBody>
          <a:bodyPr>
            <a:noAutofit/>
          </a:bodyPr>
          <a:lstStyle/>
          <a:p>
            <a:pPr marL="0" indent="0" algn="l" defTabSz="266700">
              <a:lnSpc>
                <a:spcPct val="150000"/>
              </a:lnSpc>
              <a:spcBef>
                <a:spcPct val="0"/>
              </a:spcBef>
              <a:spcAft>
                <a:spcPct val="0"/>
              </a:spcAft>
            </a:pPr>
            <a:r>
              <a:rPr lang="zh-CN" altLang="en-US" sz="2400">
                <a:solidFill>
                  <a:srgbClr val="FF0000"/>
                </a:solidFill>
                <a:latin typeface="黑体" panose="02010609060101010101" charset="-122"/>
                <a:ea typeface="黑体" panose="02010609060101010101" charset="-122"/>
              </a:rPr>
              <a:t>【答案】</a:t>
            </a:r>
            <a:r>
              <a:rPr lang="en-US" altLang="zh-CN" sz="2400">
                <a:solidFill>
                  <a:srgbClr val="FF0000"/>
                </a:solidFill>
                <a:latin typeface="Times New Roman" panose="02020603050405020304" charset="0"/>
                <a:ea typeface="黑体" panose="02010609060101010101" charset="-122"/>
              </a:rPr>
              <a:t>B</a:t>
            </a:r>
          </a:p>
          <a:p>
            <a:pPr marL="0" indent="0" algn="l" defTabSz="266700">
              <a:lnSpc>
                <a:spcPct val="150000"/>
              </a:lnSpc>
              <a:spcBef>
                <a:spcPct val="0"/>
              </a:spcBef>
              <a:spcAft>
                <a:spcPct val="0"/>
              </a:spcAft>
            </a:pPr>
            <a:r>
              <a:rPr lang="zh-CN" altLang="en-US" sz="2400">
                <a:solidFill>
                  <a:srgbClr val="FF0000"/>
                </a:solidFill>
                <a:latin typeface="黑体" panose="02010609060101010101" charset="-122"/>
                <a:ea typeface="黑体" panose="02010609060101010101" charset="-122"/>
              </a:rPr>
              <a:t>【详解】</a:t>
            </a: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．惯性是物体的固有属性，不因运动状态改变而消失，故</a:t>
            </a: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错误；</a:t>
            </a:r>
          </a:p>
          <a:p>
            <a:pPr marL="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．惯性在任何状态下都存在，包括运动状态改变时，故</a:t>
            </a: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正确；</a:t>
            </a:r>
          </a:p>
          <a:p>
            <a:pPr marL="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C</a:t>
            </a:r>
            <a:r>
              <a:rPr lang="zh-CN" altLang="en-US" sz="2400">
                <a:latin typeface="黑体" panose="02010609060101010101" charset="-122"/>
                <a:ea typeface="黑体" panose="02010609060101010101" charset="-122"/>
              </a:rPr>
              <a:t>．力是改变物体运动状态的原因，而非维持运动状态的原因（维持运动状态无需外力），故</a:t>
            </a:r>
            <a:r>
              <a:rPr lang="en-US" altLang="zh-CN" sz="2400">
                <a:latin typeface="Times New Roman" panose="02020603050405020304" charset="0"/>
                <a:ea typeface="黑体" panose="02010609060101010101" charset="-122"/>
              </a:rPr>
              <a:t>C</a:t>
            </a:r>
            <a:r>
              <a:rPr lang="zh-CN" altLang="en-US" sz="2400">
                <a:latin typeface="黑体" panose="02010609060101010101" charset="-122"/>
                <a:ea typeface="黑体" panose="02010609060101010101" charset="-122"/>
              </a:rPr>
              <a:t>错误；</a:t>
            </a:r>
          </a:p>
          <a:p>
            <a:pPr marL="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．惯性仅由质量决定，与运动状态无关，故</a:t>
            </a: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错误。</a:t>
            </a:r>
          </a:p>
          <a:p>
            <a:pPr marL="0" indent="0" algn="l" defTabSz="266700">
              <a:lnSpc>
                <a:spcPct val="150000"/>
              </a:lnSpc>
              <a:spcBef>
                <a:spcPct val="0"/>
              </a:spcBef>
              <a:spcAft>
                <a:spcPct val="0"/>
              </a:spcAft>
            </a:pPr>
            <a:r>
              <a:rPr lang="zh-CN" altLang="en-US" sz="2400">
                <a:latin typeface="黑体" panose="02010609060101010101" charset="-122"/>
                <a:ea typeface="黑体" panose="02010609060101010101" charset="-122"/>
              </a:rPr>
              <a:t>故选</a:t>
            </a: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a:t>
            </a:r>
          </a:p>
        </p:txBody>
      </p:sp>
    </p:spTree>
    <p:custDataLst>
      <p:tags r:id="rId1"/>
    </p:custData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327025" y="1105535"/>
            <a:ext cx="11424285" cy="2713990"/>
          </a:xfrm>
          <a:prstGeom prst="rect">
            <a:avLst/>
          </a:prstGeom>
        </p:spPr>
        <p:txBody>
          <a:bodyPr>
            <a:noAutofit/>
          </a:bodyPr>
          <a:lstStyle/>
          <a:p>
            <a:pPr marL="0" indent="0" algn="l" defTabSz="266700">
              <a:lnSpc>
                <a:spcPct val="150000"/>
              </a:lnSpc>
              <a:spcBef>
                <a:spcPct val="0"/>
              </a:spcBef>
              <a:spcAft>
                <a:spcPct val="0"/>
              </a:spcAft>
            </a:pPr>
            <a:r>
              <a:rPr lang="en-US" altLang="zh-CN" sz="2400">
                <a:latin typeface="Times New Roman" panose="02020603050405020304" charset="0"/>
                <a:ea typeface="Times New Roman" panose="02020603050405020304"/>
              </a:rPr>
              <a:t>4</a:t>
            </a:r>
            <a:r>
              <a:rPr lang="zh-CN" altLang="en-US" sz="2400">
                <a:latin typeface="黑体" panose="02010609060101010101" charset="-122"/>
                <a:ea typeface="黑体" panose="02010609060101010101" charset="-122"/>
              </a:rPr>
              <a:t>．人们有时要利用惯性，有时要防止惯性。下列属于防止惯性带来危害的是（　　）</a:t>
            </a: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．拍打衣服，把灰尘拍去</a:t>
            </a: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．驾驶室座椅上安装头枕的目的是防止被追尾时造成伤害</a:t>
            </a: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C</a:t>
            </a:r>
            <a:r>
              <a:rPr lang="zh-CN" altLang="en-US" sz="2400">
                <a:latin typeface="黑体" panose="02010609060101010101" charset="-122"/>
                <a:ea typeface="黑体" panose="02010609060101010101" charset="-122"/>
              </a:rPr>
              <a:t>．跳远时快速助跑</a:t>
            </a: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．锤头松了，把锤柄的一端在地上敲击几下就紧了</a:t>
            </a:r>
          </a:p>
        </p:txBody>
      </p:sp>
      <p:grpSp>
        <p:nvGrpSpPr>
          <p:cNvPr id="73" name="组合 72"/>
          <p:cNvGrpSpPr/>
          <p:nvPr>
            <p:custDataLst>
              <p:tags r:id="rId3"/>
            </p:custDataLst>
          </p:nvPr>
        </p:nvGrpSpPr>
        <p:grpSpPr>
          <a:xfrm>
            <a:off x="692150" y="222885"/>
            <a:ext cx="11433810" cy="603885"/>
            <a:chOff x="1135" y="276"/>
            <a:chExt cx="18006" cy="951"/>
          </a:xfrm>
        </p:grpSpPr>
        <p:sp>
          <p:nvSpPr>
            <p:cNvPr id="74" name="矩形 73"/>
            <p:cNvSpPr/>
            <p:nvPr>
              <p:custDataLst>
                <p:tags r:id="rId8"/>
              </p:custDataLst>
            </p:nvPr>
          </p:nvSpPr>
          <p:spPr>
            <a:xfrm flipV="1">
              <a:off x="1135" y="1107"/>
              <a:ext cx="18006" cy="120"/>
            </a:xfrm>
            <a:prstGeom prst="rect">
              <a:avLst/>
            </a:prstGeom>
            <a:gradFill>
              <a:gsLst>
                <a:gs pos="0">
                  <a:schemeClr val="bg1"/>
                </a:gs>
                <a:gs pos="42000">
                  <a:srgbClr val="6ACCF2"/>
                </a:gs>
                <a:gs pos="100000">
                  <a:srgbClr val="2497EA"/>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4"/>
            <p:cNvGrpSpPr/>
            <p:nvPr>
              <p:custDataLst>
                <p:tags r:id="rId9"/>
              </p:custDataLst>
            </p:nvPr>
          </p:nvGrpSpPr>
          <p:grpSpPr>
            <a:xfrm>
              <a:off x="16598" y="558"/>
              <a:ext cx="2159" cy="473"/>
              <a:chOff x="15773" y="2292"/>
              <a:chExt cx="2613" cy="572"/>
            </a:xfrm>
          </p:grpSpPr>
          <p:sp>
            <p:nvSpPr>
              <p:cNvPr id="76" name="椭圆 75"/>
              <p:cNvSpPr/>
              <p:nvPr>
                <p:custDataLst>
                  <p:tags r:id="rId11"/>
                </p:custDataLst>
              </p:nvPr>
            </p:nvSpPr>
            <p:spPr>
              <a:xfrm>
                <a:off x="15773" y="2292"/>
                <a:ext cx="571" cy="573"/>
              </a:xfrm>
              <a:prstGeom prst="ellipse">
                <a:avLst/>
              </a:prstGeom>
              <a:solidFill>
                <a:schemeClr val="tx2">
                  <a:lumMod val="90000"/>
                  <a:lumOff val="1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custDataLst>
                  <p:tags r:id="rId12"/>
                </p:custDataLst>
              </p:nvPr>
            </p:nvSpPr>
            <p:spPr>
              <a:xfrm>
                <a:off x="16454" y="2292"/>
                <a:ext cx="571" cy="573"/>
              </a:xfrm>
              <a:prstGeom prst="ellipse">
                <a:avLst/>
              </a:prstGeom>
              <a:solidFill>
                <a:schemeClr val="tx2">
                  <a:lumMod val="75000"/>
                  <a:lumOff val="2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13"/>
                </p:custDataLst>
              </p:nvPr>
            </p:nvSpPr>
            <p:spPr>
              <a:xfrm>
                <a:off x="17135" y="2292"/>
                <a:ext cx="571" cy="573"/>
              </a:xfrm>
              <a:prstGeom prst="ellipse">
                <a:avLst/>
              </a:prstGeom>
              <a:solidFill>
                <a:schemeClr val="tx2">
                  <a:lumMod val="50000"/>
                  <a:lumOff val="5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14"/>
                </p:custDataLst>
              </p:nvPr>
            </p:nvSpPr>
            <p:spPr>
              <a:xfrm>
                <a:off x="17816" y="2292"/>
                <a:ext cx="571" cy="573"/>
              </a:xfrm>
              <a:prstGeom prst="ellipse">
                <a:avLst/>
              </a:prstGeom>
              <a:solidFill>
                <a:schemeClr val="tx2">
                  <a:lumMod val="25000"/>
                  <a:lumOff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6" name="文本框 85"/>
            <p:cNvSpPr txBox="1"/>
            <p:nvPr>
              <p:custDataLst>
                <p:tags r:id="rId10"/>
              </p:custDataLst>
            </p:nvPr>
          </p:nvSpPr>
          <p:spPr>
            <a:xfrm>
              <a:off x="1658" y="276"/>
              <a:ext cx="8149" cy="919"/>
            </a:xfrm>
            <a:prstGeom prst="rect">
              <a:avLst/>
            </a:prstGeom>
            <a:noFill/>
          </p:spPr>
          <p:txBody>
            <a:bodyPr wrap="square" rtlCol="0">
              <a:spAutoFit/>
            </a:bodyPr>
            <a:lstStyle/>
            <a:p>
              <a:r>
                <a:rPr lang="zh-CN" sz="3200" b="1">
                  <a:solidFill>
                    <a:schemeClr val="accent1">
                      <a:lumMod val="75000"/>
                    </a:schemeClr>
                  </a:solidFill>
                  <a:latin typeface="+mj-ea"/>
                  <a:ea typeface="+mj-ea"/>
                  <a:sym typeface="+mn-ea"/>
                </a:rPr>
                <a:t>课堂练习</a:t>
              </a:r>
            </a:p>
          </p:txBody>
        </p:sp>
      </p:grpSp>
      <p:grpSp>
        <p:nvGrpSpPr>
          <p:cNvPr id="6" name="组合 5"/>
          <p:cNvGrpSpPr/>
          <p:nvPr>
            <p:custDataLst>
              <p:tags r:id="rId4"/>
            </p:custDataLst>
          </p:nvPr>
        </p:nvGrpSpPr>
        <p:grpSpPr>
          <a:xfrm>
            <a:off x="167640" y="-135255"/>
            <a:ext cx="830580" cy="961390"/>
            <a:chOff x="158" y="-264"/>
            <a:chExt cx="1308" cy="1514"/>
          </a:xfrm>
        </p:grpSpPr>
        <p:sp>
          <p:nvSpPr>
            <p:cNvPr id="4" name="图形 23"/>
            <p:cNvSpPr/>
            <p:nvPr userDrawn="1">
              <p:custDataLst>
                <p:tags r:id="rId6"/>
              </p:custDataLst>
            </p:nvPr>
          </p:nvSpPr>
          <p:spPr>
            <a:xfrm>
              <a:off x="158" y="-264"/>
              <a:ext cx="1308" cy="1397"/>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5" name="图形 13"/>
            <p:cNvSpPr/>
            <p:nvPr userDrawn="1">
              <p:custDataLst>
                <p:tags r:id="rId7"/>
              </p:custDataLst>
            </p:nvPr>
          </p:nvSpPr>
          <p:spPr>
            <a:xfrm>
              <a:off x="272" y="208"/>
              <a:ext cx="1043" cy="1043"/>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grpSp>
      <p:sp>
        <p:nvSpPr>
          <p:cNvPr id="7" name="文本框 6"/>
          <p:cNvSpPr txBox="1"/>
          <p:nvPr>
            <p:custDataLst>
              <p:tags r:id="rId5"/>
            </p:custDataLst>
          </p:nvPr>
        </p:nvSpPr>
        <p:spPr>
          <a:xfrm>
            <a:off x="11032067" y="1201420"/>
            <a:ext cx="719455" cy="551815"/>
          </a:xfrm>
          <a:prstGeom prst="rect">
            <a:avLst/>
          </a:prstGeom>
          <a:noFill/>
        </p:spPr>
        <p:txBody>
          <a:bodyPr wrap="square" rtlCol="0">
            <a:noAutofit/>
          </a:bodyPr>
          <a:lstStyle/>
          <a:p>
            <a:pPr algn="l"/>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B</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custDataLst>
              <p:tags r:id="rId2"/>
            </p:custDataLst>
          </p:nvPr>
        </p:nvGrpSpPr>
        <p:grpSpPr>
          <a:xfrm>
            <a:off x="692150" y="222885"/>
            <a:ext cx="11433810" cy="603885"/>
            <a:chOff x="1135" y="276"/>
            <a:chExt cx="18006" cy="951"/>
          </a:xfrm>
        </p:grpSpPr>
        <p:sp>
          <p:nvSpPr>
            <p:cNvPr id="74" name="矩形 73"/>
            <p:cNvSpPr/>
            <p:nvPr>
              <p:custDataLst>
                <p:tags r:id="rId7"/>
              </p:custDataLst>
            </p:nvPr>
          </p:nvSpPr>
          <p:spPr>
            <a:xfrm flipV="1">
              <a:off x="1135" y="1107"/>
              <a:ext cx="18006" cy="120"/>
            </a:xfrm>
            <a:prstGeom prst="rect">
              <a:avLst/>
            </a:prstGeom>
            <a:gradFill>
              <a:gsLst>
                <a:gs pos="0">
                  <a:schemeClr val="bg1"/>
                </a:gs>
                <a:gs pos="42000">
                  <a:srgbClr val="6ACCF2"/>
                </a:gs>
                <a:gs pos="100000">
                  <a:srgbClr val="2497EA"/>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4"/>
            <p:cNvGrpSpPr/>
            <p:nvPr>
              <p:custDataLst>
                <p:tags r:id="rId8"/>
              </p:custDataLst>
            </p:nvPr>
          </p:nvGrpSpPr>
          <p:grpSpPr>
            <a:xfrm>
              <a:off x="16598" y="558"/>
              <a:ext cx="2159" cy="473"/>
              <a:chOff x="15773" y="2292"/>
              <a:chExt cx="2613" cy="572"/>
            </a:xfrm>
          </p:grpSpPr>
          <p:sp>
            <p:nvSpPr>
              <p:cNvPr id="76" name="椭圆 75"/>
              <p:cNvSpPr/>
              <p:nvPr>
                <p:custDataLst>
                  <p:tags r:id="rId10"/>
                </p:custDataLst>
              </p:nvPr>
            </p:nvSpPr>
            <p:spPr>
              <a:xfrm>
                <a:off x="15773" y="2292"/>
                <a:ext cx="571" cy="573"/>
              </a:xfrm>
              <a:prstGeom prst="ellipse">
                <a:avLst/>
              </a:prstGeom>
              <a:solidFill>
                <a:schemeClr val="tx2">
                  <a:lumMod val="90000"/>
                  <a:lumOff val="1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custDataLst>
                  <p:tags r:id="rId11"/>
                </p:custDataLst>
              </p:nvPr>
            </p:nvSpPr>
            <p:spPr>
              <a:xfrm>
                <a:off x="16454" y="2292"/>
                <a:ext cx="571" cy="573"/>
              </a:xfrm>
              <a:prstGeom prst="ellipse">
                <a:avLst/>
              </a:prstGeom>
              <a:solidFill>
                <a:schemeClr val="tx2">
                  <a:lumMod val="75000"/>
                  <a:lumOff val="2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12"/>
                </p:custDataLst>
              </p:nvPr>
            </p:nvSpPr>
            <p:spPr>
              <a:xfrm>
                <a:off x="17135" y="2292"/>
                <a:ext cx="571" cy="573"/>
              </a:xfrm>
              <a:prstGeom prst="ellipse">
                <a:avLst/>
              </a:prstGeom>
              <a:solidFill>
                <a:schemeClr val="tx2">
                  <a:lumMod val="50000"/>
                  <a:lumOff val="5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13"/>
                </p:custDataLst>
              </p:nvPr>
            </p:nvSpPr>
            <p:spPr>
              <a:xfrm>
                <a:off x="17816" y="2292"/>
                <a:ext cx="571" cy="573"/>
              </a:xfrm>
              <a:prstGeom prst="ellipse">
                <a:avLst/>
              </a:prstGeom>
              <a:solidFill>
                <a:schemeClr val="tx2">
                  <a:lumMod val="25000"/>
                  <a:lumOff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6" name="文本框 85"/>
            <p:cNvSpPr txBox="1"/>
            <p:nvPr>
              <p:custDataLst>
                <p:tags r:id="rId9"/>
              </p:custDataLst>
            </p:nvPr>
          </p:nvSpPr>
          <p:spPr>
            <a:xfrm>
              <a:off x="1658" y="276"/>
              <a:ext cx="8149" cy="919"/>
            </a:xfrm>
            <a:prstGeom prst="rect">
              <a:avLst/>
            </a:prstGeom>
            <a:noFill/>
          </p:spPr>
          <p:txBody>
            <a:bodyPr wrap="square" rtlCol="0">
              <a:spAutoFit/>
            </a:bodyPr>
            <a:lstStyle/>
            <a:p>
              <a:r>
                <a:rPr lang="zh-CN" sz="3200" b="1">
                  <a:solidFill>
                    <a:schemeClr val="accent1">
                      <a:lumMod val="75000"/>
                    </a:schemeClr>
                  </a:solidFill>
                  <a:latin typeface="+mj-ea"/>
                  <a:ea typeface="+mj-ea"/>
                  <a:sym typeface="+mn-ea"/>
                </a:rPr>
                <a:t>课堂练习</a:t>
              </a:r>
            </a:p>
          </p:txBody>
        </p:sp>
      </p:grpSp>
      <p:grpSp>
        <p:nvGrpSpPr>
          <p:cNvPr id="6" name="组合 5"/>
          <p:cNvGrpSpPr/>
          <p:nvPr>
            <p:custDataLst>
              <p:tags r:id="rId3"/>
            </p:custDataLst>
          </p:nvPr>
        </p:nvGrpSpPr>
        <p:grpSpPr>
          <a:xfrm>
            <a:off x="167640" y="-135255"/>
            <a:ext cx="830580" cy="961390"/>
            <a:chOff x="158" y="-264"/>
            <a:chExt cx="1308" cy="1514"/>
          </a:xfrm>
        </p:grpSpPr>
        <p:sp>
          <p:nvSpPr>
            <p:cNvPr id="4" name="图形 23"/>
            <p:cNvSpPr/>
            <p:nvPr userDrawn="1">
              <p:custDataLst>
                <p:tags r:id="rId5"/>
              </p:custDataLst>
            </p:nvPr>
          </p:nvSpPr>
          <p:spPr>
            <a:xfrm>
              <a:off x="158" y="-264"/>
              <a:ext cx="1308" cy="1397"/>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5" name="图形 13"/>
            <p:cNvSpPr/>
            <p:nvPr userDrawn="1">
              <p:custDataLst>
                <p:tags r:id="rId6"/>
              </p:custDataLst>
            </p:nvPr>
          </p:nvSpPr>
          <p:spPr>
            <a:xfrm>
              <a:off x="272" y="208"/>
              <a:ext cx="1043" cy="1043"/>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grpSp>
      <p:sp>
        <p:nvSpPr>
          <p:cNvPr id="2" name="文本框 1"/>
          <p:cNvSpPr txBox="1"/>
          <p:nvPr>
            <p:custDataLst>
              <p:tags r:id="rId4"/>
            </p:custDataLst>
          </p:nvPr>
        </p:nvSpPr>
        <p:spPr>
          <a:xfrm>
            <a:off x="297815" y="1088390"/>
            <a:ext cx="11677650" cy="5077460"/>
          </a:xfrm>
          <a:prstGeom prst="rect">
            <a:avLst/>
          </a:prstGeom>
        </p:spPr>
        <p:txBody>
          <a:bodyPr wrap="square">
            <a:spAutoFit/>
          </a:bodyPr>
          <a:lstStyle/>
          <a:p>
            <a:pPr marL="0" indent="0" algn="l" defTabSz="266700">
              <a:lnSpc>
                <a:spcPct val="150000"/>
              </a:lnSpc>
              <a:spcBef>
                <a:spcPct val="0"/>
              </a:spcBef>
              <a:spcAft>
                <a:spcPct val="0"/>
              </a:spcAft>
            </a:pPr>
            <a:r>
              <a:rPr lang="zh-CN" altLang="en-US" sz="2400">
                <a:solidFill>
                  <a:srgbClr val="FF0000"/>
                </a:solidFill>
                <a:latin typeface="黑体" panose="02010609060101010101" charset="-122"/>
                <a:ea typeface="黑体" panose="02010609060101010101" charset="-122"/>
              </a:rPr>
              <a:t>【答案】</a:t>
            </a:r>
            <a:r>
              <a:rPr lang="en-US" altLang="zh-CN" sz="2400">
                <a:solidFill>
                  <a:srgbClr val="FF0000"/>
                </a:solidFill>
                <a:latin typeface="Times New Roman" panose="02020603050405020304" charset="0"/>
                <a:ea typeface="黑体" panose="02010609060101010101" charset="-122"/>
              </a:rPr>
              <a:t>B</a:t>
            </a:r>
          </a:p>
          <a:p>
            <a:pPr marL="0" indent="0" algn="l" defTabSz="266700">
              <a:lnSpc>
                <a:spcPct val="150000"/>
              </a:lnSpc>
              <a:spcBef>
                <a:spcPct val="0"/>
              </a:spcBef>
              <a:spcAft>
                <a:spcPct val="0"/>
              </a:spcAft>
            </a:pPr>
            <a:r>
              <a:rPr lang="zh-CN" altLang="en-US" sz="2400">
                <a:solidFill>
                  <a:srgbClr val="FF0000"/>
                </a:solidFill>
                <a:latin typeface="黑体" panose="02010609060101010101" charset="-122"/>
                <a:ea typeface="黑体" panose="02010609060101010101" charset="-122"/>
              </a:rPr>
              <a:t>【详解】</a:t>
            </a: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．拍打衣服，把灰尘拍去，是利用惯性使灰尘和衣服分离，故</a:t>
            </a: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不符合题意；</a:t>
            </a:r>
          </a:p>
          <a:p>
            <a:pPr marL="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驾驶室座椅上安装头枕，防止被追尾时造成伤害：当车被追尾时，车辆会突然加速，人的身体随座椅向前运动，但头部由于惯性会保持原来的运动状态向后仰，头枕可以托住头部，防止颈椎受伤，这是防止惯性带来的危害，故</a:t>
            </a: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符合题意；</a:t>
            </a:r>
          </a:p>
          <a:p>
            <a:pPr marL="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C</a:t>
            </a:r>
            <a:r>
              <a:rPr lang="zh-CN" altLang="en-US" sz="2400">
                <a:latin typeface="黑体" panose="02010609060101010101" charset="-122"/>
                <a:ea typeface="黑体" panose="02010609060101010101" charset="-122"/>
              </a:rPr>
              <a:t>．跳远时快速助跑，是利用惯性来提高跳远成绩，故</a:t>
            </a:r>
            <a:r>
              <a:rPr lang="en-US" altLang="zh-CN" sz="2400">
                <a:latin typeface="Times New Roman" panose="02020603050405020304" charset="0"/>
                <a:ea typeface="黑体" panose="02010609060101010101" charset="-122"/>
              </a:rPr>
              <a:t>C</a:t>
            </a:r>
            <a:r>
              <a:rPr lang="zh-CN" altLang="en-US" sz="2400">
                <a:latin typeface="黑体" panose="02010609060101010101" charset="-122"/>
                <a:ea typeface="黑体" panose="02010609060101010101" charset="-122"/>
              </a:rPr>
              <a:t>不符合题意；</a:t>
            </a:r>
          </a:p>
          <a:p>
            <a:pPr marL="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．锤头松了，把锤柄的一端在地上敲击几下就紧了，是利用惯性使锤头和锤柄紧套在一起，故</a:t>
            </a: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不符合题意。</a:t>
            </a:r>
          </a:p>
          <a:p>
            <a:pPr marL="0" indent="0" algn="l" defTabSz="266700">
              <a:lnSpc>
                <a:spcPct val="150000"/>
              </a:lnSpc>
              <a:spcBef>
                <a:spcPct val="0"/>
              </a:spcBef>
              <a:spcAft>
                <a:spcPct val="0"/>
              </a:spcAft>
            </a:pPr>
            <a:r>
              <a:rPr lang="zh-CN" altLang="en-US" sz="2400">
                <a:latin typeface="黑体" panose="02010609060101010101" charset="-122"/>
                <a:ea typeface="黑体" panose="02010609060101010101" charset="-122"/>
              </a:rPr>
              <a:t>故选</a:t>
            </a: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a:t>
            </a:r>
          </a:p>
        </p:txBody>
      </p:sp>
    </p:spTree>
    <p:custDataLst>
      <p:tags r:id="rId1"/>
    </p:custData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387350" y="1092200"/>
            <a:ext cx="11341735" cy="3785235"/>
          </a:xfrm>
          <a:prstGeom prst="rect">
            <a:avLst/>
          </a:prstGeom>
        </p:spPr>
        <p:txBody>
          <a:bodyPr>
            <a:noAutofit/>
          </a:bodyPr>
          <a:lstStyle/>
          <a:p>
            <a:pPr marL="0" indent="0" algn="l" defTabSz="266700">
              <a:lnSpc>
                <a:spcPct val="150000"/>
              </a:lnSpc>
              <a:spcBef>
                <a:spcPct val="0"/>
              </a:spcBef>
              <a:spcAft>
                <a:spcPct val="0"/>
              </a:spcAft>
            </a:pPr>
            <a:r>
              <a:rPr lang="en-US" altLang="zh-CN" sz="2400">
                <a:latin typeface="Times New Roman" panose="02020603050405020304" charset="0"/>
                <a:ea typeface="Times New Roman" panose="02020603050405020304"/>
              </a:rPr>
              <a:t>5</a:t>
            </a:r>
            <a:r>
              <a:rPr lang="zh-CN" altLang="en-US" sz="2400">
                <a:latin typeface="黑体" panose="02010609060101010101" charset="-122"/>
                <a:ea typeface="黑体" panose="02010609060101010101" charset="-122"/>
              </a:rPr>
              <a:t>．某同学在旅途中拍下了火车内桌面上塑料杯瞬间的不同状态，如下图的甲乙丙所示，则下列关于火车运动状态的判断可能正确的是（　　）</a:t>
            </a:r>
            <a:endParaRPr lang="en-US" altLang="zh-CN" sz="2400">
              <a:latin typeface="Times New Roman" panose="02020603050405020304" charset="0"/>
              <a:ea typeface="黑体" panose="02010609060101010101" charset="-122"/>
            </a:endParaRP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A</a:t>
            </a:r>
            <a:r>
              <a:rPr lang="zh-CN" altLang="en-US" sz="2400">
                <a:latin typeface="黑体" panose="02010609060101010101" charset="-122"/>
                <a:ea typeface="黑体" panose="02010609060101010101" charset="-122"/>
              </a:rPr>
              <a:t>．甲图中火车在加速运动，乙图中火车突然向左加速，丙图中火车突然向左减速</a:t>
            </a: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B</a:t>
            </a:r>
            <a:r>
              <a:rPr lang="zh-CN" altLang="en-US" sz="2400">
                <a:latin typeface="黑体" panose="02010609060101010101" charset="-122"/>
                <a:ea typeface="黑体" panose="02010609060101010101" charset="-122"/>
              </a:rPr>
              <a:t>．甲图中火车在匀速运动，乙图中火车突然向右加速，丙图中火车突然向左加速</a:t>
            </a: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C</a:t>
            </a:r>
            <a:r>
              <a:rPr lang="zh-CN" altLang="en-US" sz="2400">
                <a:latin typeface="黑体" panose="02010609060101010101" charset="-122"/>
                <a:ea typeface="黑体" panose="02010609060101010101" charset="-122"/>
              </a:rPr>
              <a:t>．甲图中火车在减速运动，乙图中火车突然向左减速，丙图中火车突然向右加速</a:t>
            </a:r>
          </a:p>
          <a:p>
            <a:pPr marL="190500" indent="0" algn="l" defTabSz="266700">
              <a:lnSpc>
                <a:spcPct val="150000"/>
              </a:lnSpc>
              <a:spcBef>
                <a:spcPct val="0"/>
              </a:spcBef>
              <a:spcAft>
                <a:spcPct val="0"/>
              </a:spcAft>
            </a:pPr>
            <a:r>
              <a:rPr lang="en-US" altLang="zh-CN" sz="2400">
                <a:latin typeface="Times New Roman" panose="02020603050405020304" charset="0"/>
                <a:ea typeface="黑体" panose="02010609060101010101" charset="-122"/>
              </a:rPr>
              <a:t>D</a:t>
            </a:r>
            <a:r>
              <a:rPr lang="zh-CN" altLang="en-US" sz="2400">
                <a:latin typeface="黑体" panose="02010609060101010101" charset="-122"/>
                <a:ea typeface="黑体" panose="02010609060101010101" charset="-122"/>
              </a:rPr>
              <a:t>．甲图中火车在匀速运动，乙图中火车突然向左加速，丙图中火车突然向右减速</a:t>
            </a:r>
          </a:p>
        </p:txBody>
      </p:sp>
      <p:grpSp>
        <p:nvGrpSpPr>
          <p:cNvPr id="73" name="组合 72"/>
          <p:cNvGrpSpPr/>
          <p:nvPr>
            <p:custDataLst>
              <p:tags r:id="rId3"/>
            </p:custDataLst>
          </p:nvPr>
        </p:nvGrpSpPr>
        <p:grpSpPr>
          <a:xfrm>
            <a:off x="692150" y="222885"/>
            <a:ext cx="11433810" cy="603885"/>
            <a:chOff x="1135" y="276"/>
            <a:chExt cx="18006" cy="951"/>
          </a:xfrm>
        </p:grpSpPr>
        <p:sp>
          <p:nvSpPr>
            <p:cNvPr id="74" name="矩形 73"/>
            <p:cNvSpPr/>
            <p:nvPr>
              <p:custDataLst>
                <p:tags r:id="rId9"/>
              </p:custDataLst>
            </p:nvPr>
          </p:nvSpPr>
          <p:spPr>
            <a:xfrm flipV="1">
              <a:off x="1135" y="1107"/>
              <a:ext cx="18006" cy="120"/>
            </a:xfrm>
            <a:prstGeom prst="rect">
              <a:avLst/>
            </a:prstGeom>
            <a:gradFill>
              <a:gsLst>
                <a:gs pos="0">
                  <a:schemeClr val="bg1"/>
                </a:gs>
                <a:gs pos="42000">
                  <a:srgbClr val="6ACCF2"/>
                </a:gs>
                <a:gs pos="100000">
                  <a:srgbClr val="2497EA"/>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4"/>
            <p:cNvGrpSpPr/>
            <p:nvPr>
              <p:custDataLst>
                <p:tags r:id="rId10"/>
              </p:custDataLst>
            </p:nvPr>
          </p:nvGrpSpPr>
          <p:grpSpPr>
            <a:xfrm>
              <a:off x="16598" y="558"/>
              <a:ext cx="2159" cy="473"/>
              <a:chOff x="15773" y="2292"/>
              <a:chExt cx="2613" cy="572"/>
            </a:xfrm>
          </p:grpSpPr>
          <p:sp>
            <p:nvSpPr>
              <p:cNvPr id="76" name="椭圆 75"/>
              <p:cNvSpPr/>
              <p:nvPr>
                <p:custDataLst>
                  <p:tags r:id="rId12"/>
                </p:custDataLst>
              </p:nvPr>
            </p:nvSpPr>
            <p:spPr>
              <a:xfrm>
                <a:off x="15773" y="2292"/>
                <a:ext cx="571" cy="573"/>
              </a:xfrm>
              <a:prstGeom prst="ellipse">
                <a:avLst/>
              </a:prstGeom>
              <a:solidFill>
                <a:schemeClr val="tx2">
                  <a:lumMod val="90000"/>
                  <a:lumOff val="1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custDataLst>
                  <p:tags r:id="rId13"/>
                </p:custDataLst>
              </p:nvPr>
            </p:nvSpPr>
            <p:spPr>
              <a:xfrm>
                <a:off x="16454" y="2292"/>
                <a:ext cx="571" cy="573"/>
              </a:xfrm>
              <a:prstGeom prst="ellipse">
                <a:avLst/>
              </a:prstGeom>
              <a:solidFill>
                <a:schemeClr val="tx2">
                  <a:lumMod val="75000"/>
                  <a:lumOff val="2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14"/>
                </p:custDataLst>
              </p:nvPr>
            </p:nvSpPr>
            <p:spPr>
              <a:xfrm>
                <a:off x="17135" y="2292"/>
                <a:ext cx="571" cy="573"/>
              </a:xfrm>
              <a:prstGeom prst="ellipse">
                <a:avLst/>
              </a:prstGeom>
              <a:solidFill>
                <a:schemeClr val="tx2">
                  <a:lumMod val="50000"/>
                  <a:lumOff val="5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15"/>
                </p:custDataLst>
              </p:nvPr>
            </p:nvSpPr>
            <p:spPr>
              <a:xfrm>
                <a:off x="17816" y="2292"/>
                <a:ext cx="571" cy="573"/>
              </a:xfrm>
              <a:prstGeom prst="ellipse">
                <a:avLst/>
              </a:prstGeom>
              <a:solidFill>
                <a:schemeClr val="tx2">
                  <a:lumMod val="25000"/>
                  <a:lumOff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6" name="文本框 85"/>
            <p:cNvSpPr txBox="1"/>
            <p:nvPr>
              <p:custDataLst>
                <p:tags r:id="rId11"/>
              </p:custDataLst>
            </p:nvPr>
          </p:nvSpPr>
          <p:spPr>
            <a:xfrm>
              <a:off x="1658" y="276"/>
              <a:ext cx="8149" cy="919"/>
            </a:xfrm>
            <a:prstGeom prst="rect">
              <a:avLst/>
            </a:prstGeom>
            <a:noFill/>
          </p:spPr>
          <p:txBody>
            <a:bodyPr wrap="square" rtlCol="0">
              <a:spAutoFit/>
            </a:bodyPr>
            <a:lstStyle/>
            <a:p>
              <a:r>
                <a:rPr lang="zh-CN" sz="3200" b="1">
                  <a:solidFill>
                    <a:schemeClr val="accent1">
                      <a:lumMod val="75000"/>
                    </a:schemeClr>
                  </a:solidFill>
                  <a:latin typeface="+mj-ea"/>
                  <a:ea typeface="+mj-ea"/>
                  <a:sym typeface="+mn-ea"/>
                </a:rPr>
                <a:t>课堂练习</a:t>
              </a:r>
            </a:p>
          </p:txBody>
        </p:sp>
      </p:grpSp>
      <p:grpSp>
        <p:nvGrpSpPr>
          <p:cNvPr id="6" name="组合 5"/>
          <p:cNvGrpSpPr/>
          <p:nvPr>
            <p:custDataLst>
              <p:tags r:id="rId4"/>
            </p:custDataLst>
          </p:nvPr>
        </p:nvGrpSpPr>
        <p:grpSpPr>
          <a:xfrm>
            <a:off x="167640" y="-135255"/>
            <a:ext cx="830580" cy="961390"/>
            <a:chOff x="158" y="-264"/>
            <a:chExt cx="1308" cy="1514"/>
          </a:xfrm>
        </p:grpSpPr>
        <p:sp>
          <p:nvSpPr>
            <p:cNvPr id="4" name="图形 23"/>
            <p:cNvSpPr/>
            <p:nvPr userDrawn="1">
              <p:custDataLst>
                <p:tags r:id="rId7"/>
              </p:custDataLst>
            </p:nvPr>
          </p:nvSpPr>
          <p:spPr>
            <a:xfrm>
              <a:off x="158" y="-264"/>
              <a:ext cx="1308" cy="1397"/>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5" name="图形 13"/>
            <p:cNvSpPr/>
            <p:nvPr userDrawn="1">
              <p:custDataLst>
                <p:tags r:id="rId8"/>
              </p:custDataLst>
            </p:nvPr>
          </p:nvSpPr>
          <p:spPr>
            <a:xfrm>
              <a:off x="272" y="208"/>
              <a:ext cx="1043" cy="1043"/>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grpSp>
      <p:sp>
        <p:nvSpPr>
          <p:cNvPr id="7" name="文本框 6"/>
          <p:cNvSpPr txBox="1"/>
          <p:nvPr>
            <p:custDataLst>
              <p:tags r:id="rId5"/>
            </p:custDataLst>
          </p:nvPr>
        </p:nvSpPr>
        <p:spPr>
          <a:xfrm>
            <a:off x="7560522" y="1683385"/>
            <a:ext cx="719455" cy="551815"/>
          </a:xfrm>
          <a:prstGeom prst="rect">
            <a:avLst/>
          </a:prstGeom>
          <a:noFill/>
        </p:spPr>
        <p:txBody>
          <a:bodyPr wrap="square" rtlCol="0">
            <a:noAutofit/>
          </a:bodyPr>
          <a:lstStyle/>
          <a:p>
            <a:pPr algn="l"/>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A</a:t>
            </a:r>
          </a:p>
        </p:txBody>
      </p:sp>
      <p:pic>
        <p:nvPicPr>
          <p:cNvPr id="100007" name="图片 100007"/>
          <p:cNvPicPr>
            <a:picLocks noChangeAspect="1"/>
          </p:cNvPicPr>
          <p:nvPr>
            <p:custDataLst>
              <p:tags r:id="rId6"/>
            </p:custDataLst>
          </p:nvPr>
        </p:nvPicPr>
        <p:blipFill>
          <a:blip r:embed="rId18"/>
          <a:stretch>
            <a:fillRect/>
          </a:stretch>
        </p:blipFill>
        <p:spPr>
          <a:xfrm>
            <a:off x="2935605" y="4713605"/>
            <a:ext cx="6320790" cy="1652905"/>
          </a:xfrm>
          <a:prstGeom prst="rect">
            <a:avLst/>
          </a:prstGeom>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custDataLst>
              <p:tags r:id="rId2"/>
            </p:custDataLst>
          </p:nvPr>
        </p:nvGrpSpPr>
        <p:grpSpPr>
          <a:xfrm>
            <a:off x="692150" y="222885"/>
            <a:ext cx="11433810" cy="603885"/>
            <a:chOff x="1135" y="276"/>
            <a:chExt cx="18006" cy="951"/>
          </a:xfrm>
        </p:grpSpPr>
        <p:sp>
          <p:nvSpPr>
            <p:cNvPr id="74" name="矩形 73"/>
            <p:cNvSpPr/>
            <p:nvPr>
              <p:custDataLst>
                <p:tags r:id="rId7"/>
              </p:custDataLst>
            </p:nvPr>
          </p:nvSpPr>
          <p:spPr>
            <a:xfrm flipV="1">
              <a:off x="1135" y="1107"/>
              <a:ext cx="18006" cy="120"/>
            </a:xfrm>
            <a:prstGeom prst="rect">
              <a:avLst/>
            </a:prstGeom>
            <a:gradFill>
              <a:gsLst>
                <a:gs pos="0">
                  <a:schemeClr val="bg1"/>
                </a:gs>
                <a:gs pos="42000">
                  <a:srgbClr val="6ACCF2"/>
                </a:gs>
                <a:gs pos="100000">
                  <a:srgbClr val="2497EA"/>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4"/>
            <p:cNvGrpSpPr/>
            <p:nvPr>
              <p:custDataLst>
                <p:tags r:id="rId8"/>
              </p:custDataLst>
            </p:nvPr>
          </p:nvGrpSpPr>
          <p:grpSpPr>
            <a:xfrm>
              <a:off x="16598" y="558"/>
              <a:ext cx="2159" cy="473"/>
              <a:chOff x="15773" y="2292"/>
              <a:chExt cx="2613" cy="572"/>
            </a:xfrm>
          </p:grpSpPr>
          <p:sp>
            <p:nvSpPr>
              <p:cNvPr id="76" name="椭圆 75"/>
              <p:cNvSpPr/>
              <p:nvPr>
                <p:custDataLst>
                  <p:tags r:id="rId10"/>
                </p:custDataLst>
              </p:nvPr>
            </p:nvSpPr>
            <p:spPr>
              <a:xfrm>
                <a:off x="15773" y="2292"/>
                <a:ext cx="571" cy="573"/>
              </a:xfrm>
              <a:prstGeom prst="ellipse">
                <a:avLst/>
              </a:prstGeom>
              <a:solidFill>
                <a:schemeClr val="tx2">
                  <a:lumMod val="90000"/>
                  <a:lumOff val="1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custDataLst>
                  <p:tags r:id="rId11"/>
                </p:custDataLst>
              </p:nvPr>
            </p:nvSpPr>
            <p:spPr>
              <a:xfrm>
                <a:off x="16454" y="2292"/>
                <a:ext cx="571" cy="573"/>
              </a:xfrm>
              <a:prstGeom prst="ellipse">
                <a:avLst/>
              </a:prstGeom>
              <a:solidFill>
                <a:schemeClr val="tx2">
                  <a:lumMod val="75000"/>
                  <a:lumOff val="2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12"/>
                </p:custDataLst>
              </p:nvPr>
            </p:nvSpPr>
            <p:spPr>
              <a:xfrm>
                <a:off x="17135" y="2292"/>
                <a:ext cx="571" cy="573"/>
              </a:xfrm>
              <a:prstGeom prst="ellipse">
                <a:avLst/>
              </a:prstGeom>
              <a:solidFill>
                <a:schemeClr val="tx2">
                  <a:lumMod val="50000"/>
                  <a:lumOff val="5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13"/>
                </p:custDataLst>
              </p:nvPr>
            </p:nvSpPr>
            <p:spPr>
              <a:xfrm>
                <a:off x="17816" y="2292"/>
                <a:ext cx="571" cy="573"/>
              </a:xfrm>
              <a:prstGeom prst="ellipse">
                <a:avLst/>
              </a:prstGeom>
              <a:solidFill>
                <a:schemeClr val="tx2">
                  <a:lumMod val="25000"/>
                  <a:lumOff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6" name="文本框 85"/>
            <p:cNvSpPr txBox="1"/>
            <p:nvPr>
              <p:custDataLst>
                <p:tags r:id="rId9"/>
              </p:custDataLst>
            </p:nvPr>
          </p:nvSpPr>
          <p:spPr>
            <a:xfrm>
              <a:off x="1658" y="276"/>
              <a:ext cx="8149" cy="919"/>
            </a:xfrm>
            <a:prstGeom prst="rect">
              <a:avLst/>
            </a:prstGeom>
            <a:noFill/>
          </p:spPr>
          <p:txBody>
            <a:bodyPr wrap="square" rtlCol="0">
              <a:spAutoFit/>
            </a:bodyPr>
            <a:lstStyle/>
            <a:p>
              <a:r>
                <a:rPr lang="zh-CN" sz="3200" b="1">
                  <a:solidFill>
                    <a:schemeClr val="accent1">
                      <a:lumMod val="75000"/>
                    </a:schemeClr>
                  </a:solidFill>
                  <a:latin typeface="+mj-ea"/>
                  <a:ea typeface="+mj-ea"/>
                  <a:sym typeface="+mn-ea"/>
                </a:rPr>
                <a:t>课堂练习</a:t>
              </a:r>
            </a:p>
          </p:txBody>
        </p:sp>
      </p:grpSp>
      <p:grpSp>
        <p:nvGrpSpPr>
          <p:cNvPr id="6" name="组合 5"/>
          <p:cNvGrpSpPr/>
          <p:nvPr>
            <p:custDataLst>
              <p:tags r:id="rId3"/>
            </p:custDataLst>
          </p:nvPr>
        </p:nvGrpSpPr>
        <p:grpSpPr>
          <a:xfrm>
            <a:off x="167640" y="-135255"/>
            <a:ext cx="830580" cy="961390"/>
            <a:chOff x="158" y="-264"/>
            <a:chExt cx="1308" cy="1514"/>
          </a:xfrm>
        </p:grpSpPr>
        <p:sp>
          <p:nvSpPr>
            <p:cNvPr id="4" name="图形 23"/>
            <p:cNvSpPr/>
            <p:nvPr userDrawn="1">
              <p:custDataLst>
                <p:tags r:id="rId5"/>
              </p:custDataLst>
            </p:nvPr>
          </p:nvSpPr>
          <p:spPr>
            <a:xfrm>
              <a:off x="158" y="-264"/>
              <a:ext cx="1308" cy="1397"/>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5" name="图形 13"/>
            <p:cNvSpPr/>
            <p:nvPr userDrawn="1">
              <p:custDataLst>
                <p:tags r:id="rId6"/>
              </p:custDataLst>
            </p:nvPr>
          </p:nvSpPr>
          <p:spPr>
            <a:xfrm>
              <a:off x="272" y="208"/>
              <a:ext cx="1043" cy="1043"/>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grpSp>
      <p:sp>
        <p:nvSpPr>
          <p:cNvPr id="2" name="文本框 1"/>
          <p:cNvSpPr txBox="1"/>
          <p:nvPr>
            <p:custDataLst>
              <p:tags r:id="rId4"/>
            </p:custDataLst>
          </p:nvPr>
        </p:nvSpPr>
        <p:spPr>
          <a:xfrm>
            <a:off x="342900" y="1136015"/>
            <a:ext cx="11415395" cy="4707890"/>
          </a:xfrm>
          <a:prstGeom prst="rect">
            <a:avLst/>
          </a:prstGeom>
        </p:spPr>
        <p:txBody>
          <a:bodyPr wrap="square">
            <a:spAutoFit/>
          </a:bodyPr>
          <a:lstStyle/>
          <a:p>
            <a:pPr marL="0" indent="0" algn="l" defTabSz="266700">
              <a:lnSpc>
                <a:spcPct val="150000"/>
              </a:lnSpc>
              <a:spcBef>
                <a:spcPct val="0"/>
              </a:spcBef>
              <a:spcAft>
                <a:spcPct val="0"/>
              </a:spcAft>
            </a:pPr>
            <a:r>
              <a:rPr lang="zh-CN" altLang="en-US" sz="2000">
                <a:solidFill>
                  <a:srgbClr val="FF0000"/>
                </a:solidFill>
                <a:latin typeface="黑体" panose="02010609060101010101" charset="-122"/>
                <a:ea typeface="黑体" panose="02010609060101010101" charset="-122"/>
              </a:rPr>
              <a:t>【答案】</a:t>
            </a:r>
            <a:r>
              <a:rPr lang="en-US" altLang="zh-CN" sz="2000">
                <a:solidFill>
                  <a:srgbClr val="FF0000"/>
                </a:solidFill>
                <a:latin typeface="Times New Roman" panose="02020603050405020304" charset="0"/>
                <a:ea typeface="黑体" panose="02010609060101010101" charset="-122"/>
              </a:rPr>
              <a:t>A</a:t>
            </a:r>
          </a:p>
          <a:p>
            <a:pPr marL="0" indent="0" algn="l" defTabSz="266700">
              <a:lnSpc>
                <a:spcPct val="150000"/>
              </a:lnSpc>
              <a:spcBef>
                <a:spcPct val="0"/>
              </a:spcBef>
              <a:spcAft>
                <a:spcPct val="0"/>
              </a:spcAft>
            </a:pPr>
            <a:r>
              <a:rPr lang="zh-CN" altLang="en-US" sz="2000">
                <a:solidFill>
                  <a:srgbClr val="FF0000"/>
                </a:solidFill>
                <a:latin typeface="黑体" panose="02010609060101010101" charset="-122"/>
                <a:ea typeface="黑体" panose="02010609060101010101" charset="-122"/>
              </a:rPr>
              <a:t>【详解】</a:t>
            </a:r>
            <a:r>
              <a:rPr lang="zh-CN" altLang="en-US" sz="2000">
                <a:latin typeface="黑体" panose="02010609060101010101" charset="-122"/>
                <a:ea typeface="黑体" panose="02010609060101010101" charset="-122"/>
              </a:rPr>
              <a:t>甲图中，塑料杯相对于桌面的位置没有发生改变，因此它们的运动状态是相同的。若摩擦力为零，说明此时火车静止或匀速运动；若火车加速度较小，塑料杯也可随火车做加速或减速运动；</a:t>
            </a:r>
          </a:p>
          <a:p>
            <a:pPr marL="0" indent="0" algn="l" defTabSz="266700">
              <a:lnSpc>
                <a:spcPct val="150000"/>
              </a:lnSpc>
              <a:spcBef>
                <a:spcPct val="0"/>
              </a:spcBef>
              <a:spcAft>
                <a:spcPct val="0"/>
              </a:spcAft>
            </a:pPr>
            <a:r>
              <a:rPr lang="zh-CN" altLang="en-US" sz="2000">
                <a:latin typeface="黑体" panose="02010609060101010101" charset="-122"/>
                <a:ea typeface="黑体" panose="02010609060101010101" charset="-122"/>
              </a:rPr>
              <a:t>乙图中，塑料杯向右倾倒，说明火车突然向左加速（或向右减速），因为，火车突然向左加速时，塑料杯的下部由于摩擦也随着加速，而上部由于惯性仍保持原来的运动状态，所以才会向右倾倒；火车向右减速时的情形也可用类似的方法解释；</a:t>
            </a:r>
          </a:p>
          <a:p>
            <a:pPr marL="0" indent="0" algn="l" defTabSz="266700">
              <a:lnSpc>
                <a:spcPct val="150000"/>
              </a:lnSpc>
              <a:spcBef>
                <a:spcPct val="0"/>
              </a:spcBef>
              <a:spcAft>
                <a:spcPct val="0"/>
              </a:spcAft>
            </a:pPr>
            <a:r>
              <a:rPr lang="zh-CN" altLang="en-US" sz="2000">
                <a:latin typeface="黑体" panose="02010609060101010101" charset="-122"/>
                <a:ea typeface="黑体" panose="02010609060101010101" charset="-122"/>
              </a:rPr>
              <a:t>丙图中，塑料杯向左倾倒，说明火车突然向左减速（或向右加速），因为，火车突然向左减速时，塑料杯的下部由于摩擦也随着减速，而上部由于惯性仍保持原来的运动状态，所以才会向左倾倒；火车向右加速时的情形也可用类似的方法解释。</a:t>
            </a:r>
          </a:p>
          <a:p>
            <a:pPr marL="0" indent="0" algn="l" defTabSz="266700">
              <a:lnSpc>
                <a:spcPct val="150000"/>
              </a:lnSpc>
              <a:spcBef>
                <a:spcPct val="0"/>
              </a:spcBef>
              <a:spcAft>
                <a:spcPct val="0"/>
              </a:spcAft>
            </a:pPr>
            <a:r>
              <a:rPr lang="zh-CN" altLang="en-US" sz="2000">
                <a:latin typeface="黑体" panose="02010609060101010101" charset="-122"/>
                <a:ea typeface="黑体" panose="02010609060101010101" charset="-122"/>
              </a:rPr>
              <a:t>故选</a:t>
            </a:r>
            <a:r>
              <a:rPr lang="en-US" altLang="zh-CN" sz="2000">
                <a:latin typeface="Times New Roman" panose="02020603050405020304" charset="0"/>
                <a:ea typeface="黑体" panose="02010609060101010101" charset="-122"/>
              </a:rPr>
              <a:t>A</a:t>
            </a:r>
            <a:r>
              <a:rPr lang="zh-CN" altLang="en-US" sz="2000">
                <a:latin typeface="黑体" panose="02010609060101010101" charset="-122"/>
                <a:ea typeface="黑体" panose="02010609060101010101" charset="-122"/>
              </a:rPr>
              <a:t>。</a:t>
            </a:r>
          </a:p>
        </p:txBody>
      </p:sp>
    </p:spTree>
    <p:custDataLst>
      <p:tags r:id="rId1"/>
    </p:custData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pSp>
        <p:nvGrpSpPr>
          <p:cNvPr id="73" name="组合 72"/>
          <p:cNvGrpSpPr/>
          <p:nvPr>
            <p:custDataLst>
              <p:tags r:id="rId2"/>
            </p:custDataLst>
          </p:nvPr>
        </p:nvGrpSpPr>
        <p:grpSpPr>
          <a:xfrm>
            <a:off x="692150" y="222885"/>
            <a:ext cx="11433810" cy="603885"/>
            <a:chOff x="1135" y="276"/>
            <a:chExt cx="18006" cy="951"/>
          </a:xfrm>
        </p:grpSpPr>
        <p:sp>
          <p:nvSpPr>
            <p:cNvPr id="74" name="矩形 73"/>
            <p:cNvSpPr/>
            <p:nvPr>
              <p:custDataLst>
                <p:tags r:id="rId15"/>
              </p:custDataLst>
            </p:nvPr>
          </p:nvSpPr>
          <p:spPr>
            <a:xfrm flipV="1">
              <a:off x="1135" y="1107"/>
              <a:ext cx="18006" cy="120"/>
            </a:xfrm>
            <a:prstGeom prst="rect">
              <a:avLst/>
            </a:prstGeom>
            <a:gradFill>
              <a:gsLst>
                <a:gs pos="0">
                  <a:schemeClr val="bg1"/>
                </a:gs>
                <a:gs pos="42000">
                  <a:srgbClr val="6ACCF2"/>
                </a:gs>
                <a:gs pos="100000">
                  <a:srgbClr val="2497EA"/>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 name="组合 74"/>
            <p:cNvGrpSpPr/>
            <p:nvPr>
              <p:custDataLst>
                <p:tags r:id="rId16"/>
              </p:custDataLst>
            </p:nvPr>
          </p:nvGrpSpPr>
          <p:grpSpPr>
            <a:xfrm>
              <a:off x="16598" y="558"/>
              <a:ext cx="2159" cy="473"/>
              <a:chOff x="15773" y="2292"/>
              <a:chExt cx="2613" cy="572"/>
            </a:xfrm>
          </p:grpSpPr>
          <p:sp>
            <p:nvSpPr>
              <p:cNvPr id="76" name="椭圆 75"/>
              <p:cNvSpPr/>
              <p:nvPr>
                <p:custDataLst>
                  <p:tags r:id="rId18"/>
                </p:custDataLst>
              </p:nvPr>
            </p:nvSpPr>
            <p:spPr>
              <a:xfrm>
                <a:off x="15773" y="2292"/>
                <a:ext cx="571" cy="573"/>
              </a:xfrm>
              <a:prstGeom prst="ellipse">
                <a:avLst/>
              </a:prstGeom>
              <a:solidFill>
                <a:schemeClr val="tx2">
                  <a:lumMod val="90000"/>
                  <a:lumOff val="1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custDataLst>
                  <p:tags r:id="rId19"/>
                </p:custDataLst>
              </p:nvPr>
            </p:nvSpPr>
            <p:spPr>
              <a:xfrm>
                <a:off x="16454" y="2292"/>
                <a:ext cx="571" cy="573"/>
              </a:xfrm>
              <a:prstGeom prst="ellipse">
                <a:avLst/>
              </a:prstGeom>
              <a:solidFill>
                <a:schemeClr val="tx2">
                  <a:lumMod val="75000"/>
                  <a:lumOff val="2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custDataLst>
                  <p:tags r:id="rId20"/>
                </p:custDataLst>
              </p:nvPr>
            </p:nvSpPr>
            <p:spPr>
              <a:xfrm>
                <a:off x="17135" y="2292"/>
                <a:ext cx="571" cy="573"/>
              </a:xfrm>
              <a:prstGeom prst="ellipse">
                <a:avLst/>
              </a:prstGeom>
              <a:solidFill>
                <a:schemeClr val="tx2">
                  <a:lumMod val="50000"/>
                  <a:lumOff val="5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custDataLst>
                  <p:tags r:id="rId21"/>
                </p:custDataLst>
              </p:nvPr>
            </p:nvSpPr>
            <p:spPr>
              <a:xfrm>
                <a:off x="17816" y="2292"/>
                <a:ext cx="571" cy="573"/>
              </a:xfrm>
              <a:prstGeom prst="ellipse">
                <a:avLst/>
              </a:prstGeom>
              <a:solidFill>
                <a:schemeClr val="tx2">
                  <a:lumMod val="25000"/>
                  <a:lumOff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6" name="文本框 85"/>
            <p:cNvSpPr txBox="1"/>
            <p:nvPr>
              <p:custDataLst>
                <p:tags r:id="rId17"/>
              </p:custDataLst>
            </p:nvPr>
          </p:nvSpPr>
          <p:spPr>
            <a:xfrm>
              <a:off x="1658" y="276"/>
              <a:ext cx="8149" cy="919"/>
            </a:xfrm>
            <a:prstGeom prst="rect">
              <a:avLst/>
            </a:prstGeom>
            <a:noFill/>
          </p:spPr>
          <p:txBody>
            <a:bodyPr wrap="square" rtlCol="0">
              <a:spAutoFit/>
            </a:bodyPr>
            <a:lstStyle/>
            <a:p>
              <a:r>
                <a:rPr lang="zh-CN" altLang="en-US" sz="3200" b="1">
                  <a:solidFill>
                    <a:schemeClr val="accent1">
                      <a:lumMod val="75000"/>
                    </a:schemeClr>
                  </a:solidFill>
                  <a:latin typeface="+mj-ea"/>
                  <a:ea typeface="+mj-ea"/>
                  <a:sym typeface="+mn-ea"/>
                </a:rPr>
                <a:t>课后作业</a:t>
              </a:r>
            </a:p>
          </p:txBody>
        </p:sp>
      </p:grpSp>
      <p:grpSp>
        <p:nvGrpSpPr>
          <p:cNvPr id="6" name="组合 5"/>
          <p:cNvGrpSpPr/>
          <p:nvPr>
            <p:custDataLst>
              <p:tags r:id="rId3"/>
            </p:custDataLst>
          </p:nvPr>
        </p:nvGrpSpPr>
        <p:grpSpPr>
          <a:xfrm>
            <a:off x="167640" y="-135255"/>
            <a:ext cx="830580" cy="961390"/>
            <a:chOff x="158" y="-264"/>
            <a:chExt cx="1308" cy="1514"/>
          </a:xfrm>
        </p:grpSpPr>
        <p:sp>
          <p:nvSpPr>
            <p:cNvPr id="4" name="图形 23"/>
            <p:cNvSpPr/>
            <p:nvPr userDrawn="1">
              <p:custDataLst>
                <p:tags r:id="rId13"/>
              </p:custDataLst>
            </p:nvPr>
          </p:nvSpPr>
          <p:spPr>
            <a:xfrm>
              <a:off x="158" y="-264"/>
              <a:ext cx="1308" cy="1397"/>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5" name="图形 13"/>
            <p:cNvSpPr/>
            <p:nvPr userDrawn="1">
              <p:custDataLst>
                <p:tags r:id="rId14"/>
              </p:custDataLst>
            </p:nvPr>
          </p:nvSpPr>
          <p:spPr>
            <a:xfrm>
              <a:off x="272" y="208"/>
              <a:ext cx="1043" cy="1043"/>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grpSp>
      <p:grpSp>
        <p:nvGrpSpPr>
          <p:cNvPr id="38" name="组合 37"/>
          <p:cNvGrpSpPr/>
          <p:nvPr>
            <p:custDataLst>
              <p:tags r:id="rId4"/>
            </p:custDataLst>
          </p:nvPr>
        </p:nvGrpSpPr>
        <p:grpSpPr>
          <a:xfrm>
            <a:off x="678180" y="1367155"/>
            <a:ext cx="10626090" cy="4377690"/>
            <a:chOff x="508491" y="1176411"/>
            <a:chExt cx="9506571" cy="3283208"/>
          </a:xfrm>
        </p:grpSpPr>
        <p:sp>
          <p:nvSpPr>
            <p:cNvPr id="39" name="等腰三角形 38"/>
            <p:cNvSpPr/>
            <p:nvPr>
              <p:custDataLst>
                <p:tags r:id="rId5"/>
              </p:custDataLst>
            </p:nvPr>
          </p:nvSpPr>
          <p:spPr bwMode="auto">
            <a:xfrm rot="16200000">
              <a:off x="925343" y="1289271"/>
              <a:ext cx="3283208" cy="3057488"/>
            </a:xfrm>
            <a:prstGeom prst="triangle">
              <a:avLst/>
            </a:prstGeom>
            <a:solidFill>
              <a:srgbClr val="4276AA">
                <a:lumMod val="20000"/>
                <a:lumOff val="80000"/>
              </a:srgbClr>
            </a:solidFill>
            <a:ln w="9525">
              <a:noFill/>
              <a:round/>
            </a:ln>
          </p:spPr>
          <p:txBody>
            <a:bodyPr lIns="91440" tIns="45720" rIns="91440" bIns="45720" anchor="ctr"/>
            <a:lstStyle/>
            <a:p>
              <a:pPr algn="ctr">
                <a:lnSpc>
                  <a:spcPct val="120000"/>
                </a:lnSpc>
                <a:defRPr/>
              </a:pPr>
              <a:endParaRPr sz="2665">
                <a:solidFill>
                  <a:srgbClr val="000000"/>
                </a:solidFill>
                <a:latin typeface="微软雅黑" panose="020B0503020204020204" charset="-122"/>
                <a:ea typeface="微软雅黑"/>
                <a:sym typeface="Arial" panose="020B0604020202020204" pitchFamily="34" charset="0"/>
              </a:endParaRPr>
            </a:p>
          </p:txBody>
        </p:sp>
        <p:sp>
          <p:nvSpPr>
            <p:cNvPr id="40" name="椭圆 39"/>
            <p:cNvSpPr/>
            <p:nvPr>
              <p:custDataLst>
                <p:tags r:id="rId6"/>
              </p:custDataLst>
            </p:nvPr>
          </p:nvSpPr>
          <p:spPr bwMode="auto">
            <a:xfrm>
              <a:off x="508491" y="2155087"/>
              <a:ext cx="1744064" cy="1403960"/>
            </a:xfrm>
            <a:prstGeom prst="ellipse">
              <a:avLst/>
            </a:prstGeom>
            <a:solidFill>
              <a:srgbClr val="4276AA"/>
            </a:solidFill>
            <a:ln w="9525">
              <a:noFill/>
              <a:round/>
            </a:ln>
          </p:spPr>
          <p:txBody>
            <a:bodyPr vert="horz" wrap="square" lIns="90000" tIns="90000" rIns="90000" bIns="90000" anchor="ctr" anchorCtr="1" compatLnSpc="1">
              <a:normAutofit/>
            </a:bodyPr>
            <a:lstStyle/>
            <a:p>
              <a:pPr algn="ctr">
                <a:lnSpc>
                  <a:spcPct val="120000"/>
                </a:lnSpc>
                <a:defRPr/>
              </a:pPr>
              <a:r>
                <a:rPr lang="zh-CN" altLang="zh-CN" sz="3200" b="1" spc="225">
                  <a:solidFill>
                    <a:srgbClr val="FFFFFF"/>
                  </a:solidFill>
                  <a:latin typeface="微软雅黑" panose="020B0503020204020204" charset="-122"/>
                  <a:ea typeface="微软雅黑"/>
                  <a:cs typeface="+mn-ea"/>
                  <a:sym typeface="Arial" panose="020B0604020202020204" pitchFamily="34" charset="0"/>
                </a:rPr>
                <a:t>作业</a:t>
              </a:r>
            </a:p>
            <a:p>
              <a:pPr algn="ctr">
                <a:lnSpc>
                  <a:spcPct val="120000"/>
                </a:lnSpc>
                <a:defRPr/>
              </a:pPr>
              <a:r>
                <a:rPr lang="zh-CN" altLang="zh-CN" sz="3200" b="1" spc="225">
                  <a:solidFill>
                    <a:srgbClr val="FFFFFF"/>
                  </a:solidFill>
                  <a:latin typeface="微软雅黑" panose="020B0503020204020204" charset="-122"/>
                  <a:ea typeface="微软雅黑"/>
                  <a:cs typeface="+mn-ea"/>
                  <a:sym typeface="Arial" panose="020B0604020202020204" pitchFamily="34" charset="0"/>
                </a:rPr>
                <a:t>内容</a:t>
              </a:r>
            </a:p>
          </p:txBody>
        </p:sp>
        <p:sp>
          <p:nvSpPr>
            <p:cNvPr id="41" name="圆角矩形 40"/>
            <p:cNvSpPr/>
            <p:nvPr>
              <p:custDataLst>
                <p:tags r:id="rId7"/>
              </p:custDataLst>
            </p:nvPr>
          </p:nvSpPr>
          <p:spPr>
            <a:xfrm>
              <a:off x="4215821" y="2054893"/>
              <a:ext cx="101088" cy="531880"/>
            </a:xfrm>
            <a:prstGeom prst="roundRect">
              <a:avLst/>
            </a:prstGeom>
            <a:solidFill>
              <a:srgbClr val="178AA1"/>
            </a:solidFill>
            <a:ln>
              <a:noFill/>
            </a:ln>
          </p:spPr>
          <p:style>
            <a:lnRef idx="2">
              <a:srgbClr val="4276AA">
                <a:shade val="50000"/>
              </a:srgbClr>
            </a:lnRef>
            <a:fillRef idx="1">
              <a:srgbClr val="4276AA"/>
            </a:fillRef>
            <a:effectRef idx="0">
              <a:srgbClr val="4276AA"/>
            </a:effectRef>
            <a:fontRef idx="minor">
              <a:srgbClr val="FFFFFF"/>
            </a:fontRef>
          </p:style>
          <p:txBody>
            <a:bodyPr lIns="91440" tIns="45720" rIns="91440" bIns="45720" anchor="ctr"/>
            <a:lstStyle/>
            <a:p>
              <a:pPr algn="ctr">
                <a:lnSpc>
                  <a:spcPct val="120000"/>
                </a:lnSpc>
                <a:defRPr/>
              </a:pPr>
              <a:endParaRPr sz="2665">
                <a:latin typeface="微软雅黑" panose="020B0503020204020204" charset="-122"/>
                <a:ea typeface="微软雅黑"/>
                <a:sym typeface="Arial" panose="020B0604020202020204" pitchFamily="34" charset="0"/>
              </a:endParaRPr>
            </a:p>
          </p:txBody>
        </p:sp>
        <p:sp>
          <p:nvSpPr>
            <p:cNvPr id="42" name="圆角矩形 41"/>
            <p:cNvSpPr/>
            <p:nvPr>
              <p:custDataLst>
                <p:tags r:id="rId8"/>
              </p:custDataLst>
            </p:nvPr>
          </p:nvSpPr>
          <p:spPr>
            <a:xfrm>
              <a:off x="4215821" y="3026979"/>
              <a:ext cx="101088" cy="531880"/>
            </a:xfrm>
            <a:prstGeom prst="roundRect">
              <a:avLst/>
            </a:prstGeom>
            <a:solidFill>
              <a:srgbClr val="40A693"/>
            </a:solidFill>
            <a:ln>
              <a:noFill/>
            </a:ln>
          </p:spPr>
          <p:style>
            <a:lnRef idx="2">
              <a:srgbClr val="4276AA">
                <a:shade val="50000"/>
              </a:srgbClr>
            </a:lnRef>
            <a:fillRef idx="1">
              <a:srgbClr val="4276AA"/>
            </a:fillRef>
            <a:effectRef idx="0">
              <a:srgbClr val="4276AA"/>
            </a:effectRef>
            <a:fontRef idx="minor">
              <a:srgbClr val="FFFFFF"/>
            </a:fontRef>
          </p:style>
          <p:txBody>
            <a:bodyPr lIns="91440" tIns="45720" rIns="91440" bIns="45720" anchor="ctr"/>
            <a:lstStyle/>
            <a:p>
              <a:pPr algn="ctr">
                <a:lnSpc>
                  <a:spcPct val="120000"/>
                </a:lnSpc>
                <a:defRPr/>
              </a:pPr>
              <a:endParaRPr sz="2665">
                <a:latin typeface="微软雅黑" panose="020B0503020204020204" charset="-122"/>
                <a:ea typeface="微软雅黑"/>
                <a:sym typeface="Arial" panose="020B0604020202020204" pitchFamily="34" charset="0"/>
              </a:endParaRPr>
            </a:p>
          </p:txBody>
        </p:sp>
        <p:sp>
          <p:nvSpPr>
            <p:cNvPr id="43" name="文本框 42"/>
            <p:cNvSpPr txBox="1"/>
            <p:nvPr>
              <p:custDataLst>
                <p:tags r:id="rId9"/>
              </p:custDataLst>
            </p:nvPr>
          </p:nvSpPr>
          <p:spPr bwMode="auto">
            <a:xfrm>
              <a:off x="4473893" y="1945958"/>
              <a:ext cx="1544955" cy="311944"/>
            </a:xfrm>
            <a:prstGeom prst="rect">
              <a:avLst/>
            </a:prstGeom>
            <a:noFill/>
          </p:spPr>
          <p:txBody>
            <a:bodyPr wrap="square" lIns="90000" tIns="90000" rIns="90000" bIns="0" anchor="b" anchorCtr="0">
              <a:noAutofit/>
            </a:bodyPr>
            <a:lstStyle/>
            <a:p>
              <a:pPr>
                <a:lnSpc>
                  <a:spcPct val="120000"/>
                </a:lnSpc>
                <a:defRPr/>
              </a:pPr>
              <a:r>
                <a:rPr lang="zh-CN" altLang="en-US" sz="2800" b="1" spc="225">
                  <a:solidFill>
                    <a:srgbClr val="178AA1">
                      <a:lumMod val="100000"/>
                    </a:srgbClr>
                  </a:solidFill>
                  <a:latin typeface="微软雅黑" panose="020B0503020204020204" charset="-122"/>
                  <a:ea typeface="微软雅黑"/>
                  <a:cs typeface="+mn-ea"/>
                  <a:sym typeface="Arial" panose="020B0604020202020204" pitchFamily="34" charset="0"/>
                </a:rPr>
                <a:t>同步作业</a:t>
              </a:r>
            </a:p>
          </p:txBody>
        </p:sp>
        <p:sp>
          <p:nvSpPr>
            <p:cNvPr id="44" name="文本框 43"/>
            <p:cNvSpPr txBox="1"/>
            <p:nvPr>
              <p:custDataLst>
                <p:tags r:id="rId10"/>
              </p:custDataLst>
            </p:nvPr>
          </p:nvSpPr>
          <p:spPr bwMode="auto">
            <a:xfrm>
              <a:off x="4473893" y="2283143"/>
              <a:ext cx="5541169" cy="376714"/>
            </a:xfrm>
            <a:prstGeom prst="rect">
              <a:avLst/>
            </a:prstGeom>
            <a:noFill/>
          </p:spPr>
          <p:txBody>
            <a:bodyPr wrap="square" lIns="90000" tIns="0" rIns="90000" bIns="46800" anchor="ctr" anchorCtr="0">
              <a:noAutofit/>
            </a:bodyPr>
            <a:lstStyle/>
            <a:p>
              <a:pPr>
                <a:lnSpc>
                  <a:spcPct val="120000"/>
                </a:lnSpc>
                <a:defRPr/>
              </a:pPr>
              <a:r>
                <a:rPr lang="zh-CN" altLang="en-US" sz="2800" b="1" spc="113">
                  <a:solidFill>
                    <a:srgbClr val="000000"/>
                  </a:solidFill>
                  <a:latin typeface="宋体" panose="02010600030101010101" pitchFamily="2" charset="-122"/>
                  <a:ea typeface="宋体" panose="02010600030101010101" pitchFamily="2" charset="-122"/>
                  <a:cs typeface="宋体" panose="02010600030101010101" pitchFamily="2" charset="-122"/>
                  <a:sym typeface="Arial" panose="020B0604020202020204" pitchFamily="34" charset="0"/>
                </a:rPr>
                <a:t>完成课后作业：</a:t>
              </a:r>
              <a:r>
                <a:rPr lang="en-US" altLang="zh-CN" sz="2800" b="1" spc="113">
                  <a:solidFill>
                    <a:srgbClr val="000000"/>
                  </a:solidFill>
                  <a:latin typeface="宋体" panose="02010600030101010101" pitchFamily="2" charset="-122"/>
                  <a:ea typeface="宋体" panose="02010600030101010101" pitchFamily="2" charset="-122"/>
                  <a:cs typeface="宋体" panose="02010600030101010101" pitchFamily="2" charset="-122"/>
                  <a:sym typeface="Arial" panose="020B0604020202020204" pitchFamily="34" charset="0"/>
                </a:rPr>
                <a:t>“</a:t>
              </a:r>
              <a:r>
                <a:rPr lang="zh-CN" altLang="en-US" sz="2800" b="1" spc="113">
                  <a:solidFill>
                    <a:srgbClr val="000000"/>
                  </a:solidFill>
                  <a:latin typeface="宋体" panose="02010600030101010101" pitchFamily="2" charset="-122"/>
                  <a:ea typeface="宋体" panose="02010600030101010101" pitchFamily="2" charset="-122"/>
                  <a:cs typeface="宋体" panose="02010600030101010101" pitchFamily="2" charset="-122"/>
                  <a:sym typeface="Arial" panose="020B0604020202020204" pitchFamily="34" charset="0"/>
                </a:rPr>
                <a:t>练习与应用</a:t>
              </a:r>
              <a:r>
                <a:rPr lang="en-US" altLang="zh-CN" sz="2800" b="1" spc="113">
                  <a:solidFill>
                    <a:srgbClr val="000000"/>
                  </a:solidFill>
                  <a:latin typeface="宋体" panose="02010600030101010101" pitchFamily="2" charset="-122"/>
                  <a:ea typeface="宋体" panose="02010600030101010101" pitchFamily="2" charset="-122"/>
                  <a:cs typeface="宋体" panose="02010600030101010101" pitchFamily="2" charset="-122"/>
                  <a:sym typeface="Arial" panose="020B0604020202020204" pitchFamily="34" charset="0"/>
                </a:rPr>
                <a:t>”</a:t>
              </a:r>
              <a:endParaRPr lang="zh-CN" altLang="en-US" sz="2800" b="1" spc="113">
                <a:solidFill>
                  <a:srgbClr val="000000"/>
                </a:solidFill>
                <a:latin typeface="宋体" panose="02010600030101010101" pitchFamily="2" charset="-122"/>
                <a:ea typeface="宋体" panose="02010600030101010101" pitchFamily="2" charset="-122"/>
                <a:cs typeface="宋体" panose="02010600030101010101" pitchFamily="2" charset="-122"/>
                <a:sym typeface="Arial" panose="020B0604020202020204" pitchFamily="34" charset="0"/>
              </a:endParaRPr>
            </a:p>
          </p:txBody>
        </p:sp>
        <p:sp>
          <p:nvSpPr>
            <p:cNvPr id="45" name="文本框 44"/>
            <p:cNvSpPr txBox="1"/>
            <p:nvPr>
              <p:custDataLst>
                <p:tags r:id="rId11"/>
              </p:custDataLst>
            </p:nvPr>
          </p:nvSpPr>
          <p:spPr bwMode="auto">
            <a:xfrm>
              <a:off x="4473893" y="2956084"/>
              <a:ext cx="1545431" cy="311944"/>
            </a:xfrm>
            <a:prstGeom prst="rect">
              <a:avLst/>
            </a:prstGeom>
            <a:noFill/>
          </p:spPr>
          <p:txBody>
            <a:bodyPr wrap="square" lIns="90000" tIns="90000" rIns="90000" bIns="0" anchor="b" anchorCtr="0">
              <a:noAutofit/>
            </a:bodyPr>
            <a:lstStyle/>
            <a:p>
              <a:pPr>
                <a:lnSpc>
                  <a:spcPct val="120000"/>
                </a:lnSpc>
                <a:defRPr/>
              </a:pPr>
              <a:r>
                <a:rPr lang="zh-CN" altLang="en-US" sz="2800" b="1" spc="225">
                  <a:solidFill>
                    <a:srgbClr val="40A693">
                      <a:lumMod val="100000"/>
                    </a:srgbClr>
                  </a:solidFill>
                  <a:latin typeface="微软雅黑" panose="020B0503020204020204" charset="-122"/>
                  <a:ea typeface="微软雅黑"/>
                  <a:cs typeface="+mn-ea"/>
                  <a:sym typeface="Arial" panose="020B0604020202020204" pitchFamily="34" charset="0"/>
                </a:rPr>
                <a:t>自主安排</a:t>
              </a:r>
            </a:p>
          </p:txBody>
        </p:sp>
        <p:sp>
          <p:nvSpPr>
            <p:cNvPr id="46" name="文本框 45"/>
            <p:cNvSpPr txBox="1"/>
            <p:nvPr>
              <p:custDataLst>
                <p:tags r:id="rId12"/>
              </p:custDataLst>
            </p:nvPr>
          </p:nvSpPr>
          <p:spPr bwMode="auto">
            <a:xfrm>
              <a:off x="4473893" y="3258503"/>
              <a:ext cx="3659505" cy="376714"/>
            </a:xfrm>
            <a:prstGeom prst="rect">
              <a:avLst/>
            </a:prstGeom>
            <a:noFill/>
          </p:spPr>
          <p:txBody>
            <a:bodyPr wrap="square" lIns="90000" tIns="0" rIns="90000" bIns="46800" anchor="ctr" anchorCtr="0">
              <a:noAutofit/>
            </a:bodyPr>
            <a:lstStyle/>
            <a:p>
              <a:pPr>
                <a:lnSpc>
                  <a:spcPct val="120000"/>
                </a:lnSpc>
                <a:defRPr/>
              </a:pPr>
              <a:r>
                <a:rPr lang="zh-CN" altLang="en-US" sz="2800" b="1" spc="113">
                  <a:solidFill>
                    <a:srgbClr val="000000"/>
                  </a:solidFill>
                  <a:latin typeface="宋体" panose="02010600030101010101" pitchFamily="2" charset="-122"/>
                  <a:ea typeface="宋体" panose="02010600030101010101" pitchFamily="2" charset="-122"/>
                  <a:sym typeface="Arial" panose="020B0604020202020204" pitchFamily="34" charset="0"/>
                </a:rPr>
                <a:t>配套同步分层作业</a:t>
              </a:r>
            </a:p>
          </p:txBody>
        </p:sp>
      </p:grpSp>
    </p:spTree>
    <p:custDataLst>
      <p:tags r:id="rId1"/>
    </p:custData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bg>
      <p:bgPr>
        <a:gradFill>
          <a:gsLst>
            <a:gs pos="14000">
              <a:schemeClr val="bg1"/>
            </a:gs>
            <a:gs pos="100000">
              <a:srgbClr val="7030A0">
                <a:alpha val="2000"/>
                <a:lumMod val="14000"/>
                <a:lumOff val="86000"/>
              </a:srgbClr>
            </a:gs>
          </a:gsLst>
          <a:lin ang="5400000" scaled="0"/>
        </a:gradFill>
        <a:effectLst/>
      </p:bgPr>
    </p:bg>
    <p:spTree>
      <p:nvGrpSpPr>
        <p:cNvPr id="1" name=""/>
        <p:cNvGrpSpPr/>
        <p:nvPr/>
      </p:nvGrpSpPr>
      <p:grpSpPr>
        <a:xfrm>
          <a:off x="0" y="0"/>
          <a:ext cx="0" cy="0"/>
          <a:chOff x="0" y="0"/>
          <a:chExt cx="0" cy="0"/>
        </a:xfrm>
      </p:grpSpPr>
      <p:pic>
        <p:nvPicPr>
          <p:cNvPr id="4" name="图片 3"/>
          <p:cNvPicPr>
            <a:picLocks noChangeAspect="1"/>
          </p:cNvPicPr>
          <p:nvPr>
            <p:custDataLst>
              <p:tags r:id="rId2"/>
            </p:custDataLst>
          </p:nvPr>
        </p:nvPicPr>
        <p:blipFill>
          <a:blip r:embed="rId11"/>
          <a:stretch>
            <a:fillRect/>
          </a:stretch>
        </p:blipFill>
        <p:spPr>
          <a:xfrm>
            <a:off x="8255" y="0"/>
            <a:ext cx="12184380" cy="6849745"/>
          </a:xfrm>
          <a:prstGeom prst="rect">
            <a:avLst/>
          </a:prstGeom>
        </p:spPr>
      </p:pic>
      <p:sp>
        <p:nvSpPr>
          <p:cNvPr id="5" name="矩形 4"/>
          <p:cNvSpPr/>
          <p:nvPr>
            <p:custDataLst>
              <p:tags r:id="rId3"/>
            </p:custDataLst>
          </p:nvPr>
        </p:nvSpPr>
        <p:spPr>
          <a:xfrm>
            <a:off x="2540" y="-1270"/>
            <a:ext cx="12183110" cy="6849745"/>
          </a:xfrm>
          <a:prstGeom prst="rect">
            <a:avLst/>
          </a:prstGeom>
          <a:gradFill>
            <a:gsLst>
              <a:gs pos="100000">
                <a:schemeClr val="bg1">
                  <a:alpha val="85000"/>
                </a:schemeClr>
              </a:gs>
              <a:gs pos="0">
                <a:schemeClr val="bg1">
                  <a:alpha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谢谢聆听</a:t>
            </a:r>
          </a:p>
        </p:txBody>
      </p:sp>
      <p:sp>
        <p:nvSpPr>
          <p:cNvPr id="24" name="任意多边形 23"/>
          <p:cNvSpPr/>
          <p:nvPr>
            <p:custDataLst>
              <p:tags r:id="rId4"/>
            </p:custDataLst>
          </p:nvPr>
        </p:nvSpPr>
        <p:spPr>
          <a:xfrm>
            <a:off x="11445875" y="6334125"/>
            <a:ext cx="720725" cy="504825"/>
          </a:xfrm>
          <a:custGeom>
            <a:avLst/>
            <a:gdLst/>
            <a:ahLst/>
            <a:cxnLst>
              <a:cxn ang="3">
                <a:pos x="hc" y="t"/>
              </a:cxn>
              <a:cxn ang="cd2">
                <a:pos x="l" y="vc"/>
              </a:cxn>
              <a:cxn ang="cd4">
                <a:pos x="hc" y="b"/>
              </a:cxn>
              <a:cxn ang="0">
                <a:pos x="r" y="vc"/>
              </a:cxn>
            </a:cxnLst>
            <a:rect l="l" t="t" r="r" b="b"/>
            <a:pathLst>
              <a:path w="1135" h="795">
                <a:moveTo>
                  <a:pt x="710" y="0"/>
                </a:moveTo>
                <a:cubicBezTo>
                  <a:pt x="869" y="0"/>
                  <a:pt x="1016" y="52"/>
                  <a:pt x="1134" y="141"/>
                </a:cubicBezTo>
                <a:lnTo>
                  <a:pt x="1135" y="142"/>
                </a:lnTo>
                <a:lnTo>
                  <a:pt x="1135" y="774"/>
                </a:lnTo>
                <a:lnTo>
                  <a:pt x="8" y="774"/>
                </a:lnTo>
                <a:lnTo>
                  <a:pt x="8" y="795"/>
                </a:lnTo>
                <a:lnTo>
                  <a:pt x="5" y="795"/>
                </a:lnTo>
                <a:lnTo>
                  <a:pt x="3" y="778"/>
                </a:lnTo>
                <a:cubicBezTo>
                  <a:pt x="1" y="755"/>
                  <a:pt x="0" y="732"/>
                  <a:pt x="0" y="710"/>
                </a:cubicBezTo>
                <a:cubicBezTo>
                  <a:pt x="0" y="318"/>
                  <a:pt x="318" y="0"/>
                  <a:pt x="710" y="0"/>
                </a:cubicBezTo>
                <a:close/>
              </a:path>
            </a:pathLst>
          </a:custGeom>
          <a:solidFill>
            <a:schemeClr val="accent3">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3" name="图片 2"/>
          <p:cNvPicPr>
            <a:picLocks noChangeAspect="1"/>
          </p:cNvPicPr>
          <p:nvPr>
            <p:custDataLst>
              <p:tags r:id="rId5"/>
            </p:custDataLst>
          </p:nvPr>
        </p:nvPicPr>
        <p:blipFill>
          <a:blip r:embed="rId12"/>
          <a:stretch>
            <a:fillRect/>
          </a:stretch>
        </p:blipFill>
        <p:spPr>
          <a:xfrm>
            <a:off x="9481820" y="378460"/>
            <a:ext cx="2343785" cy="368935"/>
          </a:xfrm>
          <a:prstGeom prst="rect">
            <a:avLst/>
          </a:prstGeom>
        </p:spPr>
      </p:pic>
      <p:sp>
        <p:nvSpPr>
          <p:cNvPr id="6" name="矩形 5"/>
          <p:cNvSpPr/>
          <p:nvPr>
            <p:custDataLst>
              <p:tags r:id="rId6"/>
            </p:custDataLst>
          </p:nvPr>
        </p:nvSpPr>
        <p:spPr>
          <a:xfrm>
            <a:off x="176530" y="3677920"/>
            <a:ext cx="3354070" cy="76200"/>
          </a:xfrm>
          <a:prstGeom prst="rect">
            <a:avLst/>
          </a:prstGeom>
          <a:solidFill>
            <a:srgbClr val="256097"/>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custDataLst>
              <p:tags r:id="rId7"/>
            </p:custDataLst>
          </p:nvPr>
        </p:nvSpPr>
        <p:spPr>
          <a:xfrm>
            <a:off x="8633460" y="3677920"/>
            <a:ext cx="3354070" cy="76200"/>
          </a:xfrm>
          <a:prstGeom prst="rect">
            <a:avLst/>
          </a:prstGeom>
          <a:solidFill>
            <a:schemeClr val="accent4">
              <a:lumMod val="50000"/>
            </a:schemeClr>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custDataLst>
              <p:tags r:id="rId8"/>
            </p:custDataLst>
          </p:nvPr>
        </p:nvSpPr>
        <p:spPr>
          <a:xfrm>
            <a:off x="3675380" y="2983865"/>
            <a:ext cx="4850765" cy="1445260"/>
          </a:xfrm>
          <a:prstGeom prst="rect">
            <a:avLst/>
          </a:prstGeom>
          <a:noFill/>
          <a:effectLst>
            <a:outerShdw blurRad="50800" dist="38100" dir="5400000" algn="t" rotWithShape="0">
              <a:prstClr val="black">
                <a:alpha val="40000"/>
              </a:prstClr>
            </a:outerShdw>
          </a:effectLst>
        </p:spPr>
        <p:txBody>
          <a:bodyPr wrap="square" rtlCol="0" anchor="t">
            <a:spAutoFit/>
          </a:bodyPr>
          <a:lstStyle/>
          <a:p>
            <a:r>
              <a:rPr lang="zh-CN" altLang="en-US" sz="8800">
                <a:solidFill>
                  <a:srgbClr val="0070C0"/>
                </a:solidFill>
              </a:rPr>
              <a:t>谢谢聆听</a:t>
            </a:r>
          </a:p>
        </p:txBody>
      </p:sp>
    </p:spTree>
    <p:custDataLst>
      <p:tags r:id="rId1"/>
    </p:custData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OS" val="Unix 3.10 unknown"/>
  <p:tag name="AS_RELEASE_DATE" val="2023.03.31"/>
  <p:tag name="AS_TITLE" val="Aspose.Slides for Java"/>
  <p:tag name="AS_VERSION" val="23.3"/>
  <p:tag name="COMMONDATA" val="eyJoZGlkIjoiOTk2YmEwZDBhNmU1Yjk2NDMzYjIzN2RhMGQ1N2E3MGQifQ=="/>
  <p:tag name="KSO_WPP_MARK_KEY" val="02091e81-dce6-4477-89aa-e97a7030272e"/>
  <p:tag name="RESOURCE_RECORD_KEY" val="{&quot;29&quot;:[50000269],&quot;65&quot;:[20205176],&quot;70&quot;:[3314193]}"/>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AS_UNIQUEID" val="3124"/>
</p:tagLst>
</file>

<file path=ppt/tags/tag4.xml><?xml version="1.0" encoding="utf-8"?>
<p:tagLst xmlns:a="http://schemas.openxmlformats.org/drawingml/2006/main" xmlns:r="http://schemas.openxmlformats.org/officeDocument/2006/relationships" xmlns:p="http://schemas.openxmlformats.org/presentationml/2006/main">
  <p:tag name="AS_UNIQUEID" val="4408"/>
</p:tagLst>
</file>

<file path=ppt/tags/tag5.xml><?xml version="1.0" encoding="utf-8"?>
<p:tagLst xmlns:a="http://schemas.openxmlformats.org/drawingml/2006/main" xmlns:r="http://schemas.openxmlformats.org/officeDocument/2006/relationships" xmlns:p="http://schemas.openxmlformats.org/presentationml/2006/main">
  <p:tag name="AS_UNIQUEID" val="3093"/>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AS_UNIQUEID" val="3094"/>
</p:tagLst>
</file>

<file path=ppt/tags/tag7.xml><?xml version="1.0" encoding="utf-8"?>
<p:tagLst xmlns:a="http://schemas.openxmlformats.org/drawingml/2006/main" xmlns:r="http://schemas.openxmlformats.org/officeDocument/2006/relationships" xmlns:p="http://schemas.openxmlformats.org/presentationml/2006/main">
  <p:tag name="AS_UNIQUEID" val="3095"/>
</p:tagLst>
</file>

<file path=ppt/tags/tag8.xml><?xml version="1.0" encoding="utf-8"?>
<p:tagLst xmlns:a="http://schemas.openxmlformats.org/drawingml/2006/main" xmlns:r="http://schemas.openxmlformats.org/officeDocument/2006/relationships" xmlns:p="http://schemas.openxmlformats.org/presentationml/2006/main">
  <p:tag name="AS_UNIQUEID" val="3096"/>
</p:tagLst>
</file>

<file path=ppt/tags/tag9.xml><?xml version="1.0" encoding="utf-8"?>
<p:tagLst xmlns:a="http://schemas.openxmlformats.org/drawingml/2006/main" xmlns:r="http://schemas.openxmlformats.org/officeDocument/2006/relationships" xmlns:p="http://schemas.openxmlformats.org/presentationml/2006/main">
  <p:tag name="AS_UNIQUEID" val="3097"/>
</p:tagLst>
</file>

<file path=ppt/tags/tag10.xml><?xml version="1.0" encoding="utf-8"?>
<p:tagLst xmlns:a="http://schemas.openxmlformats.org/drawingml/2006/main" xmlns:r="http://schemas.openxmlformats.org/officeDocument/2006/relationships" xmlns:p="http://schemas.openxmlformats.org/presentationml/2006/main">
  <p:tag name="AS_UNIQUEID" val="3099"/>
</p:tagLst>
</file>

<file path=ppt/tags/tag11.xml><?xml version="1.0" encoding="utf-8"?>
<p:tagLst xmlns:a="http://schemas.openxmlformats.org/drawingml/2006/main" xmlns:r="http://schemas.openxmlformats.org/officeDocument/2006/relationships" xmlns:p="http://schemas.openxmlformats.org/presentationml/2006/main">
  <p:tag name="AS_UNIQUEID" val="3100"/>
</p:tagLst>
</file>

<file path=ppt/tags/tag12.xml><?xml version="1.0" encoding="utf-8"?>
<p:tagLst xmlns:a="http://schemas.openxmlformats.org/drawingml/2006/main" xmlns:r="http://schemas.openxmlformats.org/officeDocument/2006/relationships" xmlns:p="http://schemas.openxmlformats.org/presentationml/2006/main">
  <p:tag name="AS_UNIQUEID" val="3101"/>
</p:tagLst>
</file>

<file path=ppt/tags/tag13.xml><?xml version="1.0" encoding="utf-8"?>
<p:tagLst xmlns:a="http://schemas.openxmlformats.org/drawingml/2006/main" xmlns:r="http://schemas.openxmlformats.org/officeDocument/2006/relationships" xmlns:p="http://schemas.openxmlformats.org/presentationml/2006/main">
  <p:tag name="AS_UNIQUEID" val="3102"/>
</p:tagLst>
</file>

<file path=ppt/tags/tag14.xml><?xml version="1.0" encoding="utf-8"?>
<p:tagLst xmlns:a="http://schemas.openxmlformats.org/drawingml/2006/main" xmlns:r="http://schemas.openxmlformats.org/officeDocument/2006/relationships" xmlns:p="http://schemas.openxmlformats.org/presentationml/2006/main">
  <p:tag name="AS_UNIQUEID" val="3103"/>
</p:tagLst>
</file>

<file path=ppt/tags/tag15.xml><?xml version="1.0" encoding="utf-8"?>
<p:tagLst xmlns:a="http://schemas.openxmlformats.org/drawingml/2006/main" xmlns:r="http://schemas.openxmlformats.org/officeDocument/2006/relationships" xmlns:p="http://schemas.openxmlformats.org/presentationml/2006/main">
  <p:tag name="AS_UNIQUEID" val="3104"/>
</p:tagLst>
</file>

<file path=ppt/tags/tag16.xml><?xml version="1.0" encoding="utf-8"?>
<p:tagLst xmlns:a="http://schemas.openxmlformats.org/drawingml/2006/main" xmlns:r="http://schemas.openxmlformats.org/officeDocument/2006/relationships" xmlns:p="http://schemas.openxmlformats.org/presentationml/2006/main">
  <p:tag name="AS_UNIQUEID" val="3105"/>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AS_UNIQUEID" val="3109"/>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18.xml><?xml version="1.0" encoding="utf-8"?>
<p:tagLst xmlns:a="http://schemas.openxmlformats.org/drawingml/2006/main" xmlns:r="http://schemas.openxmlformats.org/officeDocument/2006/relationships" xmlns:p="http://schemas.openxmlformats.org/presentationml/2006/main">
  <p:tag name="AS_UNIQUEID" val="3110"/>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19.xml><?xml version="1.0" encoding="utf-8"?>
<p:tagLst xmlns:a="http://schemas.openxmlformats.org/drawingml/2006/main" xmlns:r="http://schemas.openxmlformats.org/officeDocument/2006/relationships" xmlns:p="http://schemas.openxmlformats.org/presentationml/2006/main">
  <p:tag name="AS_UNIQUEID" val="3111"/>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20.xml><?xml version="1.0" encoding="utf-8"?>
<p:tagLst xmlns:a="http://schemas.openxmlformats.org/drawingml/2006/main" xmlns:r="http://schemas.openxmlformats.org/officeDocument/2006/relationships" xmlns:p="http://schemas.openxmlformats.org/presentationml/2006/main">
  <p:tag name="AS_UNIQUEID" val="3112"/>
</p:tagLst>
</file>

<file path=ppt/tags/tag21.xml><?xml version="1.0" encoding="utf-8"?>
<p:tagLst xmlns:a="http://schemas.openxmlformats.org/drawingml/2006/main" xmlns:r="http://schemas.openxmlformats.org/officeDocument/2006/relationships" xmlns:p="http://schemas.openxmlformats.org/presentationml/2006/main">
  <p:tag name="AS_UNIQUEID" val="3112"/>
</p:tagLst>
</file>

<file path=ppt/tags/tag22.xml><?xml version="1.0" encoding="utf-8"?>
<p:tagLst xmlns:a="http://schemas.openxmlformats.org/drawingml/2006/main" xmlns:r="http://schemas.openxmlformats.org/officeDocument/2006/relationships" xmlns:p="http://schemas.openxmlformats.org/presentationml/2006/main">
  <p:tag name="AS_UNIQUEID" val="4401"/>
</p:tagLst>
</file>

<file path=ppt/tags/tag23.xml><?xml version="1.0" encoding="utf-8"?>
<p:tagLst xmlns:a="http://schemas.openxmlformats.org/drawingml/2006/main" xmlns:r="http://schemas.openxmlformats.org/officeDocument/2006/relationships" xmlns:p="http://schemas.openxmlformats.org/presentationml/2006/main">
  <p:tag name="AS_UNIQUEID" val="3144"/>
</p:tagLst>
</file>

<file path=ppt/tags/tag24.xml><?xml version="1.0" encoding="utf-8"?>
<p:tagLst xmlns:a="http://schemas.openxmlformats.org/drawingml/2006/main" xmlns:r="http://schemas.openxmlformats.org/officeDocument/2006/relationships" xmlns:p="http://schemas.openxmlformats.org/presentationml/2006/main">
  <p:tag name="AS_UNIQUEID" val="3145"/>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AS_UNIQUEID" val="3146"/>
</p:tagLst>
</file>

<file path=ppt/tags/tag26.xml><?xml version="1.0" encoding="utf-8"?>
<p:tagLst xmlns:a="http://schemas.openxmlformats.org/drawingml/2006/main" xmlns:r="http://schemas.openxmlformats.org/officeDocument/2006/relationships" xmlns:p="http://schemas.openxmlformats.org/presentationml/2006/main">
  <p:tag name="AS_UNIQUEID" val="3147"/>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AS_UNIQUEID" val="3148"/>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AS_UNIQUEID" val="3149"/>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AS_UNIQUEID" val="3150"/>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AS_UNIQUEID" val="4402"/>
  <p:tag name="KSO_WM_BEAUTIFY_FLAG" val="#wm#"/>
  <p:tag name="KSO_WM_TAG_VERSION" val="3.0"/>
  <p:tag name="KSO_WM_UNIT_COMPATIBLE" val="0"/>
  <p:tag name="KSO_WM_UNIT_DIAGRAM_ISNUMVISUAL" val="0"/>
  <p:tag name="KSO_WM_UNIT_DIAGRAM_ISREFERUNIT" val="0"/>
  <p:tag name="KSO_WM_UNIT_HIGHLIGHT" val="0"/>
  <p:tag name="KSO_WM_UNIT_ID" val="_4*i*3"/>
  <p:tag name="KSO_WM_UNIT_INDEX" val="3"/>
  <p:tag name="KSO_WM_UNIT_ISNUMDGMTITLE" val="0"/>
  <p:tag name="KSO_WM_UNIT_LAYERLEVEL" val="1"/>
  <p:tag name="KSO_WM_UNIT_NOCLEAR" val="0"/>
  <p:tag name="KSO_WM_UNIT_TYPE" val="i"/>
</p:tagLst>
</file>

<file path=ppt/tags/tag31.xml><?xml version="1.0" encoding="utf-8"?>
<p:tagLst xmlns:a="http://schemas.openxmlformats.org/drawingml/2006/main" xmlns:r="http://schemas.openxmlformats.org/officeDocument/2006/relationships" xmlns:p="http://schemas.openxmlformats.org/presentationml/2006/main">
  <p:tag name="AS_UNIQUEID" val="4403"/>
  <p:tag name="KSO_WM_BEAUTIFY_FLAG" val="#wm#"/>
  <p:tag name="KSO_WM_TAG_VERSION" val="3.0"/>
  <p:tag name="KSO_WM_UNIT_COMPATIBLE" val="0"/>
  <p:tag name="KSO_WM_UNIT_DIAGRAM_ISNUMVISUAL" val="0"/>
  <p:tag name="KSO_WM_UNIT_DIAGRAM_ISREFERUNIT" val="0"/>
  <p:tag name="KSO_WM_UNIT_HIGHLIGHT" val="0"/>
  <p:tag name="KSO_WM_UNIT_ID" val="_4*i*7"/>
  <p:tag name="KSO_WM_UNIT_INDEX" val="7"/>
  <p:tag name="KSO_WM_UNIT_ISNUMDGMTITLE" val="0"/>
  <p:tag name="KSO_WM_UNIT_LAYERLEVEL" val="1"/>
  <p:tag name="KSO_WM_UNIT_NOCLEAR" val="0"/>
  <p:tag name="KSO_WM_UNIT_TYPE" val="i"/>
</p:tagLst>
</file>

<file path=ppt/tags/tag32.xml><?xml version="1.0" encoding="utf-8"?>
<p:tagLst xmlns:a="http://schemas.openxmlformats.org/drawingml/2006/main" xmlns:r="http://schemas.openxmlformats.org/officeDocument/2006/relationships" xmlns:p="http://schemas.openxmlformats.org/presentationml/2006/main">
  <p:tag name="AS_UNIQUEID" val="3115"/>
  <p:tag name="KSO_WM_BEAUTIFY_FLAG" val="#wm#"/>
  <p:tag name="KSO_WM_TAG_VERSION" val="3.0"/>
  <p:tag name="KSO_WM_UNIT_COMPATIBLE" val="0"/>
  <p:tag name="KSO_WM_UNIT_DIAGRAM_ISNUMVISUAL" val="0"/>
  <p:tag name="KSO_WM_UNIT_DIAGRAM_ISREFERUNIT" val="0"/>
  <p:tag name="KSO_WM_UNIT_HIGHLIGHT" val="0"/>
  <p:tag name="KSO_WM_UNIT_ID" val="_4*i*1"/>
  <p:tag name="KSO_WM_UNIT_INDEX" val="1"/>
  <p:tag name="KSO_WM_UNIT_LAYERLEVEL" val="1"/>
  <p:tag name="KSO_WM_UNIT_TYPE" val="i"/>
</p:tagLst>
</file>

<file path=ppt/tags/tag33.xml><?xml version="1.0" encoding="utf-8"?>
<p:tagLst xmlns:a="http://schemas.openxmlformats.org/drawingml/2006/main" xmlns:r="http://schemas.openxmlformats.org/officeDocument/2006/relationships" xmlns:p="http://schemas.openxmlformats.org/presentationml/2006/main">
  <p:tag name="AS_UNIQUEID" val="3116"/>
  <p:tag name="KSO_WM_BEAUTIFY_FLAG" val="#wm#"/>
  <p:tag name="KSO_WM_TAG_VERSION" val="3.0"/>
  <p:tag name="KSO_WM_UNIT_COMPATIBLE" val="0"/>
  <p:tag name="KSO_WM_UNIT_DIAGRAM_ISNUMVISUAL" val="0"/>
  <p:tag name="KSO_WM_UNIT_DIAGRAM_ISREFERUNIT" val="0"/>
  <p:tag name="KSO_WM_UNIT_HIGHLIGHT" val="0"/>
  <p:tag name="KSO_WM_UNIT_ID" val="_4*i*2"/>
  <p:tag name="KSO_WM_UNIT_INDEX" val="2"/>
  <p:tag name="KSO_WM_UNIT_LAYERLEVEL" val="1"/>
  <p:tag name="KSO_WM_UNIT_TYPE" val="i"/>
</p:tagLst>
</file>

<file path=ppt/tags/tag34.xml><?xml version="1.0" encoding="utf-8"?>
<p:tagLst xmlns:a="http://schemas.openxmlformats.org/drawingml/2006/main" xmlns:r="http://schemas.openxmlformats.org/officeDocument/2006/relationships" xmlns:p="http://schemas.openxmlformats.org/presentationml/2006/main">
  <p:tag name="AS_UNIQUEID" val="3117"/>
  <p:tag name="KSO_WM_BEAUTIFY_FLAG" val="#wm#"/>
  <p:tag name="KSO_WM_TAG_VERSION" val="3.0"/>
  <p:tag name="KSO_WM_UNIT_COMPATIBLE" val="0"/>
  <p:tag name="KSO_WM_UNIT_DIAGRAM_ISNUMVISUAL" val="0"/>
  <p:tag name="KSO_WM_UNIT_DIAGRAM_ISREFERUNIT" val="0"/>
  <p:tag name="KSO_WM_UNIT_HIGHLIGHT" val="0"/>
  <p:tag name="KSO_WM_UNIT_ID" val="_4*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 name="KSO_WM_UNIT_VALUE" val="14"/>
</p:tagLst>
</file>

<file path=ppt/tags/tag35.xml><?xml version="1.0" encoding="utf-8"?>
<p:tagLst xmlns:a="http://schemas.openxmlformats.org/drawingml/2006/main" xmlns:r="http://schemas.openxmlformats.org/officeDocument/2006/relationships" xmlns:p="http://schemas.openxmlformats.org/presentationml/2006/main">
  <p:tag name="AS_UNIQUEID" val="3118"/>
  <p:tag name="KSO_WM_BEAUTIFY_FLAG" val="#wm#"/>
  <p:tag name="KSO_WM_TAG_VERSION" val="3.0"/>
  <p:tag name="KSO_WM_UNIT_COMPATIBLE" val="1"/>
  <p:tag name="KSO_WM_UNIT_DIAGRAM_ISNUMVISUAL" val="0"/>
  <p:tag name="KSO_WM_UNIT_DIAGRAM_ISREFERUNIT" val="0"/>
  <p:tag name="KSO_WM_UNIT_HIGHLIGHT" val="0"/>
  <p:tag name="KSO_WM_UNIT_ID" val="_4*e*1"/>
  <p:tag name="KSO_WM_UNIT_INDEX" val="1"/>
  <p:tag name="KSO_WM_UNIT_LAYERLEVEL" val="1"/>
  <p:tag name="KSO_WM_UNIT_NOCLEAR" val="0"/>
  <p:tag name="KSO_WM_UNIT_PRESET_TEXT" val="节编号"/>
  <p:tag name="KSO_WM_UNIT_TYPE" val="e"/>
  <p:tag name="KSO_WM_UNIT_VALUE" val="13"/>
</p:tagLst>
</file>

<file path=ppt/tags/tag36.xml><?xml version="1.0" encoding="utf-8"?>
<p:tagLst xmlns:a="http://schemas.openxmlformats.org/drawingml/2006/main" xmlns:r="http://schemas.openxmlformats.org/officeDocument/2006/relationships" xmlns:p="http://schemas.openxmlformats.org/presentationml/2006/main">
  <p:tag name="AS_UNIQUEID" val="3119"/>
  <p:tag name="KSO_WM_BEAUTIFY_FLAG" val="#wm#"/>
  <p:tag name="KSO_WM_TAG_VERSION" val="3.0"/>
  <p:tag name="KSO_WM_UNIT_COMPATIBLE" val="0"/>
  <p:tag name="KSO_WM_UNIT_DIAGRAM_ISNUMVISUAL" val="0"/>
  <p:tag name="KSO_WM_UNIT_DIAGRAM_ISREFERUNIT" val="0"/>
  <p:tag name="KSO_WM_UNIT_HIGHLIGHT" val="0"/>
  <p:tag name="KSO_WM_UNIT_ID" val="_4**"/>
  <p:tag name="KSO_WM_UNIT_LAYERLEVEL" val="1"/>
</p:tagLst>
</file>

<file path=ppt/tags/tag37.xml><?xml version="1.0" encoding="utf-8"?>
<p:tagLst xmlns:a="http://schemas.openxmlformats.org/drawingml/2006/main" xmlns:r="http://schemas.openxmlformats.org/officeDocument/2006/relationships" xmlns:p="http://schemas.openxmlformats.org/presentationml/2006/main">
  <p:tag name="AS_UNIQUEID" val="3120"/>
  <p:tag name="KSO_WM_BEAUTIFY_FLAG" val="#wm#"/>
  <p:tag name="KSO_WM_TAG_VERSION" val="3.0"/>
  <p:tag name="KSO_WM_UNIT_COMPATIBLE" val="0"/>
  <p:tag name="KSO_WM_UNIT_DIAGRAM_ISNUMVISUAL" val="0"/>
  <p:tag name="KSO_WM_UNIT_DIAGRAM_ISREFERUNIT" val="0"/>
  <p:tag name="KSO_WM_UNIT_HIGHLIGHT" val="0"/>
  <p:tag name="KSO_WM_UNIT_ID" val="_4**"/>
  <p:tag name="KSO_WM_UNIT_LAYERLEVEL" val="1"/>
</p:tagLst>
</file>

<file path=ppt/tags/tag38.xml><?xml version="1.0" encoding="utf-8"?>
<p:tagLst xmlns:a="http://schemas.openxmlformats.org/drawingml/2006/main" xmlns:r="http://schemas.openxmlformats.org/officeDocument/2006/relationships" xmlns:p="http://schemas.openxmlformats.org/presentationml/2006/main">
  <p:tag name="AS_UNIQUEID" val="3121"/>
  <p:tag name="KSO_WM_BEAUTIFY_FLAG" val="#wm#"/>
  <p:tag name="KSO_WM_TAG_VERSION" val="3.0"/>
  <p:tag name="KSO_WM_UNIT_COMPATIBLE" val="0"/>
  <p:tag name="KSO_WM_UNIT_DIAGRAM_ISNUMVISUAL" val="0"/>
  <p:tag name="KSO_WM_UNIT_DIAGRAM_ISREFERUNIT" val="0"/>
  <p:tag name="KSO_WM_UNIT_HIGHLIGHT" val="0"/>
  <p:tag name="KSO_WM_UNIT_ID" val="_4**"/>
  <p:tag name="KSO_WM_UNIT_LAYERLEVEL" val="1"/>
</p:tagLst>
</file>

<file path=ppt/tags/tag39.xml><?xml version="1.0" encoding="utf-8"?>
<p:tagLst xmlns:a="http://schemas.openxmlformats.org/drawingml/2006/main" xmlns:r="http://schemas.openxmlformats.org/officeDocument/2006/relationships" xmlns:p="http://schemas.openxmlformats.org/presentationml/2006/main">
  <p:tag name="AS_UNIQUEID" val="308"/>
</p:tagLst>
</file>

<file path=ppt/tags/tag40.xml><?xml version="1.0" encoding="utf-8"?>
<p:tagLst xmlns:a="http://schemas.openxmlformats.org/drawingml/2006/main" xmlns:r="http://schemas.openxmlformats.org/officeDocument/2006/relationships" xmlns:p="http://schemas.openxmlformats.org/presentationml/2006/main">
  <p:tag name="AS_UNIQUEID" val="309"/>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42.xml><?xml version="1.0" encoding="utf-8"?>
<p:tagLst xmlns:a="http://schemas.openxmlformats.org/drawingml/2006/main" xmlns:r="http://schemas.openxmlformats.org/officeDocument/2006/relationships" xmlns:p="http://schemas.openxmlformats.org/presentationml/2006/main">
  <p:tag name="AS_UNIQUEID" val="3124"/>
</p:tagLst>
</file>

<file path=ppt/tags/tag43.xml><?xml version="1.0" encoding="utf-8"?>
<p:tagLst xmlns:a="http://schemas.openxmlformats.org/drawingml/2006/main" xmlns:r="http://schemas.openxmlformats.org/officeDocument/2006/relationships" xmlns:p="http://schemas.openxmlformats.org/presentationml/2006/main">
  <p:tag name="AS_UNIQUEID" val="4417"/>
</p:tagLst>
</file>

<file path=ppt/tags/tag44.xml><?xml version="1.0" encoding="utf-8"?>
<p:tagLst xmlns:a="http://schemas.openxmlformats.org/drawingml/2006/main" xmlns:r="http://schemas.openxmlformats.org/officeDocument/2006/relationships" xmlns:p="http://schemas.openxmlformats.org/presentationml/2006/main">
  <p:tag name="AS_UNIQUEID" val="3093"/>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AS_UNIQUEID" val="3094"/>
</p:tagLst>
</file>

<file path=ppt/tags/tag46.xml><?xml version="1.0" encoding="utf-8"?>
<p:tagLst xmlns:a="http://schemas.openxmlformats.org/drawingml/2006/main" xmlns:r="http://schemas.openxmlformats.org/officeDocument/2006/relationships" xmlns:p="http://schemas.openxmlformats.org/presentationml/2006/main">
  <p:tag name="AS_UNIQUEID" val="3095"/>
</p:tagLst>
</file>

<file path=ppt/tags/tag47.xml><?xml version="1.0" encoding="utf-8"?>
<p:tagLst xmlns:a="http://schemas.openxmlformats.org/drawingml/2006/main" xmlns:r="http://schemas.openxmlformats.org/officeDocument/2006/relationships" xmlns:p="http://schemas.openxmlformats.org/presentationml/2006/main">
  <p:tag name="AS_UNIQUEID" val="3096"/>
</p:tagLst>
</file>

<file path=ppt/tags/tag48.xml><?xml version="1.0" encoding="utf-8"?>
<p:tagLst xmlns:a="http://schemas.openxmlformats.org/drawingml/2006/main" xmlns:r="http://schemas.openxmlformats.org/officeDocument/2006/relationships" xmlns:p="http://schemas.openxmlformats.org/presentationml/2006/main">
  <p:tag name="AS_UNIQUEID" val="3100"/>
</p:tagLst>
</file>

<file path=ppt/tags/tag49.xml><?xml version="1.0" encoding="utf-8"?>
<p:tagLst xmlns:a="http://schemas.openxmlformats.org/drawingml/2006/main" xmlns:r="http://schemas.openxmlformats.org/officeDocument/2006/relationships" xmlns:p="http://schemas.openxmlformats.org/presentationml/2006/main">
  <p:tag name="AS_UNIQUEID" val="3103"/>
</p:tagLst>
</file>

<file path=ppt/tags/tag50.xml><?xml version="1.0" encoding="utf-8"?>
<p:tagLst xmlns:a="http://schemas.openxmlformats.org/drawingml/2006/main" xmlns:r="http://schemas.openxmlformats.org/officeDocument/2006/relationships" xmlns:p="http://schemas.openxmlformats.org/presentationml/2006/main">
  <p:tag name="AS_UNIQUEID" val="4410"/>
</p:tagLst>
</file>

<file path=ppt/tags/tag51.xml><?xml version="1.0" encoding="utf-8"?>
<p:tagLst xmlns:a="http://schemas.openxmlformats.org/drawingml/2006/main" xmlns:r="http://schemas.openxmlformats.org/officeDocument/2006/relationships" xmlns:p="http://schemas.openxmlformats.org/presentationml/2006/main">
  <p:tag name="AS_UNIQUEID" val="3105"/>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AS_UNIQUEID" val="3097"/>
</p:tagLst>
</file>

<file path=ppt/tags/tag53.xml><?xml version="1.0" encoding="utf-8"?>
<p:tagLst xmlns:a="http://schemas.openxmlformats.org/drawingml/2006/main" xmlns:r="http://schemas.openxmlformats.org/officeDocument/2006/relationships" xmlns:p="http://schemas.openxmlformats.org/presentationml/2006/main">
  <p:tag name="AS_UNIQUEID" val="4411"/>
</p:tagLst>
</file>

<file path=ppt/tags/tag54.xml><?xml version="1.0" encoding="utf-8"?>
<p:tagLst xmlns:a="http://schemas.openxmlformats.org/drawingml/2006/main" xmlns:r="http://schemas.openxmlformats.org/officeDocument/2006/relationships" xmlns:p="http://schemas.openxmlformats.org/presentationml/2006/main">
  <p:tag name="AS_UNIQUEID" val="3099"/>
</p:tagLst>
</file>

<file path=ppt/tags/tag55.xml><?xml version="1.0" encoding="utf-8"?>
<p:tagLst xmlns:a="http://schemas.openxmlformats.org/drawingml/2006/main" xmlns:r="http://schemas.openxmlformats.org/officeDocument/2006/relationships" xmlns:p="http://schemas.openxmlformats.org/presentationml/2006/main">
  <p:tag name="AS_UNIQUEID" val="3101"/>
</p:tagLst>
</file>

<file path=ppt/tags/tag56.xml><?xml version="1.0" encoding="utf-8"?>
<p:tagLst xmlns:a="http://schemas.openxmlformats.org/drawingml/2006/main" xmlns:r="http://schemas.openxmlformats.org/officeDocument/2006/relationships" xmlns:p="http://schemas.openxmlformats.org/presentationml/2006/main">
  <p:tag name="AS_UNIQUEID" val="3102"/>
</p:tagLst>
</file>

<file path=ppt/tags/tag57.xml><?xml version="1.0" encoding="utf-8"?>
<p:tagLst xmlns:a="http://schemas.openxmlformats.org/drawingml/2006/main" xmlns:r="http://schemas.openxmlformats.org/officeDocument/2006/relationships" xmlns:p="http://schemas.openxmlformats.org/presentationml/2006/main">
  <p:tag name="AS_UNIQUEID" val="3104"/>
</p:tagLst>
</file>

<file path=ppt/tags/tag58.xml><?xml version="1.0" encoding="utf-8"?>
<p:tagLst xmlns:a="http://schemas.openxmlformats.org/drawingml/2006/main" xmlns:r="http://schemas.openxmlformats.org/officeDocument/2006/relationships" xmlns:p="http://schemas.openxmlformats.org/presentationml/2006/main">
  <p:tag name="AS_UNIQUEID" val="3109"/>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59.xml><?xml version="1.0" encoding="utf-8"?>
<p:tagLst xmlns:a="http://schemas.openxmlformats.org/drawingml/2006/main" xmlns:r="http://schemas.openxmlformats.org/officeDocument/2006/relationships" xmlns:p="http://schemas.openxmlformats.org/presentationml/2006/main">
  <p:tag name="AS_UNIQUEID" val="3110"/>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60.xml><?xml version="1.0" encoding="utf-8"?>
<p:tagLst xmlns:a="http://schemas.openxmlformats.org/drawingml/2006/main" xmlns:r="http://schemas.openxmlformats.org/officeDocument/2006/relationships" xmlns:p="http://schemas.openxmlformats.org/presentationml/2006/main">
  <p:tag name="AS_UNIQUEID" val="3111"/>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61.xml><?xml version="1.0" encoding="utf-8"?>
<p:tagLst xmlns:a="http://schemas.openxmlformats.org/drawingml/2006/main" xmlns:r="http://schemas.openxmlformats.org/officeDocument/2006/relationships" xmlns:p="http://schemas.openxmlformats.org/presentationml/2006/main">
  <p:tag name="AS_UNIQUEID" val="3117"/>
  <p:tag name="KSO_WM_BEAUTIFY_FLAG" val="#wm#"/>
  <p:tag name="KSO_WM_TAG_VERSION" val="3.0"/>
  <p:tag name="KSO_WM_UNIT_COMPATIBLE" val="0"/>
  <p:tag name="KSO_WM_UNIT_DIAGRAM_ISNUMVISUAL" val="0"/>
  <p:tag name="KSO_WM_UNIT_DIAGRAM_ISREFERUNIT" val="0"/>
  <p:tag name="KSO_WM_UNIT_HIGHLIGHT" val="0"/>
  <p:tag name="KSO_WM_UNIT_ID" val="_4*a*1"/>
  <p:tag name="KSO_WM_UNIT_INDEX" val="1"/>
  <p:tag name="KSO_WM_UNIT_ISCONTENTSTITLE" val="0"/>
  <p:tag name="KSO_WM_UNIT_ISNUMDGMTITLE" val="0"/>
  <p:tag name="KSO_WM_UNIT_LAYERLEVEL" val="1"/>
  <p:tag name="KSO_WM_UNIT_NOCLEAR" val="0"/>
  <p:tag name="KSO_WM_UNIT_PRESET_TEXT" val="单击此处编辑母版标题样式"/>
  <p:tag name="KSO_WM_UNIT_TYPE" val="a"/>
  <p:tag name="KSO_WM_UNIT_VALUE" val="14"/>
</p:tagLst>
</file>

<file path=ppt/tags/tag62.xml><?xml version="1.0" encoding="utf-8"?>
<p:tagLst xmlns:a="http://schemas.openxmlformats.org/drawingml/2006/main" xmlns:r="http://schemas.openxmlformats.org/officeDocument/2006/relationships" xmlns:p="http://schemas.openxmlformats.org/presentationml/2006/main">
  <p:tag name="AS_UNIQUEID" val="3118"/>
  <p:tag name="KSO_WM_BEAUTIFY_FLAG" val="#wm#"/>
  <p:tag name="KSO_WM_TAG_VERSION" val="3.0"/>
  <p:tag name="KSO_WM_UNIT_COMPATIBLE" val="1"/>
  <p:tag name="KSO_WM_UNIT_DIAGRAM_ISNUMVISUAL" val="0"/>
  <p:tag name="KSO_WM_UNIT_DIAGRAM_ISREFERUNIT" val="0"/>
  <p:tag name="KSO_WM_UNIT_HIGHLIGHT" val="0"/>
  <p:tag name="KSO_WM_UNIT_ID" val="_4*e*1"/>
  <p:tag name="KSO_WM_UNIT_INDEX" val="1"/>
  <p:tag name="KSO_WM_UNIT_LAYERLEVEL" val="1"/>
  <p:tag name="KSO_WM_UNIT_NOCLEAR" val="0"/>
  <p:tag name="KSO_WM_UNIT_PRESET_TEXT" val="节编号"/>
  <p:tag name="KSO_WM_UNIT_TYPE" val="e"/>
  <p:tag name="KSO_WM_UNIT_VALUE" val="13"/>
</p:tagLst>
</file>

<file path=ppt/tags/tag63.xml><?xml version="1.0" encoding="utf-8"?>
<p:tagLst xmlns:a="http://schemas.openxmlformats.org/drawingml/2006/main" xmlns:r="http://schemas.openxmlformats.org/officeDocument/2006/relationships" xmlns:p="http://schemas.openxmlformats.org/presentationml/2006/main">
  <p:tag name="AS_UNIQUEID" val="3119"/>
  <p:tag name="KSO_WM_BEAUTIFY_FLAG" val="#wm#"/>
  <p:tag name="KSO_WM_TAG_VERSION" val="3.0"/>
  <p:tag name="KSO_WM_UNIT_COMPATIBLE" val="0"/>
  <p:tag name="KSO_WM_UNIT_DIAGRAM_ISNUMVISUAL" val="0"/>
  <p:tag name="KSO_WM_UNIT_DIAGRAM_ISREFERUNIT" val="0"/>
  <p:tag name="KSO_WM_UNIT_HIGHLIGHT" val="0"/>
  <p:tag name="KSO_WM_UNIT_ID" val="_4**"/>
  <p:tag name="KSO_WM_UNIT_LAYERLEVEL" val="1"/>
</p:tagLst>
</file>

<file path=ppt/tags/tag64.xml><?xml version="1.0" encoding="utf-8"?>
<p:tagLst xmlns:a="http://schemas.openxmlformats.org/drawingml/2006/main" xmlns:r="http://schemas.openxmlformats.org/officeDocument/2006/relationships" xmlns:p="http://schemas.openxmlformats.org/presentationml/2006/main">
  <p:tag name="AS_UNIQUEID" val="3120"/>
  <p:tag name="KSO_WM_BEAUTIFY_FLAG" val="#wm#"/>
  <p:tag name="KSO_WM_TAG_VERSION" val="3.0"/>
  <p:tag name="KSO_WM_UNIT_COMPATIBLE" val="0"/>
  <p:tag name="KSO_WM_UNIT_DIAGRAM_ISNUMVISUAL" val="0"/>
  <p:tag name="KSO_WM_UNIT_DIAGRAM_ISREFERUNIT" val="0"/>
  <p:tag name="KSO_WM_UNIT_HIGHLIGHT" val="0"/>
  <p:tag name="KSO_WM_UNIT_ID" val="_4**"/>
  <p:tag name="KSO_WM_UNIT_LAYERLEVEL" val="1"/>
</p:tagLst>
</file>

<file path=ppt/tags/tag65.xml><?xml version="1.0" encoding="utf-8"?>
<p:tagLst xmlns:a="http://schemas.openxmlformats.org/drawingml/2006/main" xmlns:r="http://schemas.openxmlformats.org/officeDocument/2006/relationships" xmlns:p="http://schemas.openxmlformats.org/presentationml/2006/main">
  <p:tag name="AS_UNIQUEID" val="3121"/>
  <p:tag name="KSO_WM_BEAUTIFY_FLAG" val="#wm#"/>
  <p:tag name="KSO_WM_TAG_VERSION" val="3.0"/>
  <p:tag name="KSO_WM_UNIT_COMPATIBLE" val="0"/>
  <p:tag name="KSO_WM_UNIT_DIAGRAM_ISNUMVISUAL" val="0"/>
  <p:tag name="KSO_WM_UNIT_DIAGRAM_ISREFERUNIT" val="0"/>
  <p:tag name="KSO_WM_UNIT_HIGHLIGHT" val="0"/>
  <p:tag name="KSO_WM_UNIT_ID" val="_4**"/>
  <p:tag name="KSO_WM_UNIT_LAYERLEVEL" val="1"/>
</p:tagLst>
</file>

<file path=ppt/tags/tag66.xml><?xml version="1.0" encoding="utf-8"?>
<p:tagLst xmlns:a="http://schemas.openxmlformats.org/drawingml/2006/main" xmlns:r="http://schemas.openxmlformats.org/officeDocument/2006/relationships" xmlns:p="http://schemas.openxmlformats.org/presentationml/2006/main">
  <p:tag name="AS_UNIQUEID" val="308"/>
</p:tagLst>
</file>

<file path=ppt/tags/tag67.xml><?xml version="1.0" encoding="utf-8"?>
<p:tagLst xmlns:a="http://schemas.openxmlformats.org/drawingml/2006/main" xmlns:r="http://schemas.openxmlformats.org/officeDocument/2006/relationships" xmlns:p="http://schemas.openxmlformats.org/presentationml/2006/main">
  <p:tag name="AS_UNIQUEID" val="309"/>
</p:tagLst>
</file>

<file path=ppt/tags/tag68.xml><?xml version="1.0" encoding="utf-8"?>
<p:tagLst xmlns:a="http://schemas.openxmlformats.org/drawingml/2006/main" xmlns:r="http://schemas.openxmlformats.org/officeDocument/2006/relationships" xmlns:p="http://schemas.openxmlformats.org/presentationml/2006/main">
  <p:tag name="AS_UNIQUEID" val="3126"/>
</p:tagLst>
</file>

<file path=ppt/tags/tag69.xml><?xml version="1.0" encoding="utf-8"?>
<p:tagLst xmlns:a="http://schemas.openxmlformats.org/drawingml/2006/main" xmlns:r="http://schemas.openxmlformats.org/officeDocument/2006/relationships" xmlns:p="http://schemas.openxmlformats.org/presentationml/2006/main">
  <p:tag name="AS_UNIQUEID" val="3127"/>
</p:tagLst>
</file>

<file path=ppt/tags/tag70.xml><?xml version="1.0" encoding="utf-8"?>
<p:tagLst xmlns:a="http://schemas.openxmlformats.org/drawingml/2006/main" xmlns:r="http://schemas.openxmlformats.org/officeDocument/2006/relationships" xmlns:p="http://schemas.openxmlformats.org/presentationml/2006/main">
  <p:tag name="AS_UNIQUEID" val="3128"/>
</p:tagLst>
</file>

<file path=ppt/tags/tag71.xml><?xml version="1.0" encoding="utf-8"?>
<p:tagLst xmlns:a="http://schemas.openxmlformats.org/drawingml/2006/main" xmlns:r="http://schemas.openxmlformats.org/officeDocument/2006/relationships" xmlns:p="http://schemas.openxmlformats.org/presentationml/2006/main">
  <p:tag name="AS_UNIQUEID" val="3129"/>
</p:tagLst>
</file>

<file path=ppt/tags/tag72.xml><?xml version="1.0" encoding="utf-8"?>
<p:tagLst xmlns:a="http://schemas.openxmlformats.org/drawingml/2006/main" xmlns:r="http://schemas.openxmlformats.org/officeDocument/2006/relationships" xmlns:p="http://schemas.openxmlformats.org/presentationml/2006/main">
  <p:tag name="AS_UNIQUEID" val="3130"/>
</p:tagLst>
</file>

<file path=ppt/tags/tag73.xml><?xml version="1.0" encoding="utf-8"?>
<p:tagLst xmlns:a="http://schemas.openxmlformats.org/drawingml/2006/main" xmlns:r="http://schemas.openxmlformats.org/officeDocument/2006/relationships" xmlns:p="http://schemas.openxmlformats.org/presentationml/2006/main">
  <p:tag name="AS_UNIQUEID" val="3131"/>
</p:tagLst>
</file>

<file path=ppt/tags/tag74.xml><?xml version="1.0" encoding="utf-8"?>
<p:tagLst xmlns:a="http://schemas.openxmlformats.org/drawingml/2006/main" xmlns:r="http://schemas.openxmlformats.org/officeDocument/2006/relationships" xmlns:p="http://schemas.openxmlformats.org/presentationml/2006/main">
  <p:tag name="AS_UNIQUEID" val="3133"/>
</p:tagLst>
</file>

<file path=ppt/tags/tag75.xml><?xml version="1.0" encoding="utf-8"?>
<p:tagLst xmlns:a="http://schemas.openxmlformats.org/drawingml/2006/main" xmlns:r="http://schemas.openxmlformats.org/officeDocument/2006/relationships" xmlns:p="http://schemas.openxmlformats.org/presentationml/2006/main">
  <p:tag name="AS_UNIQUEID" val="3134"/>
</p:tagLst>
</file>

<file path=ppt/tags/tag76.xml><?xml version="1.0" encoding="utf-8"?>
<p:tagLst xmlns:a="http://schemas.openxmlformats.org/drawingml/2006/main" xmlns:r="http://schemas.openxmlformats.org/officeDocument/2006/relationships" xmlns:p="http://schemas.openxmlformats.org/presentationml/2006/main">
  <p:tag name="AS_UNIQUEID" val="3135"/>
</p:tagLst>
</file>

<file path=ppt/tags/tag77.xml><?xml version="1.0" encoding="utf-8"?>
<p:tagLst xmlns:a="http://schemas.openxmlformats.org/drawingml/2006/main" xmlns:r="http://schemas.openxmlformats.org/officeDocument/2006/relationships" xmlns:p="http://schemas.openxmlformats.org/presentationml/2006/main">
  <p:tag name="AS_UNIQUEID" val="3136"/>
</p:tagLst>
</file>

<file path=ppt/tags/tag78.xml><?xml version="1.0" encoding="utf-8"?>
<p:tagLst xmlns:a="http://schemas.openxmlformats.org/drawingml/2006/main" xmlns:r="http://schemas.openxmlformats.org/officeDocument/2006/relationships" xmlns:p="http://schemas.openxmlformats.org/presentationml/2006/main">
  <p:tag name="KSO_WM_AICARD_INVALID" val="Invalid"/>
  <p:tag name="KSO_WM_BEAUTIFY_FLAG" val="#wm#"/>
  <p:tag name="KSO_WM_TEMPLATE_CATEGORY" val="custom"/>
  <p:tag name="KSO_WM_TEMPLATE_INDEX" val="20205176"/>
</p:tagLst>
</file>

<file path=ppt/tags/tag79.xml><?xml version="1.0" encoding="utf-8"?>
<p:tagLst xmlns:a="http://schemas.openxmlformats.org/drawingml/2006/main" xmlns:r="http://schemas.openxmlformats.org/officeDocument/2006/relationships" xmlns:p="http://schemas.openxmlformats.org/presentationml/2006/main">
  <p:tag name="AS_UNIQUEID" val="3112"/>
</p:tagLst>
</file>

<file path=ppt/tags/tag80.xml><?xml version="1.0" encoding="utf-8"?>
<p:tagLst xmlns:a="http://schemas.openxmlformats.org/drawingml/2006/main" xmlns:r="http://schemas.openxmlformats.org/officeDocument/2006/relationships" xmlns:p="http://schemas.openxmlformats.org/presentationml/2006/main">
  <p:tag name="AS_UNIQUEID" val="3138"/>
</p:tagLst>
</file>

<file path=ppt/tags/tag81.xml><?xml version="1.0" encoding="utf-8"?>
<p:tagLst xmlns:a="http://schemas.openxmlformats.org/drawingml/2006/main" xmlns:r="http://schemas.openxmlformats.org/officeDocument/2006/relationships" xmlns:p="http://schemas.openxmlformats.org/presentationml/2006/main">
  <p:tag name="AS_UNIQUEID" val="3139"/>
</p:tagLst>
</file>

<file path=ppt/tags/tag82.xml><?xml version="1.0" encoding="utf-8"?>
<p:tagLst xmlns:a="http://schemas.openxmlformats.org/drawingml/2006/main" xmlns:r="http://schemas.openxmlformats.org/officeDocument/2006/relationships" xmlns:p="http://schemas.openxmlformats.org/presentationml/2006/main">
  <p:tag name="AS_UNIQUEID" val="4421"/>
</p:tagLst>
</file>

<file path=ppt/tags/tag83.xml><?xml version="1.0" encoding="utf-8"?>
<p:tagLst xmlns:a="http://schemas.openxmlformats.org/drawingml/2006/main" xmlns:r="http://schemas.openxmlformats.org/officeDocument/2006/relationships" xmlns:p="http://schemas.openxmlformats.org/presentationml/2006/main">
  <p:tag name="AS_UNIQUEID" val="3105"/>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AS_UNIQUEID" val="4426"/>
</p:tagLst>
</file>

<file path=ppt/tags/tag85.xml><?xml version="1.0" encoding="utf-8"?>
<p:tagLst xmlns:a="http://schemas.openxmlformats.org/drawingml/2006/main" xmlns:r="http://schemas.openxmlformats.org/officeDocument/2006/relationships" xmlns:p="http://schemas.openxmlformats.org/presentationml/2006/main">
  <p:tag name="AS_UNIQUEID" val="3103"/>
</p:tagLst>
</file>

<file path=ppt/tags/tag86.xml><?xml version="1.0" encoding="utf-8"?>
<p:tagLst xmlns:a="http://schemas.openxmlformats.org/drawingml/2006/main" xmlns:r="http://schemas.openxmlformats.org/officeDocument/2006/relationships" xmlns:p="http://schemas.openxmlformats.org/presentationml/2006/main">
  <p:tag name="AS_UNIQUEID" val="3148"/>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AS_UNIQUEID" val="3147"/>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AS_UNIQUEID" val="3149"/>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AS_UNIQUEID" val="3150"/>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AS_UNIQUEID" val="4422"/>
</p:tagLst>
</file>

<file path=ppt/tags/tag91.xml><?xml version="1.0" encoding="utf-8"?>
<p:tagLst xmlns:a="http://schemas.openxmlformats.org/drawingml/2006/main" xmlns:r="http://schemas.openxmlformats.org/officeDocument/2006/relationships" xmlns:p="http://schemas.openxmlformats.org/presentationml/2006/main">
  <p:tag name="AS_UNIQUEID" val="4423"/>
</p:tagLst>
</file>

<file path=ppt/tags/tag92.xml><?xml version="1.0" encoding="utf-8"?>
<p:tagLst xmlns:a="http://schemas.openxmlformats.org/drawingml/2006/main" xmlns:r="http://schemas.openxmlformats.org/officeDocument/2006/relationships" xmlns:p="http://schemas.openxmlformats.org/presentationml/2006/main">
  <p:tag name="AS_UNIQUEID" val="4424"/>
</p:tagLst>
</file>

<file path=ppt/tags/tag93.xml><?xml version="1.0" encoding="utf-8"?>
<p:tagLst xmlns:a="http://schemas.openxmlformats.org/drawingml/2006/main" xmlns:r="http://schemas.openxmlformats.org/officeDocument/2006/relationships" xmlns:p="http://schemas.openxmlformats.org/presentationml/2006/main">
  <p:tag name="AS_UNIQUEID" val="4425"/>
  <p:tag name="KSO_DOCER_RESOURCE_TRACE_INFO" val="{&quot;id&quot;:&quot;3649797&quot;,&quot;origin&quot;:0,&quot;type&quot;:&quot;icons&quot;,&quot;user&quot;:&quot;292540335&quot;}"/>
</p:tagLst>
</file>

<file path=ppt/tags/tag94.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95.xml><?xml version="1.0" encoding="utf-8"?>
<p:tagLst xmlns:a="http://schemas.openxmlformats.org/drawingml/2006/main" xmlns:r="http://schemas.openxmlformats.org/officeDocument/2006/relationships" xmlns:p="http://schemas.openxmlformats.org/presentationml/2006/main">
  <p:tag name="AS_UNIQUEID" val="4438"/>
</p:tagLst>
</file>

<file path=ppt/tags/tag96.xml><?xml version="1.0" encoding="utf-8"?>
<p:tagLst xmlns:a="http://schemas.openxmlformats.org/drawingml/2006/main" xmlns:r="http://schemas.openxmlformats.org/officeDocument/2006/relationships" xmlns:p="http://schemas.openxmlformats.org/presentationml/2006/main">
  <p:tag name="AS_UNIQUEID" val="4439"/>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AS_UNIQUEID" val="4440"/>
</p:tagLst>
</file>

<file path=ppt/tags/tag98.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99.xml><?xml version="1.0" encoding="utf-8"?>
<p:tagLst xmlns:a="http://schemas.openxmlformats.org/drawingml/2006/main" xmlns:r="http://schemas.openxmlformats.org/officeDocument/2006/relationships" xmlns:p="http://schemas.openxmlformats.org/presentationml/2006/main">
  <p:tag name="AS_UNIQUEID" val="4442"/>
</p:tagLst>
</file>

<file path=ppt/tags/tag100.xml><?xml version="1.0" encoding="utf-8"?>
<p:tagLst xmlns:a="http://schemas.openxmlformats.org/drawingml/2006/main" xmlns:r="http://schemas.openxmlformats.org/officeDocument/2006/relationships" xmlns:p="http://schemas.openxmlformats.org/presentationml/2006/main">
  <p:tag name="AS_UNIQUEID" val="4443"/>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AS_UNIQUEID" val="4444"/>
</p:tagLst>
</file>

<file path=ppt/tags/tag102.xml><?xml version="1.0" encoding="utf-8"?>
<p:tagLst xmlns:a="http://schemas.openxmlformats.org/drawingml/2006/main" xmlns:r="http://schemas.openxmlformats.org/officeDocument/2006/relationships" xmlns:p="http://schemas.openxmlformats.org/presentationml/2006/main">
  <p:tag name="AS_UNIQUEID" val="4445"/>
</p:tagLst>
</file>

<file path=ppt/tags/tag103.xml><?xml version="1.0" encoding="utf-8"?>
<p:tagLst xmlns:a="http://schemas.openxmlformats.org/drawingml/2006/main" xmlns:r="http://schemas.openxmlformats.org/officeDocument/2006/relationships" xmlns:p="http://schemas.openxmlformats.org/presentationml/2006/main">
  <p:tag name="AS_UNIQUEID" val="4446"/>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105.xml><?xml version="1.0" encoding="utf-8"?>
<p:tagLst xmlns:a="http://schemas.openxmlformats.org/drawingml/2006/main" xmlns:r="http://schemas.openxmlformats.org/officeDocument/2006/relationships" xmlns:p="http://schemas.openxmlformats.org/presentationml/2006/main">
  <p:tag name="AS_UNIQUEID" val="4450"/>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AS_UNIQUEID" val="4451"/>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AS_UNIQUEID" val="4452"/>
</p:tagLst>
</file>

<file path=ppt/tags/tag108.xml><?xml version="1.0" encoding="utf-8"?>
<p:tagLst xmlns:a="http://schemas.openxmlformats.org/drawingml/2006/main" xmlns:r="http://schemas.openxmlformats.org/officeDocument/2006/relationships" xmlns:p="http://schemas.openxmlformats.org/presentationml/2006/main">
  <p:tag name="AS_UNIQUEID" val="4453"/>
</p:tagLst>
</file>

<file path=ppt/tags/tag109.xml><?xml version="1.0" encoding="utf-8"?>
<p:tagLst xmlns:a="http://schemas.openxmlformats.org/drawingml/2006/main" xmlns:r="http://schemas.openxmlformats.org/officeDocument/2006/relationships" xmlns:p="http://schemas.openxmlformats.org/presentationml/2006/main">
  <p:tag name="AS_UNIQUEID" val="1275"/>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111.xml><?xml version="1.0" encoding="utf-8"?>
<p:tagLst xmlns:a="http://schemas.openxmlformats.org/drawingml/2006/main" xmlns:r="http://schemas.openxmlformats.org/officeDocument/2006/relationships" xmlns:p="http://schemas.openxmlformats.org/presentationml/2006/main">
  <p:tag name="AS_UNIQUEID" val="4455"/>
</p:tagLst>
</file>

<file path=ppt/tags/tag112.xml><?xml version="1.0" encoding="utf-8"?>
<p:tagLst xmlns:a="http://schemas.openxmlformats.org/drawingml/2006/main" xmlns:r="http://schemas.openxmlformats.org/officeDocument/2006/relationships" xmlns:p="http://schemas.openxmlformats.org/presentationml/2006/main">
  <p:tag name="AS_UNIQUEID" val="4456"/>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AS_UNIQUEID" val="4457"/>
</p:tagLst>
</file>

<file path=ppt/tags/tag114.xml><?xml version="1.0" encoding="utf-8"?>
<p:tagLst xmlns:a="http://schemas.openxmlformats.org/drawingml/2006/main" xmlns:r="http://schemas.openxmlformats.org/officeDocument/2006/relationships" xmlns:p="http://schemas.openxmlformats.org/presentationml/2006/main">
  <p:tag name="AS_UNIQUEID" val="4458"/>
  <p:tag name="WPP_GENERATETEXT" val="1"/>
</p:tagLst>
</file>

<file path=ppt/tags/tag115.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116.xml><?xml version="1.0" encoding="utf-8"?>
<p:tagLst xmlns:a="http://schemas.openxmlformats.org/drawingml/2006/main" xmlns:r="http://schemas.openxmlformats.org/officeDocument/2006/relationships" xmlns:p="http://schemas.openxmlformats.org/presentationml/2006/main">
  <p:tag name="AS_UNIQUEID" val="4460"/>
</p:tagLst>
</file>

<file path=ppt/tags/tag117.xml><?xml version="1.0" encoding="utf-8"?>
<p:tagLst xmlns:a="http://schemas.openxmlformats.org/drawingml/2006/main" xmlns:r="http://schemas.openxmlformats.org/officeDocument/2006/relationships" xmlns:p="http://schemas.openxmlformats.org/presentationml/2006/main">
  <p:tag name="AS_UNIQUEID" val="4461"/>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AS_UNIQUEID" val="4462"/>
  <p:tag name="WPP_GENERATETEXT" val="1"/>
</p:tagLst>
</file>

<file path=ppt/tags/tag119.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120.xml><?xml version="1.0" encoding="utf-8"?>
<p:tagLst xmlns:a="http://schemas.openxmlformats.org/drawingml/2006/main" xmlns:r="http://schemas.openxmlformats.org/officeDocument/2006/relationships" xmlns:p="http://schemas.openxmlformats.org/presentationml/2006/main">
  <p:tag name="AS_UNIQUEID" val="4464"/>
</p:tagLst>
</file>

<file path=ppt/tags/tag121.xml><?xml version="1.0" encoding="utf-8"?>
<p:tagLst xmlns:a="http://schemas.openxmlformats.org/drawingml/2006/main" xmlns:r="http://schemas.openxmlformats.org/officeDocument/2006/relationships" xmlns:p="http://schemas.openxmlformats.org/presentationml/2006/main">
  <p:tag name="AS_UNIQUEID" val="4465"/>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123.xml><?xml version="1.0" encoding="utf-8"?>
<p:tagLst xmlns:a="http://schemas.openxmlformats.org/drawingml/2006/main" xmlns:r="http://schemas.openxmlformats.org/officeDocument/2006/relationships" xmlns:p="http://schemas.openxmlformats.org/presentationml/2006/main">
  <p:tag name="AS_UNIQUEID" val="4467"/>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AS_UNIQUEID" val="4468"/>
</p:tagLst>
</file>

<file path=ppt/tags/tag125.xml><?xml version="1.0" encoding="utf-8"?>
<p:tagLst xmlns:a="http://schemas.openxmlformats.org/drawingml/2006/main" xmlns:r="http://schemas.openxmlformats.org/officeDocument/2006/relationships" xmlns:p="http://schemas.openxmlformats.org/presentationml/2006/main">
  <p:tag name="AS_UNIQUEID" val="4469"/>
</p:tagLst>
</file>

<file path=ppt/tags/tag126.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127.xml><?xml version="1.0" encoding="utf-8"?>
<p:tagLst xmlns:a="http://schemas.openxmlformats.org/drawingml/2006/main" xmlns:r="http://schemas.openxmlformats.org/officeDocument/2006/relationships" xmlns:p="http://schemas.openxmlformats.org/presentationml/2006/main">
  <p:tag name="AS_UNIQUEID" val="4471"/>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AS_UNIQUEID" val="4472"/>
</p:tagLst>
</file>

<file path=ppt/tags/tag129.xml><?xml version="1.0" encoding="utf-8"?>
<p:tagLst xmlns:a="http://schemas.openxmlformats.org/drawingml/2006/main" xmlns:r="http://schemas.openxmlformats.org/officeDocument/2006/relationships" xmlns:p="http://schemas.openxmlformats.org/presentationml/2006/main">
  <p:tag name="AS_UNIQUEID" val="4473"/>
</p:tagLst>
</file>

<file path=ppt/tags/tag130.xml><?xml version="1.0" encoding="utf-8"?>
<p:tagLst xmlns:a="http://schemas.openxmlformats.org/drawingml/2006/main" xmlns:r="http://schemas.openxmlformats.org/officeDocument/2006/relationships" xmlns:p="http://schemas.openxmlformats.org/presentationml/2006/main">
  <p:tag name="AS_UNIQUEID" val="4474"/>
</p:tagLst>
</file>

<file path=ppt/tags/tag131.xml><?xml version="1.0" encoding="utf-8"?>
<p:tagLst xmlns:a="http://schemas.openxmlformats.org/drawingml/2006/main" xmlns:r="http://schemas.openxmlformats.org/officeDocument/2006/relationships" xmlns:p="http://schemas.openxmlformats.org/presentationml/2006/main">
  <p:tag name="AS_UNIQUEID" val="1275"/>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133.xml><?xml version="1.0" encoding="utf-8"?>
<p:tagLst xmlns:a="http://schemas.openxmlformats.org/drawingml/2006/main" xmlns:r="http://schemas.openxmlformats.org/officeDocument/2006/relationships" xmlns:p="http://schemas.openxmlformats.org/presentationml/2006/main">
  <p:tag name="AS_UNIQUEID" val="4476"/>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AS_UNIQUEID" val="4477"/>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AS_UNIQUEID" val="4478"/>
</p:tagLst>
</file>

<file path=ppt/tags/tag136.xml><?xml version="1.0" encoding="utf-8"?>
<p:tagLst xmlns:a="http://schemas.openxmlformats.org/drawingml/2006/main" xmlns:r="http://schemas.openxmlformats.org/officeDocument/2006/relationships" xmlns:p="http://schemas.openxmlformats.org/presentationml/2006/main">
  <p:tag name="AS_UNIQUEID" val="4479"/>
</p:tagLst>
</file>

<file path=ppt/tags/tag137.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138.xml><?xml version="1.0" encoding="utf-8"?>
<p:tagLst xmlns:a="http://schemas.openxmlformats.org/drawingml/2006/main" xmlns:r="http://schemas.openxmlformats.org/officeDocument/2006/relationships" xmlns:p="http://schemas.openxmlformats.org/presentationml/2006/main">
  <p:tag name="AS_UNIQUEID" val="4481"/>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AS_UNIQUEID" val="4482"/>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41.xml><?xml version="1.0" encoding="utf-8"?>
<p:tagLst xmlns:a="http://schemas.openxmlformats.org/drawingml/2006/main" xmlns:r="http://schemas.openxmlformats.org/officeDocument/2006/relationships" xmlns:p="http://schemas.openxmlformats.org/presentationml/2006/main">
  <p:tag name="AS_UNIQUEID" val="3228"/>
</p:tagLst>
</file>

<file path=ppt/tags/tag142.xml><?xml version="1.0" encoding="utf-8"?>
<p:tagLst xmlns:a="http://schemas.openxmlformats.org/drawingml/2006/main" xmlns:r="http://schemas.openxmlformats.org/officeDocument/2006/relationships" xmlns:p="http://schemas.openxmlformats.org/presentationml/2006/main">
  <p:tag name="AS_UNIQUEID" val="512"/>
</p:tagLst>
</file>

<file path=ppt/tags/tag143.xml><?xml version="1.0" encoding="utf-8"?>
<p:tagLst xmlns:a="http://schemas.openxmlformats.org/drawingml/2006/main" xmlns:r="http://schemas.openxmlformats.org/officeDocument/2006/relationships" xmlns:p="http://schemas.openxmlformats.org/presentationml/2006/main">
  <p:tag name="AS_UNIQUEID" val="548"/>
</p:tagLst>
</file>

<file path=ppt/tags/tag144.xml><?xml version="1.0" encoding="utf-8"?>
<p:tagLst xmlns:a="http://schemas.openxmlformats.org/drawingml/2006/main" xmlns:r="http://schemas.openxmlformats.org/officeDocument/2006/relationships" xmlns:p="http://schemas.openxmlformats.org/presentationml/2006/main">
  <p:tag name="AS_UNIQUEID" val="4484"/>
</p:tagLst>
</file>

<file path=ppt/tags/tag145.xml><?xml version="1.0" encoding="utf-8"?>
<p:tagLst xmlns:a="http://schemas.openxmlformats.org/drawingml/2006/main" xmlns:r="http://schemas.openxmlformats.org/officeDocument/2006/relationships" xmlns:p="http://schemas.openxmlformats.org/presentationml/2006/main">
  <p:tag name="AS_UNIQUEID" val="513"/>
</p:tagLst>
</file>

<file path=ppt/tags/tag146.xml><?xml version="1.0" encoding="utf-8"?>
<p:tagLst xmlns:a="http://schemas.openxmlformats.org/drawingml/2006/main" xmlns:r="http://schemas.openxmlformats.org/officeDocument/2006/relationships" xmlns:p="http://schemas.openxmlformats.org/presentationml/2006/main">
  <p:tag name="AS_UNIQUEID" val="514"/>
</p:tagLst>
</file>

<file path=ppt/tags/tag147.xml><?xml version="1.0" encoding="utf-8"?>
<p:tagLst xmlns:a="http://schemas.openxmlformats.org/drawingml/2006/main" xmlns:r="http://schemas.openxmlformats.org/officeDocument/2006/relationships" xmlns:p="http://schemas.openxmlformats.org/presentationml/2006/main">
  <p:tag name="AS_UNIQUEID" val="515"/>
</p:tagLst>
</file>

<file path=ppt/tags/tag148.xml><?xml version="1.0" encoding="utf-8"?>
<p:tagLst xmlns:a="http://schemas.openxmlformats.org/drawingml/2006/main" xmlns:r="http://schemas.openxmlformats.org/officeDocument/2006/relationships" xmlns:p="http://schemas.openxmlformats.org/presentationml/2006/main">
  <p:tag name="AS_UNIQUEID" val="516"/>
</p:tagLst>
</file>

<file path=ppt/tags/tag149.xml><?xml version="1.0" encoding="utf-8"?>
<p:tagLst xmlns:a="http://schemas.openxmlformats.org/drawingml/2006/main" xmlns:r="http://schemas.openxmlformats.org/officeDocument/2006/relationships" xmlns:p="http://schemas.openxmlformats.org/presentationml/2006/main">
  <p:tag name="AS_UNIQUEID" val="517"/>
</p:tagLst>
</file>

<file path=ppt/tags/tag150.xml><?xml version="1.0" encoding="utf-8"?>
<p:tagLst xmlns:a="http://schemas.openxmlformats.org/drawingml/2006/main" xmlns:r="http://schemas.openxmlformats.org/officeDocument/2006/relationships" xmlns:p="http://schemas.openxmlformats.org/presentationml/2006/main">
  <p:tag name="AS_UNIQUEID" val="523"/>
</p:tagLst>
</file>

<file path=ppt/tags/tag151.xml><?xml version="1.0" encoding="utf-8"?>
<p:tagLst xmlns:a="http://schemas.openxmlformats.org/drawingml/2006/main" xmlns:r="http://schemas.openxmlformats.org/officeDocument/2006/relationships" xmlns:p="http://schemas.openxmlformats.org/presentationml/2006/main">
  <p:tag name="AS_UNIQUEID" val="529"/>
</p:tagLst>
</file>

<file path=ppt/tags/tag152.xml><?xml version="1.0" encoding="utf-8"?>
<p:tagLst xmlns:a="http://schemas.openxmlformats.org/drawingml/2006/main" xmlns:r="http://schemas.openxmlformats.org/officeDocument/2006/relationships" xmlns:p="http://schemas.openxmlformats.org/presentationml/2006/main">
  <p:tag name="AS_UNIQUEID" val="530"/>
</p:tagLst>
</file>

<file path=ppt/tags/tag153.xml><?xml version="1.0" encoding="utf-8"?>
<p:tagLst xmlns:a="http://schemas.openxmlformats.org/drawingml/2006/main" xmlns:r="http://schemas.openxmlformats.org/officeDocument/2006/relationships" xmlns:p="http://schemas.openxmlformats.org/presentationml/2006/main">
  <p:tag name="AS_UNIQUEID" val="531"/>
</p:tagLst>
</file>

<file path=ppt/tags/tag154.xml><?xml version="1.0" encoding="utf-8"?>
<p:tagLst xmlns:a="http://schemas.openxmlformats.org/drawingml/2006/main" xmlns:r="http://schemas.openxmlformats.org/officeDocument/2006/relationships" xmlns:p="http://schemas.openxmlformats.org/presentationml/2006/main">
  <p:tag name="AS_UNIQUEID" val="532"/>
</p:tagLst>
</file>

<file path=ppt/tags/tag155.xml><?xml version="1.0" encoding="utf-8"?>
<p:tagLst xmlns:a="http://schemas.openxmlformats.org/drawingml/2006/main" xmlns:r="http://schemas.openxmlformats.org/officeDocument/2006/relationships" xmlns:p="http://schemas.openxmlformats.org/presentationml/2006/main">
  <p:tag name="AS_UNIQUEID" val="533"/>
</p:tagLst>
</file>

<file path=ppt/tags/tag156.xml><?xml version="1.0" encoding="utf-8"?>
<p:tagLst xmlns:a="http://schemas.openxmlformats.org/drawingml/2006/main" xmlns:r="http://schemas.openxmlformats.org/officeDocument/2006/relationships" xmlns:p="http://schemas.openxmlformats.org/presentationml/2006/main">
  <p:tag name="AS_UNIQUEID" val="539"/>
</p:tagLst>
</file>

<file path=ppt/tags/tag157.xml><?xml version="1.0" encoding="utf-8"?>
<p:tagLst xmlns:a="http://schemas.openxmlformats.org/drawingml/2006/main" xmlns:r="http://schemas.openxmlformats.org/officeDocument/2006/relationships" xmlns:p="http://schemas.openxmlformats.org/presentationml/2006/main">
  <p:tag name="AS_UNIQUEID" val="545"/>
</p:tagLst>
</file>

<file path=ppt/tags/tag158.xml><?xml version="1.0" encoding="utf-8"?>
<p:tagLst xmlns:a="http://schemas.openxmlformats.org/drawingml/2006/main" xmlns:r="http://schemas.openxmlformats.org/officeDocument/2006/relationships" xmlns:p="http://schemas.openxmlformats.org/presentationml/2006/main">
  <p:tag name="AS_UNIQUEID" val="546"/>
</p:tagLst>
</file>

<file path=ppt/tags/tag159.xml><?xml version="1.0" encoding="utf-8"?>
<p:tagLst xmlns:a="http://schemas.openxmlformats.org/drawingml/2006/main" xmlns:r="http://schemas.openxmlformats.org/officeDocument/2006/relationships" xmlns:p="http://schemas.openxmlformats.org/presentationml/2006/main">
  <p:tag name="AS_UNIQUEID" val="547"/>
</p:tagLst>
</file>

<file path=ppt/tags/tag160.xml><?xml version="1.0" encoding="utf-8"?>
<p:tagLst xmlns:a="http://schemas.openxmlformats.org/drawingml/2006/main" xmlns:r="http://schemas.openxmlformats.org/officeDocument/2006/relationships" xmlns:p="http://schemas.openxmlformats.org/presentationml/2006/main">
  <p:tag name="AS_UNIQUEID" val="540"/>
</p:tagLst>
</file>

<file path=ppt/tags/tag161.xml><?xml version="1.0" encoding="utf-8"?>
<p:tagLst xmlns:a="http://schemas.openxmlformats.org/drawingml/2006/main" xmlns:r="http://schemas.openxmlformats.org/officeDocument/2006/relationships" xmlns:p="http://schemas.openxmlformats.org/presentationml/2006/main">
  <p:tag name="AS_UNIQUEID" val="541"/>
</p:tagLst>
</file>

<file path=ppt/tags/tag162.xml><?xml version="1.0" encoding="utf-8"?>
<p:tagLst xmlns:a="http://schemas.openxmlformats.org/drawingml/2006/main" xmlns:r="http://schemas.openxmlformats.org/officeDocument/2006/relationships" xmlns:p="http://schemas.openxmlformats.org/presentationml/2006/main">
  <p:tag name="AS_UNIQUEID" val="542"/>
</p:tagLst>
</file>

<file path=ppt/tags/tag163.xml><?xml version="1.0" encoding="utf-8"?>
<p:tagLst xmlns:a="http://schemas.openxmlformats.org/drawingml/2006/main" xmlns:r="http://schemas.openxmlformats.org/officeDocument/2006/relationships" xmlns:p="http://schemas.openxmlformats.org/presentationml/2006/main">
  <p:tag name="AS_UNIQUEID" val="543"/>
</p:tagLst>
</file>

<file path=ppt/tags/tag164.xml><?xml version="1.0" encoding="utf-8"?>
<p:tagLst xmlns:a="http://schemas.openxmlformats.org/drawingml/2006/main" xmlns:r="http://schemas.openxmlformats.org/officeDocument/2006/relationships" xmlns:p="http://schemas.openxmlformats.org/presentationml/2006/main">
  <p:tag name="AS_UNIQUEID" val="544"/>
</p:tagLst>
</file>

<file path=ppt/tags/tag165.xml><?xml version="1.0" encoding="utf-8"?>
<p:tagLst xmlns:a="http://schemas.openxmlformats.org/drawingml/2006/main" xmlns:r="http://schemas.openxmlformats.org/officeDocument/2006/relationships" xmlns:p="http://schemas.openxmlformats.org/presentationml/2006/main">
  <p:tag name="AS_UNIQUEID" val="534"/>
</p:tagLst>
</file>

<file path=ppt/tags/tag166.xml><?xml version="1.0" encoding="utf-8"?>
<p:tagLst xmlns:a="http://schemas.openxmlformats.org/drawingml/2006/main" xmlns:r="http://schemas.openxmlformats.org/officeDocument/2006/relationships" xmlns:p="http://schemas.openxmlformats.org/presentationml/2006/main">
  <p:tag name="AS_UNIQUEID" val="535"/>
</p:tagLst>
</file>

<file path=ppt/tags/tag167.xml><?xml version="1.0" encoding="utf-8"?>
<p:tagLst xmlns:a="http://schemas.openxmlformats.org/drawingml/2006/main" xmlns:r="http://schemas.openxmlformats.org/officeDocument/2006/relationships" xmlns:p="http://schemas.openxmlformats.org/presentationml/2006/main">
  <p:tag name="AS_UNIQUEID" val="536"/>
</p:tagLst>
</file>

<file path=ppt/tags/tag168.xml><?xml version="1.0" encoding="utf-8"?>
<p:tagLst xmlns:a="http://schemas.openxmlformats.org/drawingml/2006/main" xmlns:r="http://schemas.openxmlformats.org/officeDocument/2006/relationships" xmlns:p="http://schemas.openxmlformats.org/presentationml/2006/main">
  <p:tag name="AS_UNIQUEID" val="537"/>
</p:tagLst>
</file>

<file path=ppt/tags/tag169.xml><?xml version="1.0" encoding="utf-8"?>
<p:tagLst xmlns:a="http://schemas.openxmlformats.org/drawingml/2006/main" xmlns:r="http://schemas.openxmlformats.org/officeDocument/2006/relationships" xmlns:p="http://schemas.openxmlformats.org/presentationml/2006/main">
  <p:tag name="AS_UNIQUEID" val="538"/>
</p:tagLst>
</file>

<file path=ppt/tags/tag170.xml><?xml version="1.0" encoding="utf-8"?>
<p:tagLst xmlns:a="http://schemas.openxmlformats.org/drawingml/2006/main" xmlns:r="http://schemas.openxmlformats.org/officeDocument/2006/relationships" xmlns:p="http://schemas.openxmlformats.org/presentationml/2006/main">
  <p:tag name="AS_UNIQUEID" val="524"/>
</p:tagLst>
</file>

<file path=ppt/tags/tag171.xml><?xml version="1.0" encoding="utf-8"?>
<p:tagLst xmlns:a="http://schemas.openxmlformats.org/drawingml/2006/main" xmlns:r="http://schemas.openxmlformats.org/officeDocument/2006/relationships" xmlns:p="http://schemas.openxmlformats.org/presentationml/2006/main">
  <p:tag name="AS_UNIQUEID" val="525"/>
</p:tagLst>
</file>

<file path=ppt/tags/tag172.xml><?xml version="1.0" encoding="utf-8"?>
<p:tagLst xmlns:a="http://schemas.openxmlformats.org/drawingml/2006/main" xmlns:r="http://schemas.openxmlformats.org/officeDocument/2006/relationships" xmlns:p="http://schemas.openxmlformats.org/presentationml/2006/main">
  <p:tag name="AS_UNIQUEID" val="526"/>
</p:tagLst>
</file>

<file path=ppt/tags/tag173.xml><?xml version="1.0" encoding="utf-8"?>
<p:tagLst xmlns:a="http://schemas.openxmlformats.org/drawingml/2006/main" xmlns:r="http://schemas.openxmlformats.org/officeDocument/2006/relationships" xmlns:p="http://schemas.openxmlformats.org/presentationml/2006/main">
  <p:tag name="AS_UNIQUEID" val="527"/>
</p:tagLst>
</file>

<file path=ppt/tags/tag174.xml><?xml version="1.0" encoding="utf-8"?>
<p:tagLst xmlns:a="http://schemas.openxmlformats.org/drawingml/2006/main" xmlns:r="http://schemas.openxmlformats.org/officeDocument/2006/relationships" xmlns:p="http://schemas.openxmlformats.org/presentationml/2006/main">
  <p:tag name="AS_UNIQUEID" val="528"/>
</p:tagLst>
</file>

<file path=ppt/tags/tag175.xml><?xml version="1.0" encoding="utf-8"?>
<p:tagLst xmlns:a="http://schemas.openxmlformats.org/drawingml/2006/main" xmlns:r="http://schemas.openxmlformats.org/officeDocument/2006/relationships" xmlns:p="http://schemas.openxmlformats.org/presentationml/2006/main">
  <p:tag name="AS_UNIQUEID" val="518"/>
</p:tagLst>
</file>

<file path=ppt/tags/tag176.xml><?xml version="1.0" encoding="utf-8"?>
<p:tagLst xmlns:a="http://schemas.openxmlformats.org/drawingml/2006/main" xmlns:r="http://schemas.openxmlformats.org/officeDocument/2006/relationships" xmlns:p="http://schemas.openxmlformats.org/presentationml/2006/main">
  <p:tag name="AS_UNIQUEID" val="519"/>
</p:tagLst>
</file>

<file path=ppt/tags/tag177.xml><?xml version="1.0" encoding="utf-8"?>
<p:tagLst xmlns:a="http://schemas.openxmlformats.org/drawingml/2006/main" xmlns:r="http://schemas.openxmlformats.org/officeDocument/2006/relationships" xmlns:p="http://schemas.openxmlformats.org/presentationml/2006/main">
  <p:tag name="AS_UNIQUEID" val="520"/>
</p:tagLst>
</file>

<file path=ppt/tags/tag178.xml><?xml version="1.0" encoding="utf-8"?>
<p:tagLst xmlns:a="http://schemas.openxmlformats.org/drawingml/2006/main" xmlns:r="http://schemas.openxmlformats.org/officeDocument/2006/relationships" xmlns:p="http://schemas.openxmlformats.org/presentationml/2006/main">
  <p:tag name="AS_UNIQUEID" val="521"/>
</p:tagLst>
</file>

<file path=ppt/tags/tag179.xml><?xml version="1.0" encoding="utf-8"?>
<p:tagLst xmlns:a="http://schemas.openxmlformats.org/drawingml/2006/main" xmlns:r="http://schemas.openxmlformats.org/officeDocument/2006/relationships" xmlns:p="http://schemas.openxmlformats.org/presentationml/2006/main">
  <p:tag name="AS_UNIQUEID" val="522"/>
</p:tagLst>
</file>

<file path=ppt/tags/tag180.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181.xml><?xml version="1.0" encoding="utf-8"?>
<p:tagLst xmlns:a="http://schemas.openxmlformats.org/drawingml/2006/main" xmlns:r="http://schemas.openxmlformats.org/officeDocument/2006/relationships" xmlns:p="http://schemas.openxmlformats.org/presentationml/2006/main">
  <p:tag name="AS_UNIQUEID" val="4486"/>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AS_UNIQUEID" val="4487"/>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AS_UNIQUEID" val="4488"/>
</p:tagLst>
</file>

<file path=ppt/tags/tag184.xml><?xml version="1.0" encoding="utf-8"?>
<p:tagLst xmlns:a="http://schemas.openxmlformats.org/drawingml/2006/main" xmlns:r="http://schemas.openxmlformats.org/officeDocument/2006/relationships" xmlns:p="http://schemas.openxmlformats.org/presentationml/2006/main">
  <p:tag name="AS_UNIQUEID" val="4489"/>
</p:tagLst>
</file>

<file path=ppt/tags/tag185.xml><?xml version="1.0" encoding="utf-8"?>
<p:tagLst xmlns:a="http://schemas.openxmlformats.org/drawingml/2006/main" xmlns:r="http://schemas.openxmlformats.org/officeDocument/2006/relationships" xmlns:p="http://schemas.openxmlformats.org/presentationml/2006/main">
  <p:tag name="AS_UNIQUEID" val="4490"/>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187.xml><?xml version="1.0" encoding="utf-8"?>
<p:tagLst xmlns:a="http://schemas.openxmlformats.org/drawingml/2006/main" xmlns:r="http://schemas.openxmlformats.org/officeDocument/2006/relationships" xmlns:p="http://schemas.openxmlformats.org/presentationml/2006/main">
  <p:tag name="AS_UNIQUEID" val="4492"/>
</p:tagLst>
</file>

<file path=ppt/tags/tag188.xml><?xml version="1.0" encoding="utf-8"?>
<p:tagLst xmlns:a="http://schemas.openxmlformats.org/drawingml/2006/main" xmlns:r="http://schemas.openxmlformats.org/officeDocument/2006/relationships" xmlns:p="http://schemas.openxmlformats.org/presentationml/2006/main">
  <p:tag name="AS_UNIQUEID" val="4493"/>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190.xml><?xml version="1.0" encoding="utf-8"?>
<p:tagLst xmlns:a="http://schemas.openxmlformats.org/drawingml/2006/main" xmlns:r="http://schemas.openxmlformats.org/officeDocument/2006/relationships" xmlns:p="http://schemas.openxmlformats.org/presentationml/2006/main">
  <p:tag name="AS_UNIQUEID" val="4495"/>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AS_UNIQUEID" val="4496"/>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AS_UNIQUEID" val="4497"/>
</p:tagLst>
</file>

<file path=ppt/tags/tag193.xml><?xml version="1.0" encoding="utf-8"?>
<p:tagLst xmlns:a="http://schemas.openxmlformats.org/drawingml/2006/main" xmlns:r="http://schemas.openxmlformats.org/officeDocument/2006/relationships" xmlns:p="http://schemas.openxmlformats.org/presentationml/2006/main">
  <p:tag name="AS_UNIQUEID" val="4498"/>
</p:tagLst>
</file>

<file path=ppt/tags/tag194.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195.xml><?xml version="1.0" encoding="utf-8"?>
<p:tagLst xmlns:a="http://schemas.openxmlformats.org/drawingml/2006/main" xmlns:r="http://schemas.openxmlformats.org/officeDocument/2006/relationships" xmlns:p="http://schemas.openxmlformats.org/presentationml/2006/main">
  <p:tag name="AS_UNIQUEID" val="4500"/>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AS_UNIQUEID" val="4501"/>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AS_UNIQUEID" val="4502"/>
</p:tagLst>
</file>

<file path=ppt/tags/tag198.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199.xml><?xml version="1.0" encoding="utf-8"?>
<p:tagLst xmlns:a="http://schemas.openxmlformats.org/drawingml/2006/main" xmlns:r="http://schemas.openxmlformats.org/officeDocument/2006/relationships" xmlns:p="http://schemas.openxmlformats.org/presentationml/2006/main">
  <p:tag name="AS_UNIQUEID" val="4504"/>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AS_UNIQUEID" val="4505"/>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02.xml><?xml version="1.0" encoding="utf-8"?>
<p:tagLst xmlns:a="http://schemas.openxmlformats.org/drawingml/2006/main" xmlns:r="http://schemas.openxmlformats.org/officeDocument/2006/relationships" xmlns:p="http://schemas.openxmlformats.org/presentationml/2006/main">
  <p:tag name="AS_UNIQUEID" val="3228"/>
</p:tagLst>
</file>

<file path=ppt/tags/tag203.xml><?xml version="1.0" encoding="utf-8"?>
<p:tagLst xmlns:a="http://schemas.openxmlformats.org/drawingml/2006/main" xmlns:r="http://schemas.openxmlformats.org/officeDocument/2006/relationships" xmlns:p="http://schemas.openxmlformats.org/presentationml/2006/main">
  <p:tag name="AS_UNIQUEID" val="512"/>
</p:tagLst>
</file>

<file path=ppt/tags/tag204.xml><?xml version="1.0" encoding="utf-8"?>
<p:tagLst xmlns:a="http://schemas.openxmlformats.org/drawingml/2006/main" xmlns:r="http://schemas.openxmlformats.org/officeDocument/2006/relationships" xmlns:p="http://schemas.openxmlformats.org/presentationml/2006/main">
  <p:tag name="AS_UNIQUEID" val="548"/>
</p:tagLst>
</file>

<file path=ppt/tags/tag205.xml><?xml version="1.0" encoding="utf-8"?>
<p:tagLst xmlns:a="http://schemas.openxmlformats.org/drawingml/2006/main" xmlns:r="http://schemas.openxmlformats.org/officeDocument/2006/relationships" xmlns:p="http://schemas.openxmlformats.org/presentationml/2006/main">
  <p:tag name="AS_UNIQUEID" val="4507"/>
</p:tagLst>
</file>

<file path=ppt/tags/tag206.xml><?xml version="1.0" encoding="utf-8"?>
<p:tagLst xmlns:a="http://schemas.openxmlformats.org/drawingml/2006/main" xmlns:r="http://schemas.openxmlformats.org/officeDocument/2006/relationships" xmlns:p="http://schemas.openxmlformats.org/presentationml/2006/main">
  <p:tag name="AS_UNIQUEID" val="513"/>
</p:tagLst>
</file>

<file path=ppt/tags/tag207.xml><?xml version="1.0" encoding="utf-8"?>
<p:tagLst xmlns:a="http://schemas.openxmlformats.org/drawingml/2006/main" xmlns:r="http://schemas.openxmlformats.org/officeDocument/2006/relationships" xmlns:p="http://schemas.openxmlformats.org/presentationml/2006/main">
  <p:tag name="AS_UNIQUEID" val="514"/>
</p:tagLst>
</file>

<file path=ppt/tags/tag208.xml><?xml version="1.0" encoding="utf-8"?>
<p:tagLst xmlns:a="http://schemas.openxmlformats.org/drawingml/2006/main" xmlns:r="http://schemas.openxmlformats.org/officeDocument/2006/relationships" xmlns:p="http://schemas.openxmlformats.org/presentationml/2006/main">
  <p:tag name="AS_UNIQUEID" val="515"/>
</p:tagLst>
</file>

<file path=ppt/tags/tag209.xml><?xml version="1.0" encoding="utf-8"?>
<p:tagLst xmlns:a="http://schemas.openxmlformats.org/drawingml/2006/main" xmlns:r="http://schemas.openxmlformats.org/officeDocument/2006/relationships" xmlns:p="http://schemas.openxmlformats.org/presentationml/2006/main">
  <p:tag name="AS_UNIQUEID" val="516"/>
</p:tagLst>
</file>

<file path=ppt/tags/tag210.xml><?xml version="1.0" encoding="utf-8"?>
<p:tagLst xmlns:a="http://schemas.openxmlformats.org/drawingml/2006/main" xmlns:r="http://schemas.openxmlformats.org/officeDocument/2006/relationships" xmlns:p="http://schemas.openxmlformats.org/presentationml/2006/main">
  <p:tag name="AS_UNIQUEID" val="517"/>
</p:tagLst>
</file>

<file path=ppt/tags/tag211.xml><?xml version="1.0" encoding="utf-8"?>
<p:tagLst xmlns:a="http://schemas.openxmlformats.org/drawingml/2006/main" xmlns:r="http://schemas.openxmlformats.org/officeDocument/2006/relationships" xmlns:p="http://schemas.openxmlformats.org/presentationml/2006/main">
  <p:tag name="AS_UNIQUEID" val="523"/>
</p:tagLst>
</file>

<file path=ppt/tags/tag212.xml><?xml version="1.0" encoding="utf-8"?>
<p:tagLst xmlns:a="http://schemas.openxmlformats.org/drawingml/2006/main" xmlns:r="http://schemas.openxmlformats.org/officeDocument/2006/relationships" xmlns:p="http://schemas.openxmlformats.org/presentationml/2006/main">
  <p:tag name="AS_UNIQUEID" val="529"/>
</p:tagLst>
</file>

<file path=ppt/tags/tag213.xml><?xml version="1.0" encoding="utf-8"?>
<p:tagLst xmlns:a="http://schemas.openxmlformats.org/drawingml/2006/main" xmlns:r="http://schemas.openxmlformats.org/officeDocument/2006/relationships" xmlns:p="http://schemas.openxmlformats.org/presentationml/2006/main">
  <p:tag name="AS_UNIQUEID" val="530"/>
</p:tagLst>
</file>

<file path=ppt/tags/tag214.xml><?xml version="1.0" encoding="utf-8"?>
<p:tagLst xmlns:a="http://schemas.openxmlformats.org/drawingml/2006/main" xmlns:r="http://schemas.openxmlformats.org/officeDocument/2006/relationships" xmlns:p="http://schemas.openxmlformats.org/presentationml/2006/main">
  <p:tag name="AS_UNIQUEID" val="531"/>
</p:tagLst>
</file>

<file path=ppt/tags/tag215.xml><?xml version="1.0" encoding="utf-8"?>
<p:tagLst xmlns:a="http://schemas.openxmlformats.org/drawingml/2006/main" xmlns:r="http://schemas.openxmlformats.org/officeDocument/2006/relationships" xmlns:p="http://schemas.openxmlformats.org/presentationml/2006/main">
  <p:tag name="AS_UNIQUEID" val="532"/>
</p:tagLst>
</file>

<file path=ppt/tags/tag216.xml><?xml version="1.0" encoding="utf-8"?>
<p:tagLst xmlns:a="http://schemas.openxmlformats.org/drawingml/2006/main" xmlns:r="http://schemas.openxmlformats.org/officeDocument/2006/relationships" xmlns:p="http://schemas.openxmlformats.org/presentationml/2006/main">
  <p:tag name="AS_UNIQUEID" val="533"/>
</p:tagLst>
</file>

<file path=ppt/tags/tag217.xml><?xml version="1.0" encoding="utf-8"?>
<p:tagLst xmlns:a="http://schemas.openxmlformats.org/drawingml/2006/main" xmlns:r="http://schemas.openxmlformats.org/officeDocument/2006/relationships" xmlns:p="http://schemas.openxmlformats.org/presentationml/2006/main">
  <p:tag name="AS_UNIQUEID" val="539"/>
</p:tagLst>
</file>

<file path=ppt/tags/tag218.xml><?xml version="1.0" encoding="utf-8"?>
<p:tagLst xmlns:a="http://schemas.openxmlformats.org/drawingml/2006/main" xmlns:r="http://schemas.openxmlformats.org/officeDocument/2006/relationships" xmlns:p="http://schemas.openxmlformats.org/presentationml/2006/main">
  <p:tag name="AS_UNIQUEID" val="545"/>
</p:tagLst>
</file>

<file path=ppt/tags/tag219.xml><?xml version="1.0" encoding="utf-8"?>
<p:tagLst xmlns:a="http://schemas.openxmlformats.org/drawingml/2006/main" xmlns:r="http://schemas.openxmlformats.org/officeDocument/2006/relationships" xmlns:p="http://schemas.openxmlformats.org/presentationml/2006/main">
  <p:tag name="AS_UNIQUEID" val="546"/>
</p:tagLst>
</file>

<file path=ppt/tags/tag220.xml><?xml version="1.0" encoding="utf-8"?>
<p:tagLst xmlns:a="http://schemas.openxmlformats.org/drawingml/2006/main" xmlns:r="http://schemas.openxmlformats.org/officeDocument/2006/relationships" xmlns:p="http://schemas.openxmlformats.org/presentationml/2006/main">
  <p:tag name="AS_UNIQUEID" val="547"/>
</p:tagLst>
</file>

<file path=ppt/tags/tag221.xml><?xml version="1.0" encoding="utf-8"?>
<p:tagLst xmlns:a="http://schemas.openxmlformats.org/drawingml/2006/main" xmlns:r="http://schemas.openxmlformats.org/officeDocument/2006/relationships" xmlns:p="http://schemas.openxmlformats.org/presentationml/2006/main">
  <p:tag name="AS_UNIQUEID" val="540"/>
</p:tagLst>
</file>

<file path=ppt/tags/tag222.xml><?xml version="1.0" encoding="utf-8"?>
<p:tagLst xmlns:a="http://schemas.openxmlformats.org/drawingml/2006/main" xmlns:r="http://schemas.openxmlformats.org/officeDocument/2006/relationships" xmlns:p="http://schemas.openxmlformats.org/presentationml/2006/main">
  <p:tag name="AS_UNIQUEID" val="541"/>
</p:tagLst>
</file>

<file path=ppt/tags/tag223.xml><?xml version="1.0" encoding="utf-8"?>
<p:tagLst xmlns:a="http://schemas.openxmlformats.org/drawingml/2006/main" xmlns:r="http://schemas.openxmlformats.org/officeDocument/2006/relationships" xmlns:p="http://schemas.openxmlformats.org/presentationml/2006/main">
  <p:tag name="AS_UNIQUEID" val="542"/>
</p:tagLst>
</file>

<file path=ppt/tags/tag224.xml><?xml version="1.0" encoding="utf-8"?>
<p:tagLst xmlns:a="http://schemas.openxmlformats.org/drawingml/2006/main" xmlns:r="http://schemas.openxmlformats.org/officeDocument/2006/relationships" xmlns:p="http://schemas.openxmlformats.org/presentationml/2006/main">
  <p:tag name="AS_UNIQUEID" val="543"/>
</p:tagLst>
</file>

<file path=ppt/tags/tag225.xml><?xml version="1.0" encoding="utf-8"?>
<p:tagLst xmlns:a="http://schemas.openxmlformats.org/drawingml/2006/main" xmlns:r="http://schemas.openxmlformats.org/officeDocument/2006/relationships" xmlns:p="http://schemas.openxmlformats.org/presentationml/2006/main">
  <p:tag name="AS_UNIQUEID" val="544"/>
</p:tagLst>
</file>

<file path=ppt/tags/tag226.xml><?xml version="1.0" encoding="utf-8"?>
<p:tagLst xmlns:a="http://schemas.openxmlformats.org/drawingml/2006/main" xmlns:r="http://schemas.openxmlformats.org/officeDocument/2006/relationships" xmlns:p="http://schemas.openxmlformats.org/presentationml/2006/main">
  <p:tag name="AS_UNIQUEID" val="534"/>
</p:tagLst>
</file>

<file path=ppt/tags/tag227.xml><?xml version="1.0" encoding="utf-8"?>
<p:tagLst xmlns:a="http://schemas.openxmlformats.org/drawingml/2006/main" xmlns:r="http://schemas.openxmlformats.org/officeDocument/2006/relationships" xmlns:p="http://schemas.openxmlformats.org/presentationml/2006/main">
  <p:tag name="AS_UNIQUEID" val="535"/>
</p:tagLst>
</file>

<file path=ppt/tags/tag228.xml><?xml version="1.0" encoding="utf-8"?>
<p:tagLst xmlns:a="http://schemas.openxmlformats.org/drawingml/2006/main" xmlns:r="http://schemas.openxmlformats.org/officeDocument/2006/relationships" xmlns:p="http://schemas.openxmlformats.org/presentationml/2006/main">
  <p:tag name="AS_UNIQUEID" val="536"/>
</p:tagLst>
</file>

<file path=ppt/tags/tag229.xml><?xml version="1.0" encoding="utf-8"?>
<p:tagLst xmlns:a="http://schemas.openxmlformats.org/drawingml/2006/main" xmlns:r="http://schemas.openxmlformats.org/officeDocument/2006/relationships" xmlns:p="http://schemas.openxmlformats.org/presentationml/2006/main">
  <p:tag name="AS_UNIQUEID" val="537"/>
</p:tagLst>
</file>

<file path=ppt/tags/tag230.xml><?xml version="1.0" encoding="utf-8"?>
<p:tagLst xmlns:a="http://schemas.openxmlformats.org/drawingml/2006/main" xmlns:r="http://schemas.openxmlformats.org/officeDocument/2006/relationships" xmlns:p="http://schemas.openxmlformats.org/presentationml/2006/main">
  <p:tag name="AS_UNIQUEID" val="538"/>
</p:tagLst>
</file>

<file path=ppt/tags/tag231.xml><?xml version="1.0" encoding="utf-8"?>
<p:tagLst xmlns:a="http://schemas.openxmlformats.org/drawingml/2006/main" xmlns:r="http://schemas.openxmlformats.org/officeDocument/2006/relationships" xmlns:p="http://schemas.openxmlformats.org/presentationml/2006/main">
  <p:tag name="AS_UNIQUEID" val="524"/>
</p:tagLst>
</file>

<file path=ppt/tags/tag232.xml><?xml version="1.0" encoding="utf-8"?>
<p:tagLst xmlns:a="http://schemas.openxmlformats.org/drawingml/2006/main" xmlns:r="http://schemas.openxmlformats.org/officeDocument/2006/relationships" xmlns:p="http://schemas.openxmlformats.org/presentationml/2006/main">
  <p:tag name="AS_UNIQUEID" val="525"/>
</p:tagLst>
</file>

<file path=ppt/tags/tag233.xml><?xml version="1.0" encoding="utf-8"?>
<p:tagLst xmlns:a="http://schemas.openxmlformats.org/drawingml/2006/main" xmlns:r="http://schemas.openxmlformats.org/officeDocument/2006/relationships" xmlns:p="http://schemas.openxmlformats.org/presentationml/2006/main">
  <p:tag name="AS_UNIQUEID" val="526"/>
</p:tagLst>
</file>

<file path=ppt/tags/tag234.xml><?xml version="1.0" encoding="utf-8"?>
<p:tagLst xmlns:a="http://schemas.openxmlformats.org/drawingml/2006/main" xmlns:r="http://schemas.openxmlformats.org/officeDocument/2006/relationships" xmlns:p="http://schemas.openxmlformats.org/presentationml/2006/main">
  <p:tag name="AS_UNIQUEID" val="527"/>
</p:tagLst>
</file>

<file path=ppt/tags/tag235.xml><?xml version="1.0" encoding="utf-8"?>
<p:tagLst xmlns:a="http://schemas.openxmlformats.org/drawingml/2006/main" xmlns:r="http://schemas.openxmlformats.org/officeDocument/2006/relationships" xmlns:p="http://schemas.openxmlformats.org/presentationml/2006/main">
  <p:tag name="AS_UNIQUEID" val="528"/>
</p:tagLst>
</file>

<file path=ppt/tags/tag236.xml><?xml version="1.0" encoding="utf-8"?>
<p:tagLst xmlns:a="http://schemas.openxmlformats.org/drawingml/2006/main" xmlns:r="http://schemas.openxmlformats.org/officeDocument/2006/relationships" xmlns:p="http://schemas.openxmlformats.org/presentationml/2006/main">
  <p:tag name="AS_UNIQUEID" val="518"/>
</p:tagLst>
</file>

<file path=ppt/tags/tag237.xml><?xml version="1.0" encoding="utf-8"?>
<p:tagLst xmlns:a="http://schemas.openxmlformats.org/drawingml/2006/main" xmlns:r="http://schemas.openxmlformats.org/officeDocument/2006/relationships" xmlns:p="http://schemas.openxmlformats.org/presentationml/2006/main">
  <p:tag name="AS_UNIQUEID" val="519"/>
</p:tagLst>
</file>

<file path=ppt/tags/tag238.xml><?xml version="1.0" encoding="utf-8"?>
<p:tagLst xmlns:a="http://schemas.openxmlformats.org/drawingml/2006/main" xmlns:r="http://schemas.openxmlformats.org/officeDocument/2006/relationships" xmlns:p="http://schemas.openxmlformats.org/presentationml/2006/main">
  <p:tag name="AS_UNIQUEID" val="520"/>
</p:tagLst>
</file>

<file path=ppt/tags/tag239.xml><?xml version="1.0" encoding="utf-8"?>
<p:tagLst xmlns:a="http://schemas.openxmlformats.org/drawingml/2006/main" xmlns:r="http://schemas.openxmlformats.org/officeDocument/2006/relationships" xmlns:p="http://schemas.openxmlformats.org/presentationml/2006/main">
  <p:tag name="AS_UNIQUEID" val="521"/>
</p:tagLst>
</file>

<file path=ppt/tags/tag240.xml><?xml version="1.0" encoding="utf-8"?>
<p:tagLst xmlns:a="http://schemas.openxmlformats.org/drawingml/2006/main" xmlns:r="http://schemas.openxmlformats.org/officeDocument/2006/relationships" xmlns:p="http://schemas.openxmlformats.org/presentationml/2006/main">
  <p:tag name="AS_UNIQUEID" val="522"/>
</p:tagLst>
</file>

<file path=ppt/tags/tag241.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242.xml><?xml version="1.0" encoding="utf-8"?>
<p:tagLst xmlns:a="http://schemas.openxmlformats.org/drawingml/2006/main" xmlns:r="http://schemas.openxmlformats.org/officeDocument/2006/relationships" xmlns:p="http://schemas.openxmlformats.org/presentationml/2006/main">
  <p:tag name="AS_UNIQUEID" val="4509"/>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AS_UNIQUEID" val="4510"/>
  <p:tag name="KSO_WM_MEDIACOVER_FLAG" val="1"/>
  <p:tag name="KSO_WM_UNIT_MEDIACOVER_BTN_STATE" val="1"/>
  <p:tag name="KSO_WM_UNIT_MEDIACOVER_BTNRECT" val="0*0*0*0"/>
</p:tagLst>
</file>

<file path=ppt/tags/tag244.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245.xml><?xml version="1.0" encoding="utf-8"?>
<p:tagLst xmlns:a="http://schemas.openxmlformats.org/drawingml/2006/main" xmlns:r="http://schemas.openxmlformats.org/officeDocument/2006/relationships" xmlns:p="http://schemas.openxmlformats.org/presentationml/2006/main">
  <p:tag name="AS_UNIQUEID" val="4512"/>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AS_UNIQUEID" val="4513"/>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AS_UNIQUEID" val="4514"/>
</p:tagLst>
</file>

<file path=ppt/tags/tag248.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249.xml><?xml version="1.0" encoding="utf-8"?>
<p:tagLst xmlns:a="http://schemas.openxmlformats.org/drawingml/2006/main" xmlns:r="http://schemas.openxmlformats.org/officeDocument/2006/relationships" xmlns:p="http://schemas.openxmlformats.org/presentationml/2006/main">
  <p:tag name="AS_UNIQUEID" val="4516"/>
  <p:tag name="KSO_WM_BEAUTIFY_FLAG" val=""/>
</p:tagLst>
</file>

<file path=ppt/tags/tag250.xml><?xml version="1.0" encoding="utf-8"?>
<p:tagLst xmlns:a="http://schemas.openxmlformats.org/drawingml/2006/main" xmlns:r="http://schemas.openxmlformats.org/officeDocument/2006/relationships" xmlns:p="http://schemas.openxmlformats.org/presentationml/2006/main">
  <p:tag name="AS_UNIQUEID" val="4517"/>
</p:tagLst>
</file>

<file path=ppt/tags/tag251.xml><?xml version="1.0" encoding="utf-8"?>
<p:tagLst xmlns:a="http://schemas.openxmlformats.org/drawingml/2006/main" xmlns:r="http://schemas.openxmlformats.org/officeDocument/2006/relationships" xmlns:p="http://schemas.openxmlformats.org/presentationml/2006/main">
  <p:tag name="AS_UNIQUEID" val="4518"/>
  <p:tag name="KSO_WM_BEAUTIFY_FLAG" val=""/>
</p:tagLst>
</file>

<file path=ppt/tags/tag252.xml><?xml version="1.0" encoding="utf-8"?>
<p:tagLst xmlns:a="http://schemas.openxmlformats.org/drawingml/2006/main" xmlns:r="http://schemas.openxmlformats.org/officeDocument/2006/relationships" xmlns:p="http://schemas.openxmlformats.org/presentationml/2006/main">
  <p:tag name="AS_UNIQUEID" val="4519"/>
  <p:tag name="KSO_WM_BEAUTIFY_FLAG" val=""/>
</p:tagLst>
</file>

<file path=ppt/tags/tag253.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254.xml><?xml version="1.0" encoding="utf-8"?>
<p:tagLst xmlns:a="http://schemas.openxmlformats.org/drawingml/2006/main" xmlns:r="http://schemas.openxmlformats.org/officeDocument/2006/relationships" xmlns:p="http://schemas.openxmlformats.org/presentationml/2006/main">
  <p:tag name="AS_UNIQUEID" val="4521"/>
</p:tagLst>
</file>

<file path=ppt/tags/tag255.xml><?xml version="1.0" encoding="utf-8"?>
<p:tagLst xmlns:a="http://schemas.openxmlformats.org/drawingml/2006/main" xmlns:r="http://schemas.openxmlformats.org/officeDocument/2006/relationships" xmlns:p="http://schemas.openxmlformats.org/presentationml/2006/main">
  <p:tag name="AS_UNIQUEID" val="4522"/>
  <p:tag name="KSO_WM_BEAUTIFY_FLAG" val=""/>
</p:tagLst>
</file>

<file path=ppt/tags/tag256.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257.xml><?xml version="1.0" encoding="utf-8"?>
<p:tagLst xmlns:a="http://schemas.openxmlformats.org/drawingml/2006/main" xmlns:r="http://schemas.openxmlformats.org/officeDocument/2006/relationships" xmlns:p="http://schemas.openxmlformats.org/presentationml/2006/main">
  <p:tag name="AS_UNIQUEID" val="4524"/>
  <p:tag name="KSO_WM_BEAUTIFY_FLAG" val=""/>
</p:tagLst>
</file>

<file path=ppt/tags/tag258.xml><?xml version="1.0" encoding="utf-8"?>
<p:tagLst xmlns:a="http://schemas.openxmlformats.org/drawingml/2006/main" xmlns:r="http://schemas.openxmlformats.org/officeDocument/2006/relationships" xmlns:p="http://schemas.openxmlformats.org/presentationml/2006/main">
  <p:tag name="AS_UNIQUEID" val="4525"/>
  <p:tag name="KSO_WM_BEAUTIFY_FLAG" val=""/>
</p:tagLst>
</file>

<file path=ppt/tags/tag259.xml><?xml version="1.0" encoding="utf-8"?>
<p:tagLst xmlns:a="http://schemas.openxmlformats.org/drawingml/2006/main" xmlns:r="http://schemas.openxmlformats.org/officeDocument/2006/relationships" xmlns:p="http://schemas.openxmlformats.org/presentationml/2006/main">
  <p:tag name="AS_UNIQUEID" val="4526"/>
</p:tagLst>
</file>

<file path=ppt/tags/tag260.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261.xml><?xml version="1.0" encoding="utf-8"?>
<p:tagLst xmlns:a="http://schemas.openxmlformats.org/drawingml/2006/main" xmlns:r="http://schemas.openxmlformats.org/officeDocument/2006/relationships" xmlns:p="http://schemas.openxmlformats.org/presentationml/2006/main">
  <p:tag name="AS_UNIQUEID" val="4528"/>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AS_UNIQUEID" val="4529"/>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AS_UNIQUEID" val="4530"/>
</p:tagLst>
</file>

<file path=ppt/tags/tag264.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265.xml><?xml version="1.0" encoding="utf-8"?>
<p:tagLst xmlns:a="http://schemas.openxmlformats.org/drawingml/2006/main" xmlns:r="http://schemas.openxmlformats.org/officeDocument/2006/relationships" xmlns:p="http://schemas.openxmlformats.org/presentationml/2006/main">
  <p:tag name="AS_UNIQUEID" val="4532"/>
  <p:tag name="KSO_WM_BEAUTIFY_FLAG" val=""/>
</p:tagLst>
</file>

<file path=ppt/tags/tag266.xml><?xml version="1.0" encoding="utf-8"?>
<p:tagLst xmlns:a="http://schemas.openxmlformats.org/drawingml/2006/main" xmlns:r="http://schemas.openxmlformats.org/officeDocument/2006/relationships" xmlns:p="http://schemas.openxmlformats.org/presentationml/2006/main">
  <p:tag name="AS_UNIQUEID" val="4533"/>
  <p:tag name="KSO_WM_MEDIACOVER_FLAG" val="1"/>
  <p:tag name="KSO_WM_UNIT_MEDIACOVER_BTN_STATE" val="1"/>
  <p:tag name="KSO_WM_UNIT_MEDIACOVER_BTNRECT" val="0*0*0*0"/>
</p:tagLst>
</file>

<file path=ppt/tags/tag267.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268.xml><?xml version="1.0" encoding="utf-8"?>
<p:tagLst xmlns:a="http://schemas.openxmlformats.org/drawingml/2006/main" xmlns:r="http://schemas.openxmlformats.org/officeDocument/2006/relationships" xmlns:p="http://schemas.openxmlformats.org/presentationml/2006/main">
  <p:tag name="AS_UNIQUEID" val="4535"/>
</p:tagLst>
</file>

<file path=ppt/tags/tag269.xml><?xml version="1.0" encoding="utf-8"?>
<p:tagLst xmlns:a="http://schemas.openxmlformats.org/drawingml/2006/main" xmlns:r="http://schemas.openxmlformats.org/officeDocument/2006/relationships" xmlns:p="http://schemas.openxmlformats.org/presentationml/2006/main">
  <p:tag name="AS_UNIQUEID" val="4536"/>
  <p:tag name="KSO_WM_BEAUTIFY_FLAG" val=""/>
</p:tagLst>
</file>

<file path=ppt/tags/tag270.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271.xml><?xml version="1.0" encoding="utf-8"?>
<p:tagLst xmlns:a="http://schemas.openxmlformats.org/drawingml/2006/main" xmlns:r="http://schemas.openxmlformats.org/officeDocument/2006/relationships" xmlns:p="http://schemas.openxmlformats.org/presentationml/2006/main">
  <p:tag name="AS_UNIQUEID" val="4538"/>
  <p:tag name="KSO_WM_BEAUTIFY_FLAG" val=""/>
</p:tagLst>
</file>

<file path=ppt/tags/tag272.xml><?xml version="1.0" encoding="utf-8"?>
<p:tagLst xmlns:a="http://schemas.openxmlformats.org/drawingml/2006/main" xmlns:r="http://schemas.openxmlformats.org/officeDocument/2006/relationships" xmlns:p="http://schemas.openxmlformats.org/presentationml/2006/main">
  <p:tag name="AS_UNIQUEID" val="4539"/>
  <p:tag name="KSO_WM_BEAUTIFY_FLAG" val=""/>
</p:tagLst>
</file>

<file path=ppt/tags/tag273.xml><?xml version="1.0" encoding="utf-8"?>
<p:tagLst xmlns:a="http://schemas.openxmlformats.org/drawingml/2006/main" xmlns:r="http://schemas.openxmlformats.org/officeDocument/2006/relationships" xmlns:p="http://schemas.openxmlformats.org/presentationml/2006/main">
  <p:tag name="AS_UNIQUEID" val="4540"/>
</p:tagLst>
</file>

<file path=ppt/tags/tag274.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275.xml><?xml version="1.0" encoding="utf-8"?>
<p:tagLst xmlns:a="http://schemas.openxmlformats.org/drawingml/2006/main" xmlns:r="http://schemas.openxmlformats.org/officeDocument/2006/relationships" xmlns:p="http://schemas.openxmlformats.org/presentationml/2006/main">
  <p:tag name="AS_UNIQUEID" val="4542"/>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AS_UNIQUEID" val="4543"/>
</p:tagLst>
</file>

<file path=ppt/tags/tag277.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278.xml><?xml version="1.0" encoding="utf-8"?>
<p:tagLst xmlns:a="http://schemas.openxmlformats.org/drawingml/2006/main" xmlns:r="http://schemas.openxmlformats.org/officeDocument/2006/relationships" xmlns:p="http://schemas.openxmlformats.org/presentationml/2006/main">
  <p:tag name="AS_UNIQUEID" val="4545"/>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AS_UNIQUEID" val="4546"/>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AS_UNIQUEID" val="4547"/>
</p:tagLst>
</file>

<file path=ppt/tags/tag281.xml><?xml version="1.0" encoding="utf-8"?>
<p:tagLst xmlns:a="http://schemas.openxmlformats.org/drawingml/2006/main" xmlns:r="http://schemas.openxmlformats.org/officeDocument/2006/relationships" xmlns:p="http://schemas.openxmlformats.org/presentationml/2006/main">
  <p:tag name="AS_UNIQUEID" val="4548"/>
</p:tagLst>
</file>

<file path=ppt/tags/tag282.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283.xml><?xml version="1.0" encoding="utf-8"?>
<p:tagLst xmlns:a="http://schemas.openxmlformats.org/drawingml/2006/main" xmlns:r="http://schemas.openxmlformats.org/officeDocument/2006/relationships" xmlns:p="http://schemas.openxmlformats.org/presentationml/2006/main">
  <p:tag name="AS_UNIQUEID" val="4550"/>
  <p:tag name="KSO_WM_BEAUTIFY_FLAG" val=""/>
</p:tagLst>
</file>

<file path=ppt/tags/tag284.xml><?xml version="1.0" encoding="utf-8"?>
<p:tagLst xmlns:a="http://schemas.openxmlformats.org/drawingml/2006/main" xmlns:r="http://schemas.openxmlformats.org/officeDocument/2006/relationships" xmlns:p="http://schemas.openxmlformats.org/presentationml/2006/main">
  <p:tag name="AS_UNIQUEID" val="4551"/>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86.xml><?xml version="1.0" encoding="utf-8"?>
<p:tagLst xmlns:a="http://schemas.openxmlformats.org/drawingml/2006/main" xmlns:r="http://schemas.openxmlformats.org/officeDocument/2006/relationships" xmlns:p="http://schemas.openxmlformats.org/presentationml/2006/main">
  <p:tag name="AS_UNIQUEID" val="4092"/>
</p:tagLst>
</file>

<file path=ppt/tags/tag287.xml><?xml version="1.0" encoding="utf-8"?>
<p:tagLst xmlns:a="http://schemas.openxmlformats.org/drawingml/2006/main" xmlns:r="http://schemas.openxmlformats.org/officeDocument/2006/relationships" xmlns:p="http://schemas.openxmlformats.org/presentationml/2006/main">
  <p:tag name="AS_UNIQUEID" val="512"/>
</p:tagLst>
</file>

<file path=ppt/tags/tag288.xml><?xml version="1.0" encoding="utf-8"?>
<p:tagLst xmlns:a="http://schemas.openxmlformats.org/drawingml/2006/main" xmlns:r="http://schemas.openxmlformats.org/officeDocument/2006/relationships" xmlns:p="http://schemas.openxmlformats.org/presentationml/2006/main">
  <p:tag name="AS_UNIQUEID" val="548"/>
</p:tagLst>
</file>

<file path=ppt/tags/tag289.xml><?xml version="1.0" encoding="utf-8"?>
<p:tagLst xmlns:a="http://schemas.openxmlformats.org/drawingml/2006/main" xmlns:r="http://schemas.openxmlformats.org/officeDocument/2006/relationships" xmlns:p="http://schemas.openxmlformats.org/presentationml/2006/main">
  <p:tag name="AS_UNIQUEID" val="4093"/>
</p:tagLst>
</file>

<file path=ppt/tags/tag290.xml><?xml version="1.0" encoding="utf-8"?>
<p:tagLst xmlns:a="http://schemas.openxmlformats.org/drawingml/2006/main" xmlns:r="http://schemas.openxmlformats.org/officeDocument/2006/relationships" xmlns:p="http://schemas.openxmlformats.org/presentationml/2006/main">
  <p:tag name="AS_UNIQUEID" val="513"/>
</p:tagLst>
</file>

<file path=ppt/tags/tag291.xml><?xml version="1.0" encoding="utf-8"?>
<p:tagLst xmlns:a="http://schemas.openxmlformats.org/drawingml/2006/main" xmlns:r="http://schemas.openxmlformats.org/officeDocument/2006/relationships" xmlns:p="http://schemas.openxmlformats.org/presentationml/2006/main">
  <p:tag name="AS_UNIQUEID" val="514"/>
</p:tagLst>
</file>

<file path=ppt/tags/tag292.xml><?xml version="1.0" encoding="utf-8"?>
<p:tagLst xmlns:a="http://schemas.openxmlformats.org/drawingml/2006/main" xmlns:r="http://schemas.openxmlformats.org/officeDocument/2006/relationships" xmlns:p="http://schemas.openxmlformats.org/presentationml/2006/main">
  <p:tag name="AS_UNIQUEID" val="515"/>
</p:tagLst>
</file>

<file path=ppt/tags/tag293.xml><?xml version="1.0" encoding="utf-8"?>
<p:tagLst xmlns:a="http://schemas.openxmlformats.org/drawingml/2006/main" xmlns:r="http://schemas.openxmlformats.org/officeDocument/2006/relationships" xmlns:p="http://schemas.openxmlformats.org/presentationml/2006/main">
  <p:tag name="AS_UNIQUEID" val="516"/>
</p:tagLst>
</file>

<file path=ppt/tags/tag294.xml><?xml version="1.0" encoding="utf-8"?>
<p:tagLst xmlns:a="http://schemas.openxmlformats.org/drawingml/2006/main" xmlns:r="http://schemas.openxmlformats.org/officeDocument/2006/relationships" xmlns:p="http://schemas.openxmlformats.org/presentationml/2006/main">
  <p:tag name="AS_UNIQUEID" val="517"/>
</p:tagLst>
</file>

<file path=ppt/tags/tag295.xml><?xml version="1.0" encoding="utf-8"?>
<p:tagLst xmlns:a="http://schemas.openxmlformats.org/drawingml/2006/main" xmlns:r="http://schemas.openxmlformats.org/officeDocument/2006/relationships" xmlns:p="http://schemas.openxmlformats.org/presentationml/2006/main">
  <p:tag name="AS_UNIQUEID" val="523"/>
</p:tagLst>
</file>

<file path=ppt/tags/tag296.xml><?xml version="1.0" encoding="utf-8"?>
<p:tagLst xmlns:a="http://schemas.openxmlformats.org/drawingml/2006/main" xmlns:r="http://schemas.openxmlformats.org/officeDocument/2006/relationships" xmlns:p="http://schemas.openxmlformats.org/presentationml/2006/main">
  <p:tag name="AS_UNIQUEID" val="529"/>
</p:tagLst>
</file>

<file path=ppt/tags/tag297.xml><?xml version="1.0" encoding="utf-8"?>
<p:tagLst xmlns:a="http://schemas.openxmlformats.org/drawingml/2006/main" xmlns:r="http://schemas.openxmlformats.org/officeDocument/2006/relationships" xmlns:p="http://schemas.openxmlformats.org/presentationml/2006/main">
  <p:tag name="AS_UNIQUEID" val="530"/>
</p:tagLst>
</file>

<file path=ppt/tags/tag298.xml><?xml version="1.0" encoding="utf-8"?>
<p:tagLst xmlns:a="http://schemas.openxmlformats.org/drawingml/2006/main" xmlns:r="http://schemas.openxmlformats.org/officeDocument/2006/relationships" xmlns:p="http://schemas.openxmlformats.org/presentationml/2006/main">
  <p:tag name="AS_UNIQUEID" val="531"/>
</p:tagLst>
</file>

<file path=ppt/tags/tag299.xml><?xml version="1.0" encoding="utf-8"?>
<p:tagLst xmlns:a="http://schemas.openxmlformats.org/drawingml/2006/main" xmlns:r="http://schemas.openxmlformats.org/officeDocument/2006/relationships" xmlns:p="http://schemas.openxmlformats.org/presentationml/2006/main">
  <p:tag name="AS_UNIQUEID" val="532"/>
</p:tagLst>
</file>

<file path=ppt/tags/tag300.xml><?xml version="1.0" encoding="utf-8"?>
<p:tagLst xmlns:a="http://schemas.openxmlformats.org/drawingml/2006/main" xmlns:r="http://schemas.openxmlformats.org/officeDocument/2006/relationships" xmlns:p="http://schemas.openxmlformats.org/presentationml/2006/main">
  <p:tag name="AS_UNIQUEID" val="533"/>
</p:tagLst>
</file>

<file path=ppt/tags/tag301.xml><?xml version="1.0" encoding="utf-8"?>
<p:tagLst xmlns:a="http://schemas.openxmlformats.org/drawingml/2006/main" xmlns:r="http://schemas.openxmlformats.org/officeDocument/2006/relationships" xmlns:p="http://schemas.openxmlformats.org/presentationml/2006/main">
  <p:tag name="AS_UNIQUEID" val="539"/>
</p:tagLst>
</file>

<file path=ppt/tags/tag302.xml><?xml version="1.0" encoding="utf-8"?>
<p:tagLst xmlns:a="http://schemas.openxmlformats.org/drawingml/2006/main" xmlns:r="http://schemas.openxmlformats.org/officeDocument/2006/relationships" xmlns:p="http://schemas.openxmlformats.org/presentationml/2006/main">
  <p:tag name="AS_UNIQUEID" val="545"/>
</p:tagLst>
</file>

<file path=ppt/tags/tag303.xml><?xml version="1.0" encoding="utf-8"?>
<p:tagLst xmlns:a="http://schemas.openxmlformats.org/drawingml/2006/main" xmlns:r="http://schemas.openxmlformats.org/officeDocument/2006/relationships" xmlns:p="http://schemas.openxmlformats.org/presentationml/2006/main">
  <p:tag name="AS_UNIQUEID" val="546"/>
</p:tagLst>
</file>

<file path=ppt/tags/tag304.xml><?xml version="1.0" encoding="utf-8"?>
<p:tagLst xmlns:a="http://schemas.openxmlformats.org/drawingml/2006/main" xmlns:r="http://schemas.openxmlformats.org/officeDocument/2006/relationships" xmlns:p="http://schemas.openxmlformats.org/presentationml/2006/main">
  <p:tag name="AS_UNIQUEID" val="547"/>
</p:tagLst>
</file>

<file path=ppt/tags/tag305.xml><?xml version="1.0" encoding="utf-8"?>
<p:tagLst xmlns:a="http://schemas.openxmlformats.org/drawingml/2006/main" xmlns:r="http://schemas.openxmlformats.org/officeDocument/2006/relationships" xmlns:p="http://schemas.openxmlformats.org/presentationml/2006/main">
  <p:tag name="AS_UNIQUEID" val="540"/>
</p:tagLst>
</file>

<file path=ppt/tags/tag306.xml><?xml version="1.0" encoding="utf-8"?>
<p:tagLst xmlns:a="http://schemas.openxmlformats.org/drawingml/2006/main" xmlns:r="http://schemas.openxmlformats.org/officeDocument/2006/relationships" xmlns:p="http://schemas.openxmlformats.org/presentationml/2006/main">
  <p:tag name="AS_UNIQUEID" val="541"/>
</p:tagLst>
</file>

<file path=ppt/tags/tag307.xml><?xml version="1.0" encoding="utf-8"?>
<p:tagLst xmlns:a="http://schemas.openxmlformats.org/drawingml/2006/main" xmlns:r="http://schemas.openxmlformats.org/officeDocument/2006/relationships" xmlns:p="http://schemas.openxmlformats.org/presentationml/2006/main">
  <p:tag name="AS_UNIQUEID" val="542"/>
</p:tagLst>
</file>

<file path=ppt/tags/tag308.xml><?xml version="1.0" encoding="utf-8"?>
<p:tagLst xmlns:a="http://schemas.openxmlformats.org/drawingml/2006/main" xmlns:r="http://schemas.openxmlformats.org/officeDocument/2006/relationships" xmlns:p="http://schemas.openxmlformats.org/presentationml/2006/main">
  <p:tag name="AS_UNIQUEID" val="543"/>
</p:tagLst>
</file>

<file path=ppt/tags/tag309.xml><?xml version="1.0" encoding="utf-8"?>
<p:tagLst xmlns:a="http://schemas.openxmlformats.org/drawingml/2006/main" xmlns:r="http://schemas.openxmlformats.org/officeDocument/2006/relationships" xmlns:p="http://schemas.openxmlformats.org/presentationml/2006/main">
  <p:tag name="AS_UNIQUEID" val="544"/>
</p:tagLst>
</file>

<file path=ppt/tags/tag310.xml><?xml version="1.0" encoding="utf-8"?>
<p:tagLst xmlns:a="http://schemas.openxmlformats.org/drawingml/2006/main" xmlns:r="http://schemas.openxmlformats.org/officeDocument/2006/relationships" xmlns:p="http://schemas.openxmlformats.org/presentationml/2006/main">
  <p:tag name="AS_UNIQUEID" val="534"/>
</p:tagLst>
</file>

<file path=ppt/tags/tag311.xml><?xml version="1.0" encoding="utf-8"?>
<p:tagLst xmlns:a="http://schemas.openxmlformats.org/drawingml/2006/main" xmlns:r="http://schemas.openxmlformats.org/officeDocument/2006/relationships" xmlns:p="http://schemas.openxmlformats.org/presentationml/2006/main">
  <p:tag name="AS_UNIQUEID" val="535"/>
</p:tagLst>
</file>

<file path=ppt/tags/tag312.xml><?xml version="1.0" encoding="utf-8"?>
<p:tagLst xmlns:a="http://schemas.openxmlformats.org/drawingml/2006/main" xmlns:r="http://schemas.openxmlformats.org/officeDocument/2006/relationships" xmlns:p="http://schemas.openxmlformats.org/presentationml/2006/main">
  <p:tag name="AS_UNIQUEID" val="536"/>
</p:tagLst>
</file>

<file path=ppt/tags/tag313.xml><?xml version="1.0" encoding="utf-8"?>
<p:tagLst xmlns:a="http://schemas.openxmlformats.org/drawingml/2006/main" xmlns:r="http://schemas.openxmlformats.org/officeDocument/2006/relationships" xmlns:p="http://schemas.openxmlformats.org/presentationml/2006/main">
  <p:tag name="AS_UNIQUEID" val="537"/>
</p:tagLst>
</file>

<file path=ppt/tags/tag314.xml><?xml version="1.0" encoding="utf-8"?>
<p:tagLst xmlns:a="http://schemas.openxmlformats.org/drawingml/2006/main" xmlns:r="http://schemas.openxmlformats.org/officeDocument/2006/relationships" xmlns:p="http://schemas.openxmlformats.org/presentationml/2006/main">
  <p:tag name="AS_UNIQUEID" val="538"/>
</p:tagLst>
</file>

<file path=ppt/tags/tag315.xml><?xml version="1.0" encoding="utf-8"?>
<p:tagLst xmlns:a="http://schemas.openxmlformats.org/drawingml/2006/main" xmlns:r="http://schemas.openxmlformats.org/officeDocument/2006/relationships" xmlns:p="http://schemas.openxmlformats.org/presentationml/2006/main">
  <p:tag name="AS_UNIQUEID" val="524"/>
</p:tagLst>
</file>

<file path=ppt/tags/tag316.xml><?xml version="1.0" encoding="utf-8"?>
<p:tagLst xmlns:a="http://schemas.openxmlformats.org/drawingml/2006/main" xmlns:r="http://schemas.openxmlformats.org/officeDocument/2006/relationships" xmlns:p="http://schemas.openxmlformats.org/presentationml/2006/main">
  <p:tag name="AS_UNIQUEID" val="525"/>
</p:tagLst>
</file>

<file path=ppt/tags/tag317.xml><?xml version="1.0" encoding="utf-8"?>
<p:tagLst xmlns:a="http://schemas.openxmlformats.org/drawingml/2006/main" xmlns:r="http://schemas.openxmlformats.org/officeDocument/2006/relationships" xmlns:p="http://schemas.openxmlformats.org/presentationml/2006/main">
  <p:tag name="AS_UNIQUEID" val="526"/>
</p:tagLst>
</file>

<file path=ppt/tags/tag318.xml><?xml version="1.0" encoding="utf-8"?>
<p:tagLst xmlns:a="http://schemas.openxmlformats.org/drawingml/2006/main" xmlns:r="http://schemas.openxmlformats.org/officeDocument/2006/relationships" xmlns:p="http://schemas.openxmlformats.org/presentationml/2006/main">
  <p:tag name="AS_UNIQUEID" val="527"/>
</p:tagLst>
</file>

<file path=ppt/tags/tag319.xml><?xml version="1.0" encoding="utf-8"?>
<p:tagLst xmlns:a="http://schemas.openxmlformats.org/drawingml/2006/main" xmlns:r="http://schemas.openxmlformats.org/officeDocument/2006/relationships" xmlns:p="http://schemas.openxmlformats.org/presentationml/2006/main">
  <p:tag name="AS_UNIQUEID" val="528"/>
</p:tagLst>
</file>

<file path=ppt/tags/tag320.xml><?xml version="1.0" encoding="utf-8"?>
<p:tagLst xmlns:a="http://schemas.openxmlformats.org/drawingml/2006/main" xmlns:r="http://schemas.openxmlformats.org/officeDocument/2006/relationships" xmlns:p="http://schemas.openxmlformats.org/presentationml/2006/main">
  <p:tag name="AS_UNIQUEID" val="518"/>
</p:tagLst>
</file>

<file path=ppt/tags/tag321.xml><?xml version="1.0" encoding="utf-8"?>
<p:tagLst xmlns:a="http://schemas.openxmlformats.org/drawingml/2006/main" xmlns:r="http://schemas.openxmlformats.org/officeDocument/2006/relationships" xmlns:p="http://schemas.openxmlformats.org/presentationml/2006/main">
  <p:tag name="AS_UNIQUEID" val="519"/>
</p:tagLst>
</file>

<file path=ppt/tags/tag322.xml><?xml version="1.0" encoding="utf-8"?>
<p:tagLst xmlns:a="http://schemas.openxmlformats.org/drawingml/2006/main" xmlns:r="http://schemas.openxmlformats.org/officeDocument/2006/relationships" xmlns:p="http://schemas.openxmlformats.org/presentationml/2006/main">
  <p:tag name="AS_UNIQUEID" val="520"/>
</p:tagLst>
</file>

<file path=ppt/tags/tag323.xml><?xml version="1.0" encoding="utf-8"?>
<p:tagLst xmlns:a="http://schemas.openxmlformats.org/drawingml/2006/main" xmlns:r="http://schemas.openxmlformats.org/officeDocument/2006/relationships" xmlns:p="http://schemas.openxmlformats.org/presentationml/2006/main">
  <p:tag name="AS_UNIQUEID" val="521"/>
</p:tagLst>
</file>

<file path=ppt/tags/tag324.xml><?xml version="1.0" encoding="utf-8"?>
<p:tagLst xmlns:a="http://schemas.openxmlformats.org/drawingml/2006/main" xmlns:r="http://schemas.openxmlformats.org/officeDocument/2006/relationships" xmlns:p="http://schemas.openxmlformats.org/presentationml/2006/main">
  <p:tag name="AS_UNIQUEID" val="522"/>
</p:tagLst>
</file>

<file path=ppt/tags/tag325.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326.xml><?xml version="1.0" encoding="utf-8"?>
<p:tagLst xmlns:a="http://schemas.openxmlformats.org/drawingml/2006/main" xmlns:r="http://schemas.openxmlformats.org/officeDocument/2006/relationships" xmlns:p="http://schemas.openxmlformats.org/presentationml/2006/main">
  <p:tag name="AS_UNIQUEID" val="3144"/>
</p:tagLst>
</file>

<file path=ppt/tags/tag327.xml><?xml version="1.0" encoding="utf-8"?>
<p:tagLst xmlns:a="http://schemas.openxmlformats.org/drawingml/2006/main" xmlns:r="http://schemas.openxmlformats.org/officeDocument/2006/relationships" xmlns:p="http://schemas.openxmlformats.org/presentationml/2006/main">
  <p:tag name="AS_UNIQUEID" val="4555"/>
</p:tagLst>
</file>

<file path=ppt/tags/tag328.xml><?xml version="1.0" encoding="utf-8"?>
<p:tagLst xmlns:a="http://schemas.openxmlformats.org/drawingml/2006/main" xmlns:r="http://schemas.openxmlformats.org/officeDocument/2006/relationships" xmlns:p="http://schemas.openxmlformats.org/presentationml/2006/main">
  <p:tag name="AS_UNIQUEID" val="4558"/>
</p:tagLst>
</file>

<file path=ppt/tags/tag329.xml><?xml version="1.0" encoding="utf-8"?>
<p:tagLst xmlns:a="http://schemas.openxmlformats.org/drawingml/2006/main" xmlns:r="http://schemas.openxmlformats.org/officeDocument/2006/relationships" xmlns:p="http://schemas.openxmlformats.org/presentationml/2006/main">
  <p:tag name="AS_UNIQUEID" val="4559"/>
  <p:tag name="KSO_WM_BEAUTIFY_FLAG" val=""/>
</p:tagLst>
</file>

<file path=ppt/tags/tag330.xml><?xml version="1.0" encoding="utf-8"?>
<p:tagLst xmlns:a="http://schemas.openxmlformats.org/drawingml/2006/main" xmlns:r="http://schemas.openxmlformats.org/officeDocument/2006/relationships" xmlns:p="http://schemas.openxmlformats.org/presentationml/2006/main">
  <p:tag name="AS_UNIQUEID" val="4560"/>
</p:tagLst>
</file>

<file path=ppt/tags/tag331.xml><?xml version="1.0" encoding="utf-8"?>
<p:tagLst xmlns:a="http://schemas.openxmlformats.org/drawingml/2006/main" xmlns:r="http://schemas.openxmlformats.org/officeDocument/2006/relationships" xmlns:p="http://schemas.openxmlformats.org/presentationml/2006/main">
  <p:tag name="AS_UNIQUEID" val="4563"/>
  <p:tag name="KSO_WM_BEAUTIFY_FLAG" val=""/>
</p:tagLst>
</file>

<file path=ppt/tags/tag332.xml><?xml version="1.0" encoding="utf-8"?>
<p:tagLst xmlns:a="http://schemas.openxmlformats.org/drawingml/2006/main" xmlns:r="http://schemas.openxmlformats.org/officeDocument/2006/relationships" xmlns:p="http://schemas.openxmlformats.org/presentationml/2006/main">
  <p:tag name="AS_UNIQUEID" val="4564"/>
  <p:tag name="KSO_WM_BEAUTIFY_FLAG" val=""/>
</p:tagLst>
</file>

<file path=ppt/tags/tag333.xml><?xml version="1.0" encoding="utf-8"?>
<p:tagLst xmlns:a="http://schemas.openxmlformats.org/drawingml/2006/main" xmlns:r="http://schemas.openxmlformats.org/officeDocument/2006/relationships" xmlns:p="http://schemas.openxmlformats.org/presentationml/2006/main">
  <p:tag name="AS_UNIQUEID" val="4565"/>
</p:tagLst>
</file>

<file path=ppt/tags/tag334.xml><?xml version="1.0" encoding="utf-8"?>
<p:tagLst xmlns:a="http://schemas.openxmlformats.org/drawingml/2006/main" xmlns:r="http://schemas.openxmlformats.org/officeDocument/2006/relationships" xmlns:p="http://schemas.openxmlformats.org/presentationml/2006/main">
  <p:tag name="AS_UNIQUEID" val="4568"/>
</p:tagLst>
</file>

<file path=ppt/tags/tag335.xml><?xml version="1.0" encoding="utf-8"?>
<p:tagLst xmlns:a="http://schemas.openxmlformats.org/drawingml/2006/main" xmlns:r="http://schemas.openxmlformats.org/officeDocument/2006/relationships" xmlns:p="http://schemas.openxmlformats.org/presentationml/2006/main">
  <p:tag name="AS_UNIQUEID" val="4571"/>
  <p:tag name="KSO_WM_BEAUTIFY_FLAG" val=""/>
</p:tagLst>
</file>

<file path=ppt/tags/tag336.xml><?xml version="1.0" encoding="utf-8"?>
<p:tagLst xmlns:a="http://schemas.openxmlformats.org/drawingml/2006/main" xmlns:r="http://schemas.openxmlformats.org/officeDocument/2006/relationships" xmlns:p="http://schemas.openxmlformats.org/presentationml/2006/main">
  <p:tag name="AS_UNIQUEID" val="4572"/>
</p:tagLst>
</file>

<file path=ppt/tags/tag337.xml><?xml version="1.0" encoding="utf-8"?>
<p:tagLst xmlns:a="http://schemas.openxmlformats.org/drawingml/2006/main" xmlns:r="http://schemas.openxmlformats.org/officeDocument/2006/relationships" xmlns:p="http://schemas.openxmlformats.org/presentationml/2006/main">
  <p:tag name="AS_UNIQUEID" val="4575"/>
</p:tagLst>
</file>

<file path=ppt/tags/tag338.xml><?xml version="1.0" encoding="utf-8"?>
<p:tagLst xmlns:a="http://schemas.openxmlformats.org/drawingml/2006/main" xmlns:r="http://schemas.openxmlformats.org/officeDocument/2006/relationships" xmlns:p="http://schemas.openxmlformats.org/presentationml/2006/main">
  <p:tag name="AS_UNIQUEID" val="452"/>
  <p:tag name="KSO_WM_BEAUTIFY_FLAG" val=""/>
</p:tagLst>
</file>

<file path=ppt/tags/tag339.xml><?xml version="1.0" encoding="utf-8"?>
<p:tagLst xmlns:a="http://schemas.openxmlformats.org/drawingml/2006/main" xmlns:r="http://schemas.openxmlformats.org/officeDocument/2006/relationships" xmlns:p="http://schemas.openxmlformats.org/presentationml/2006/main">
  <p:tag name="AS_UNIQUEID" val="4578"/>
</p:tagLst>
</file>

<file path=ppt/tags/tag340.xml><?xml version="1.0" encoding="utf-8"?>
<p:tagLst xmlns:a="http://schemas.openxmlformats.org/drawingml/2006/main" xmlns:r="http://schemas.openxmlformats.org/officeDocument/2006/relationships" xmlns:p="http://schemas.openxmlformats.org/presentationml/2006/main">
  <p:tag name="AS_UNIQUEID" val="4579"/>
  <p:tag name="KSO_WM_BEAUTIFY_FLAG" val=""/>
</p:tagLst>
</file>

<file path=ppt/tags/tag341.xml><?xml version="1.0" encoding="utf-8"?>
<p:tagLst xmlns:a="http://schemas.openxmlformats.org/drawingml/2006/main" xmlns:r="http://schemas.openxmlformats.org/officeDocument/2006/relationships" xmlns:p="http://schemas.openxmlformats.org/presentationml/2006/main">
  <p:tag name="AS_UNIQUEID" val="4580"/>
  <p:tag name="KSO_WM_BEAUTIFY_FLAG" val=""/>
</p:tagLst>
</file>

<file path=ppt/tags/tag342.xml><?xml version="1.0" encoding="utf-8"?>
<p:tagLst xmlns:a="http://schemas.openxmlformats.org/drawingml/2006/main" xmlns:r="http://schemas.openxmlformats.org/officeDocument/2006/relationships" xmlns:p="http://schemas.openxmlformats.org/presentationml/2006/main">
  <p:tag name="AS_UNIQUEID" val="4581"/>
</p:tagLst>
</file>

<file path=ppt/tags/tag343.xml><?xml version="1.0" encoding="utf-8"?>
<p:tagLst xmlns:a="http://schemas.openxmlformats.org/drawingml/2006/main" xmlns:r="http://schemas.openxmlformats.org/officeDocument/2006/relationships" xmlns:p="http://schemas.openxmlformats.org/presentationml/2006/main">
  <p:tag name="AS_UNIQUEID" val="4584"/>
</p:tagLst>
</file>

<file path=ppt/tags/tag344.xml><?xml version="1.0" encoding="utf-8"?>
<p:tagLst xmlns:a="http://schemas.openxmlformats.org/drawingml/2006/main" xmlns:r="http://schemas.openxmlformats.org/officeDocument/2006/relationships" xmlns:p="http://schemas.openxmlformats.org/presentationml/2006/main">
  <p:tag name="AS_UNIQUEID" val="4587"/>
  <p:tag name="KSO_WM_BEAUTIFY_FLAG" val=""/>
</p:tagLst>
</file>

<file path=ppt/tags/tag345.xml><?xml version="1.0" encoding="utf-8"?>
<p:tagLst xmlns:a="http://schemas.openxmlformats.org/drawingml/2006/main" xmlns:r="http://schemas.openxmlformats.org/officeDocument/2006/relationships" xmlns:p="http://schemas.openxmlformats.org/presentationml/2006/main">
  <p:tag name="AS_UNIQUEID" val="4588"/>
  <p:tag name="KSO_WM_BEAUTIFY_FLAG" val=""/>
</p:tagLst>
</file>

<file path=ppt/tags/tag346.xml><?xml version="1.0" encoding="utf-8"?>
<p:tagLst xmlns:a="http://schemas.openxmlformats.org/drawingml/2006/main" xmlns:r="http://schemas.openxmlformats.org/officeDocument/2006/relationships" xmlns:p="http://schemas.openxmlformats.org/presentationml/2006/main">
  <p:tag name="AS_UNIQUEID" val="452"/>
  <p:tag name="KSO_WM_BEAUTIFY_FLAG" val=""/>
</p:tagLst>
</file>

<file path=ppt/tags/tag347.xml><?xml version="1.0" encoding="utf-8"?>
<p:tagLst xmlns:a="http://schemas.openxmlformats.org/drawingml/2006/main" xmlns:r="http://schemas.openxmlformats.org/officeDocument/2006/relationships" xmlns:p="http://schemas.openxmlformats.org/presentationml/2006/main">
  <p:tag name="AS_UNIQUEID" val="452"/>
  <p:tag name="KSO_WM_BEAUTIFY_FLAG" val=""/>
</p:tagLst>
</file>

<file path=ppt/tags/tag348.xml><?xml version="1.0" encoding="utf-8"?>
<p:tagLst xmlns:a="http://schemas.openxmlformats.org/drawingml/2006/main" xmlns:r="http://schemas.openxmlformats.org/officeDocument/2006/relationships" xmlns:p="http://schemas.openxmlformats.org/presentationml/2006/main">
  <p:tag name="AS_UNIQUEID" val="452"/>
  <p:tag name="KSO_WM_BEAUTIFY_FLAG" val=""/>
</p:tagLst>
</file>

<file path=ppt/tags/tag349.xml><?xml version="1.0" encoding="utf-8"?>
<p:tagLst xmlns:a="http://schemas.openxmlformats.org/drawingml/2006/main" xmlns:r="http://schemas.openxmlformats.org/officeDocument/2006/relationships" xmlns:p="http://schemas.openxmlformats.org/presentationml/2006/main">
  <p:tag name="AS_UNIQUEID" val="4585"/>
  <p:tag name="KSO_WM_BEAUTIFY_FLAG" val=""/>
</p:tagLst>
</file>

<file path=ppt/tags/tag350.xml><?xml version="1.0" encoding="utf-8"?>
<p:tagLst xmlns:a="http://schemas.openxmlformats.org/drawingml/2006/main" xmlns:r="http://schemas.openxmlformats.org/officeDocument/2006/relationships" xmlns:p="http://schemas.openxmlformats.org/presentationml/2006/main">
  <p:tag name="AS_UNIQUEID" val="4586"/>
  <p:tag name="KSO_WM_BEAUTIFY_FLAG" val=""/>
</p:tagLst>
</file>

<file path=ppt/tags/tag351.xml><?xml version="1.0" encoding="utf-8"?>
<p:tagLst xmlns:a="http://schemas.openxmlformats.org/drawingml/2006/main" xmlns:r="http://schemas.openxmlformats.org/officeDocument/2006/relationships" xmlns:p="http://schemas.openxmlformats.org/presentationml/2006/main">
  <p:tag name="AS_UNIQUEID" val="4582"/>
  <p:tag name="KSO_WM_BEAUTIFY_FLAG" val=""/>
</p:tagLst>
</file>

<file path=ppt/tags/tag352.xml><?xml version="1.0" encoding="utf-8"?>
<p:tagLst xmlns:a="http://schemas.openxmlformats.org/drawingml/2006/main" xmlns:r="http://schemas.openxmlformats.org/officeDocument/2006/relationships" xmlns:p="http://schemas.openxmlformats.org/presentationml/2006/main">
  <p:tag name="AS_UNIQUEID" val="4583"/>
  <p:tag name="KSO_WM_BEAUTIFY_FLAG" val=""/>
</p:tagLst>
</file>

<file path=ppt/tags/tag353.xml><?xml version="1.0" encoding="utf-8"?>
<p:tagLst xmlns:a="http://schemas.openxmlformats.org/drawingml/2006/main" xmlns:r="http://schemas.openxmlformats.org/officeDocument/2006/relationships" xmlns:p="http://schemas.openxmlformats.org/presentationml/2006/main">
  <p:tag name="AS_UNIQUEID" val="4576"/>
  <p:tag name="KSO_WM_BEAUTIFY_FLAG" val=""/>
</p:tagLst>
</file>

<file path=ppt/tags/tag354.xml><?xml version="1.0" encoding="utf-8"?>
<p:tagLst xmlns:a="http://schemas.openxmlformats.org/drawingml/2006/main" xmlns:r="http://schemas.openxmlformats.org/officeDocument/2006/relationships" xmlns:p="http://schemas.openxmlformats.org/presentationml/2006/main">
  <p:tag name="AS_UNIQUEID" val="4577"/>
  <p:tag name="KSO_WM_BEAUTIFY_FLAG" val=""/>
</p:tagLst>
</file>

<file path=ppt/tags/tag355.xml><?xml version="1.0" encoding="utf-8"?>
<p:tagLst xmlns:a="http://schemas.openxmlformats.org/drawingml/2006/main" xmlns:r="http://schemas.openxmlformats.org/officeDocument/2006/relationships" xmlns:p="http://schemas.openxmlformats.org/presentationml/2006/main">
  <p:tag name="AS_UNIQUEID" val="4573"/>
  <p:tag name="KSO_WM_BEAUTIFY_FLAG" val=""/>
</p:tagLst>
</file>

<file path=ppt/tags/tag356.xml><?xml version="1.0" encoding="utf-8"?>
<p:tagLst xmlns:a="http://schemas.openxmlformats.org/drawingml/2006/main" xmlns:r="http://schemas.openxmlformats.org/officeDocument/2006/relationships" xmlns:p="http://schemas.openxmlformats.org/presentationml/2006/main">
  <p:tag name="AS_UNIQUEID" val="4574"/>
  <p:tag name="KSO_WM_BEAUTIFY_FLAG" val=""/>
</p:tagLst>
</file>

<file path=ppt/tags/tag357.xml><?xml version="1.0" encoding="utf-8"?>
<p:tagLst xmlns:a="http://schemas.openxmlformats.org/drawingml/2006/main" xmlns:r="http://schemas.openxmlformats.org/officeDocument/2006/relationships" xmlns:p="http://schemas.openxmlformats.org/presentationml/2006/main">
  <p:tag name="AS_UNIQUEID" val="4569"/>
  <p:tag name="KSO_WM_BEAUTIFY_FLAG" val=""/>
</p:tagLst>
</file>

<file path=ppt/tags/tag358.xml><?xml version="1.0" encoding="utf-8"?>
<p:tagLst xmlns:a="http://schemas.openxmlformats.org/drawingml/2006/main" xmlns:r="http://schemas.openxmlformats.org/officeDocument/2006/relationships" xmlns:p="http://schemas.openxmlformats.org/presentationml/2006/main">
  <p:tag name="AS_UNIQUEID" val="4570"/>
  <p:tag name="KSO_WM_BEAUTIFY_FLAG" val=""/>
</p:tagLst>
</file>

<file path=ppt/tags/tag359.xml><?xml version="1.0" encoding="utf-8"?>
<p:tagLst xmlns:a="http://schemas.openxmlformats.org/drawingml/2006/main" xmlns:r="http://schemas.openxmlformats.org/officeDocument/2006/relationships" xmlns:p="http://schemas.openxmlformats.org/presentationml/2006/main">
  <p:tag name="AS_UNIQUEID" val="4566"/>
  <p:tag name="KSO_WM_BEAUTIFY_FLAG" val=""/>
</p:tagLst>
</file>

<file path=ppt/tags/tag360.xml><?xml version="1.0" encoding="utf-8"?>
<p:tagLst xmlns:a="http://schemas.openxmlformats.org/drawingml/2006/main" xmlns:r="http://schemas.openxmlformats.org/officeDocument/2006/relationships" xmlns:p="http://schemas.openxmlformats.org/presentationml/2006/main">
  <p:tag name="AS_UNIQUEID" val="4567"/>
  <p:tag name="KSO_WM_BEAUTIFY_FLAG" val=""/>
</p:tagLst>
</file>

<file path=ppt/tags/tag361.xml><?xml version="1.0" encoding="utf-8"?>
<p:tagLst xmlns:a="http://schemas.openxmlformats.org/drawingml/2006/main" xmlns:r="http://schemas.openxmlformats.org/officeDocument/2006/relationships" xmlns:p="http://schemas.openxmlformats.org/presentationml/2006/main">
  <p:tag name="AS_UNIQUEID" val="4561"/>
  <p:tag name="KSO_WM_BEAUTIFY_FLAG" val=""/>
</p:tagLst>
</file>

<file path=ppt/tags/tag362.xml><?xml version="1.0" encoding="utf-8"?>
<p:tagLst xmlns:a="http://schemas.openxmlformats.org/drawingml/2006/main" xmlns:r="http://schemas.openxmlformats.org/officeDocument/2006/relationships" xmlns:p="http://schemas.openxmlformats.org/presentationml/2006/main">
  <p:tag name="AS_UNIQUEID" val="4562"/>
  <p:tag name="KSO_WM_BEAUTIFY_FLAG" val=""/>
</p:tagLst>
</file>

<file path=ppt/tags/tag363.xml><?xml version="1.0" encoding="utf-8"?>
<p:tagLst xmlns:a="http://schemas.openxmlformats.org/drawingml/2006/main" xmlns:r="http://schemas.openxmlformats.org/officeDocument/2006/relationships" xmlns:p="http://schemas.openxmlformats.org/presentationml/2006/main">
  <p:tag name="AS_UNIQUEID" val="4556"/>
  <p:tag name="KSO_WM_BEAUTIFY_FLAG" val="#wm#"/>
  <p:tag name="KSO_WM_TAG_VERSION" val="3.0"/>
  <p:tag name="KSO_WM_UNIT_COMPATIBLE" val="0"/>
  <p:tag name="KSO_WM_UNIT_DIAGRAM_ISNUMVISUAL" val="0"/>
  <p:tag name="KSO_WM_UNIT_DIAGRAM_ISREFERUNIT" val="0"/>
  <p:tag name="KSO_WM_UNIT_HIGHLIGHT" val="0"/>
  <p:tag name="KSO_WM_UNIT_ID" val="_4*i*3"/>
  <p:tag name="KSO_WM_UNIT_INDEX" val="3"/>
  <p:tag name="KSO_WM_UNIT_ISNUMDGMTITLE" val="0"/>
  <p:tag name="KSO_WM_UNIT_LAYERLEVEL" val="1"/>
  <p:tag name="KSO_WM_UNIT_NOCLEAR" val="0"/>
  <p:tag name="KSO_WM_UNIT_TYPE" val="i"/>
</p:tagLst>
</file>

<file path=ppt/tags/tag364.xml><?xml version="1.0" encoding="utf-8"?>
<p:tagLst xmlns:a="http://schemas.openxmlformats.org/drawingml/2006/main" xmlns:r="http://schemas.openxmlformats.org/officeDocument/2006/relationships" xmlns:p="http://schemas.openxmlformats.org/presentationml/2006/main">
  <p:tag name="AS_UNIQUEID" val="4557"/>
  <p:tag name="KSO_WM_BEAUTIFY_FLAG" val="#wm#"/>
  <p:tag name="KSO_WM_TAG_VERSION" val="3.0"/>
  <p:tag name="KSO_WM_UNIT_COMPATIBLE" val="0"/>
  <p:tag name="KSO_WM_UNIT_DIAGRAM_ISNUMVISUAL" val="0"/>
  <p:tag name="KSO_WM_UNIT_DIAGRAM_ISREFERUNIT" val="0"/>
  <p:tag name="KSO_WM_UNIT_HIGHLIGHT" val="0"/>
  <p:tag name="KSO_WM_UNIT_ID" val="_4*i*7"/>
  <p:tag name="KSO_WM_UNIT_INDEX" val="7"/>
  <p:tag name="KSO_WM_UNIT_ISNUMDGMTITLE" val="0"/>
  <p:tag name="KSO_WM_UNIT_LAYERLEVEL" val="1"/>
  <p:tag name="KSO_WM_UNIT_NOCLEAR" val="0"/>
  <p:tag name="KSO_WM_UNIT_TYPE" val="i"/>
</p:tagLst>
</file>

<file path=ppt/tags/tag365.xml><?xml version="1.0" encoding="utf-8"?>
<p:tagLst xmlns:a="http://schemas.openxmlformats.org/drawingml/2006/main" xmlns:r="http://schemas.openxmlformats.org/officeDocument/2006/relationships" xmlns:p="http://schemas.openxmlformats.org/presentationml/2006/main">
  <p:tag name="AS_UNIQUEID" val="3145"/>
  <p:tag name="KSO_WM_BEAUTIFY_FLAG" val=""/>
</p:tagLst>
</file>

<file path=ppt/tags/tag366.xml><?xml version="1.0" encoding="utf-8"?>
<p:tagLst xmlns:a="http://schemas.openxmlformats.org/drawingml/2006/main" xmlns:r="http://schemas.openxmlformats.org/officeDocument/2006/relationships" xmlns:p="http://schemas.openxmlformats.org/presentationml/2006/main">
  <p:tag name="AS_UNIQUEID" val="3146"/>
</p:tagLst>
</file>

<file path=ppt/tags/tag367.xml><?xml version="1.0" encoding="utf-8"?>
<p:tagLst xmlns:a="http://schemas.openxmlformats.org/drawingml/2006/main" xmlns:r="http://schemas.openxmlformats.org/officeDocument/2006/relationships" xmlns:p="http://schemas.openxmlformats.org/presentationml/2006/main">
  <p:tag name="AS_UNIQUEID" val="3157"/>
  <p:tag name="KSO_WM_BEAUTIFY_FLAG" val=""/>
</p:tagLst>
</file>

<file path=ppt/tags/tag368.xml><?xml version="1.0" encoding="utf-8"?>
<p:tagLst xmlns:a="http://schemas.openxmlformats.org/drawingml/2006/main" xmlns:r="http://schemas.openxmlformats.org/officeDocument/2006/relationships" xmlns:p="http://schemas.openxmlformats.org/presentationml/2006/main">
  <p:tag name="AS_UNIQUEID" val="3147"/>
  <p:tag name="KSO_WM_BEAUTIFY_FLAG" val=""/>
</p:tagLst>
</file>

<file path=ppt/tags/tag369.xml><?xml version="1.0" encoding="utf-8"?>
<p:tagLst xmlns:a="http://schemas.openxmlformats.org/drawingml/2006/main" xmlns:r="http://schemas.openxmlformats.org/officeDocument/2006/relationships" xmlns:p="http://schemas.openxmlformats.org/presentationml/2006/main">
  <p:tag name="AS_UNIQUEID" val="3148"/>
  <p:tag name="KSO_WM_BEAUTIFY_FLAG" val=""/>
</p:tagLst>
</file>

<file path=ppt/tags/tag370.xml><?xml version="1.0" encoding="utf-8"?>
<p:tagLst xmlns:a="http://schemas.openxmlformats.org/drawingml/2006/main" xmlns:r="http://schemas.openxmlformats.org/officeDocument/2006/relationships" xmlns:p="http://schemas.openxmlformats.org/presentationml/2006/main">
  <p:tag name="AS_UNIQUEID" val="3149"/>
  <p:tag name="KSO_WM_BEAUTIFY_FLAG" val=""/>
</p:tagLst>
</file>

<file path=ppt/tags/tag371.xml><?xml version="1.0" encoding="utf-8"?>
<p:tagLst xmlns:a="http://schemas.openxmlformats.org/drawingml/2006/main" xmlns:r="http://schemas.openxmlformats.org/officeDocument/2006/relationships" xmlns:p="http://schemas.openxmlformats.org/presentationml/2006/main">
  <p:tag name="AS_UNIQUEID" val="3150"/>
  <p:tag name="KSO_WM_BEAUTIFY_FLAG" val=""/>
</p:tagLst>
</file>

<file path=ppt/tags/tag372.xml><?xml version="1.0" encoding="utf-8"?>
<p:tagLst xmlns:a="http://schemas.openxmlformats.org/drawingml/2006/main" xmlns:r="http://schemas.openxmlformats.org/officeDocument/2006/relationships" xmlns:p="http://schemas.openxmlformats.org/presentationml/2006/main">
  <p:tag name="AS_UNIQUEID" val="3141"/>
</p:tagLst>
</file>

<file path=ppt/tags/tag373.xml><?xml version="1.0" encoding="utf-8"?>
<p:tagLst xmlns:a="http://schemas.openxmlformats.org/drawingml/2006/main" xmlns:r="http://schemas.openxmlformats.org/officeDocument/2006/relationships" xmlns:p="http://schemas.openxmlformats.org/presentationml/2006/main">
  <p:tag name="AS_UNIQUEID" val="3142"/>
</p:tagLst>
</file>

<file path=ppt/tags/tag3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375.xml><?xml version="1.0" encoding="utf-8"?>
<p:tagLst xmlns:a="http://schemas.openxmlformats.org/drawingml/2006/main" xmlns:r="http://schemas.openxmlformats.org/officeDocument/2006/relationships" xmlns:p="http://schemas.openxmlformats.org/presentationml/2006/main">
  <p:tag name="AS_UNIQUEID" val="4149"/>
</p:tagLst>
</file>

<file path=ppt/tags/tag376.xml><?xml version="1.0" encoding="utf-8"?>
<p:tagLst xmlns:a="http://schemas.openxmlformats.org/drawingml/2006/main" xmlns:r="http://schemas.openxmlformats.org/officeDocument/2006/relationships" xmlns:p="http://schemas.openxmlformats.org/presentationml/2006/main">
  <p:tag name="AS_UNIQUEID" val="512"/>
</p:tagLst>
</file>

<file path=ppt/tags/tag377.xml><?xml version="1.0" encoding="utf-8"?>
<p:tagLst xmlns:a="http://schemas.openxmlformats.org/drawingml/2006/main" xmlns:r="http://schemas.openxmlformats.org/officeDocument/2006/relationships" xmlns:p="http://schemas.openxmlformats.org/presentationml/2006/main">
  <p:tag name="AS_UNIQUEID" val="548"/>
</p:tagLst>
</file>

<file path=ppt/tags/tag378.xml><?xml version="1.0" encoding="utf-8"?>
<p:tagLst xmlns:a="http://schemas.openxmlformats.org/drawingml/2006/main" xmlns:r="http://schemas.openxmlformats.org/officeDocument/2006/relationships" xmlns:p="http://schemas.openxmlformats.org/presentationml/2006/main">
  <p:tag name="AS_UNIQUEID" val="4150"/>
</p:tagLst>
</file>

<file path=ppt/tags/tag379.xml><?xml version="1.0" encoding="utf-8"?>
<p:tagLst xmlns:a="http://schemas.openxmlformats.org/drawingml/2006/main" xmlns:r="http://schemas.openxmlformats.org/officeDocument/2006/relationships" xmlns:p="http://schemas.openxmlformats.org/presentationml/2006/main">
  <p:tag name="AS_UNIQUEID" val="513"/>
</p:tagLst>
</file>

<file path=ppt/tags/tag380.xml><?xml version="1.0" encoding="utf-8"?>
<p:tagLst xmlns:a="http://schemas.openxmlformats.org/drawingml/2006/main" xmlns:r="http://schemas.openxmlformats.org/officeDocument/2006/relationships" xmlns:p="http://schemas.openxmlformats.org/presentationml/2006/main">
  <p:tag name="AS_UNIQUEID" val="514"/>
</p:tagLst>
</file>

<file path=ppt/tags/tag381.xml><?xml version="1.0" encoding="utf-8"?>
<p:tagLst xmlns:a="http://schemas.openxmlformats.org/drawingml/2006/main" xmlns:r="http://schemas.openxmlformats.org/officeDocument/2006/relationships" xmlns:p="http://schemas.openxmlformats.org/presentationml/2006/main">
  <p:tag name="AS_UNIQUEID" val="515"/>
</p:tagLst>
</file>

<file path=ppt/tags/tag382.xml><?xml version="1.0" encoding="utf-8"?>
<p:tagLst xmlns:a="http://schemas.openxmlformats.org/drawingml/2006/main" xmlns:r="http://schemas.openxmlformats.org/officeDocument/2006/relationships" xmlns:p="http://schemas.openxmlformats.org/presentationml/2006/main">
  <p:tag name="AS_UNIQUEID" val="516"/>
</p:tagLst>
</file>

<file path=ppt/tags/tag383.xml><?xml version="1.0" encoding="utf-8"?>
<p:tagLst xmlns:a="http://schemas.openxmlformats.org/drawingml/2006/main" xmlns:r="http://schemas.openxmlformats.org/officeDocument/2006/relationships" xmlns:p="http://schemas.openxmlformats.org/presentationml/2006/main">
  <p:tag name="AS_UNIQUEID" val="517"/>
</p:tagLst>
</file>

<file path=ppt/tags/tag384.xml><?xml version="1.0" encoding="utf-8"?>
<p:tagLst xmlns:a="http://schemas.openxmlformats.org/drawingml/2006/main" xmlns:r="http://schemas.openxmlformats.org/officeDocument/2006/relationships" xmlns:p="http://schemas.openxmlformats.org/presentationml/2006/main">
  <p:tag name="AS_UNIQUEID" val="523"/>
</p:tagLst>
</file>

<file path=ppt/tags/tag385.xml><?xml version="1.0" encoding="utf-8"?>
<p:tagLst xmlns:a="http://schemas.openxmlformats.org/drawingml/2006/main" xmlns:r="http://schemas.openxmlformats.org/officeDocument/2006/relationships" xmlns:p="http://schemas.openxmlformats.org/presentationml/2006/main">
  <p:tag name="AS_UNIQUEID" val="529"/>
</p:tagLst>
</file>

<file path=ppt/tags/tag386.xml><?xml version="1.0" encoding="utf-8"?>
<p:tagLst xmlns:a="http://schemas.openxmlformats.org/drawingml/2006/main" xmlns:r="http://schemas.openxmlformats.org/officeDocument/2006/relationships" xmlns:p="http://schemas.openxmlformats.org/presentationml/2006/main">
  <p:tag name="AS_UNIQUEID" val="530"/>
</p:tagLst>
</file>

<file path=ppt/tags/tag387.xml><?xml version="1.0" encoding="utf-8"?>
<p:tagLst xmlns:a="http://schemas.openxmlformats.org/drawingml/2006/main" xmlns:r="http://schemas.openxmlformats.org/officeDocument/2006/relationships" xmlns:p="http://schemas.openxmlformats.org/presentationml/2006/main">
  <p:tag name="AS_UNIQUEID" val="531"/>
</p:tagLst>
</file>

<file path=ppt/tags/tag388.xml><?xml version="1.0" encoding="utf-8"?>
<p:tagLst xmlns:a="http://schemas.openxmlformats.org/drawingml/2006/main" xmlns:r="http://schemas.openxmlformats.org/officeDocument/2006/relationships" xmlns:p="http://schemas.openxmlformats.org/presentationml/2006/main">
  <p:tag name="AS_UNIQUEID" val="532"/>
</p:tagLst>
</file>

<file path=ppt/tags/tag389.xml><?xml version="1.0" encoding="utf-8"?>
<p:tagLst xmlns:a="http://schemas.openxmlformats.org/drawingml/2006/main" xmlns:r="http://schemas.openxmlformats.org/officeDocument/2006/relationships" xmlns:p="http://schemas.openxmlformats.org/presentationml/2006/main">
  <p:tag name="AS_UNIQUEID" val="533"/>
</p:tagLst>
</file>

<file path=ppt/tags/tag390.xml><?xml version="1.0" encoding="utf-8"?>
<p:tagLst xmlns:a="http://schemas.openxmlformats.org/drawingml/2006/main" xmlns:r="http://schemas.openxmlformats.org/officeDocument/2006/relationships" xmlns:p="http://schemas.openxmlformats.org/presentationml/2006/main">
  <p:tag name="AS_UNIQUEID" val="539"/>
</p:tagLst>
</file>

<file path=ppt/tags/tag391.xml><?xml version="1.0" encoding="utf-8"?>
<p:tagLst xmlns:a="http://schemas.openxmlformats.org/drawingml/2006/main" xmlns:r="http://schemas.openxmlformats.org/officeDocument/2006/relationships" xmlns:p="http://schemas.openxmlformats.org/presentationml/2006/main">
  <p:tag name="AS_UNIQUEID" val="545"/>
</p:tagLst>
</file>

<file path=ppt/tags/tag392.xml><?xml version="1.0" encoding="utf-8"?>
<p:tagLst xmlns:a="http://schemas.openxmlformats.org/drawingml/2006/main" xmlns:r="http://schemas.openxmlformats.org/officeDocument/2006/relationships" xmlns:p="http://schemas.openxmlformats.org/presentationml/2006/main">
  <p:tag name="AS_UNIQUEID" val="546"/>
</p:tagLst>
</file>

<file path=ppt/tags/tag393.xml><?xml version="1.0" encoding="utf-8"?>
<p:tagLst xmlns:a="http://schemas.openxmlformats.org/drawingml/2006/main" xmlns:r="http://schemas.openxmlformats.org/officeDocument/2006/relationships" xmlns:p="http://schemas.openxmlformats.org/presentationml/2006/main">
  <p:tag name="AS_UNIQUEID" val="547"/>
</p:tagLst>
</file>

<file path=ppt/tags/tag394.xml><?xml version="1.0" encoding="utf-8"?>
<p:tagLst xmlns:a="http://schemas.openxmlformats.org/drawingml/2006/main" xmlns:r="http://schemas.openxmlformats.org/officeDocument/2006/relationships" xmlns:p="http://schemas.openxmlformats.org/presentationml/2006/main">
  <p:tag name="AS_UNIQUEID" val="540"/>
</p:tagLst>
</file>

<file path=ppt/tags/tag395.xml><?xml version="1.0" encoding="utf-8"?>
<p:tagLst xmlns:a="http://schemas.openxmlformats.org/drawingml/2006/main" xmlns:r="http://schemas.openxmlformats.org/officeDocument/2006/relationships" xmlns:p="http://schemas.openxmlformats.org/presentationml/2006/main">
  <p:tag name="AS_UNIQUEID" val="541"/>
</p:tagLst>
</file>

<file path=ppt/tags/tag396.xml><?xml version="1.0" encoding="utf-8"?>
<p:tagLst xmlns:a="http://schemas.openxmlformats.org/drawingml/2006/main" xmlns:r="http://schemas.openxmlformats.org/officeDocument/2006/relationships" xmlns:p="http://schemas.openxmlformats.org/presentationml/2006/main">
  <p:tag name="AS_UNIQUEID" val="542"/>
</p:tagLst>
</file>

<file path=ppt/tags/tag397.xml><?xml version="1.0" encoding="utf-8"?>
<p:tagLst xmlns:a="http://schemas.openxmlformats.org/drawingml/2006/main" xmlns:r="http://schemas.openxmlformats.org/officeDocument/2006/relationships" xmlns:p="http://schemas.openxmlformats.org/presentationml/2006/main">
  <p:tag name="AS_UNIQUEID" val="543"/>
</p:tagLst>
</file>

<file path=ppt/tags/tag398.xml><?xml version="1.0" encoding="utf-8"?>
<p:tagLst xmlns:a="http://schemas.openxmlformats.org/drawingml/2006/main" xmlns:r="http://schemas.openxmlformats.org/officeDocument/2006/relationships" xmlns:p="http://schemas.openxmlformats.org/presentationml/2006/main">
  <p:tag name="AS_UNIQUEID" val="544"/>
</p:tagLst>
</file>

<file path=ppt/tags/tag399.xml><?xml version="1.0" encoding="utf-8"?>
<p:tagLst xmlns:a="http://schemas.openxmlformats.org/drawingml/2006/main" xmlns:r="http://schemas.openxmlformats.org/officeDocument/2006/relationships" xmlns:p="http://schemas.openxmlformats.org/presentationml/2006/main">
  <p:tag name="AS_UNIQUEID" val="534"/>
</p:tagLst>
</file>

<file path=ppt/tags/tag400.xml><?xml version="1.0" encoding="utf-8"?>
<p:tagLst xmlns:a="http://schemas.openxmlformats.org/drawingml/2006/main" xmlns:r="http://schemas.openxmlformats.org/officeDocument/2006/relationships" xmlns:p="http://schemas.openxmlformats.org/presentationml/2006/main">
  <p:tag name="AS_UNIQUEID" val="535"/>
</p:tagLst>
</file>

<file path=ppt/tags/tag401.xml><?xml version="1.0" encoding="utf-8"?>
<p:tagLst xmlns:a="http://schemas.openxmlformats.org/drawingml/2006/main" xmlns:r="http://schemas.openxmlformats.org/officeDocument/2006/relationships" xmlns:p="http://schemas.openxmlformats.org/presentationml/2006/main">
  <p:tag name="AS_UNIQUEID" val="536"/>
</p:tagLst>
</file>

<file path=ppt/tags/tag402.xml><?xml version="1.0" encoding="utf-8"?>
<p:tagLst xmlns:a="http://schemas.openxmlformats.org/drawingml/2006/main" xmlns:r="http://schemas.openxmlformats.org/officeDocument/2006/relationships" xmlns:p="http://schemas.openxmlformats.org/presentationml/2006/main">
  <p:tag name="AS_UNIQUEID" val="537"/>
</p:tagLst>
</file>

<file path=ppt/tags/tag403.xml><?xml version="1.0" encoding="utf-8"?>
<p:tagLst xmlns:a="http://schemas.openxmlformats.org/drawingml/2006/main" xmlns:r="http://schemas.openxmlformats.org/officeDocument/2006/relationships" xmlns:p="http://schemas.openxmlformats.org/presentationml/2006/main">
  <p:tag name="AS_UNIQUEID" val="538"/>
</p:tagLst>
</file>

<file path=ppt/tags/tag404.xml><?xml version="1.0" encoding="utf-8"?>
<p:tagLst xmlns:a="http://schemas.openxmlformats.org/drawingml/2006/main" xmlns:r="http://schemas.openxmlformats.org/officeDocument/2006/relationships" xmlns:p="http://schemas.openxmlformats.org/presentationml/2006/main">
  <p:tag name="AS_UNIQUEID" val="524"/>
</p:tagLst>
</file>

<file path=ppt/tags/tag405.xml><?xml version="1.0" encoding="utf-8"?>
<p:tagLst xmlns:a="http://schemas.openxmlformats.org/drawingml/2006/main" xmlns:r="http://schemas.openxmlformats.org/officeDocument/2006/relationships" xmlns:p="http://schemas.openxmlformats.org/presentationml/2006/main">
  <p:tag name="AS_UNIQUEID" val="525"/>
</p:tagLst>
</file>

<file path=ppt/tags/tag406.xml><?xml version="1.0" encoding="utf-8"?>
<p:tagLst xmlns:a="http://schemas.openxmlformats.org/drawingml/2006/main" xmlns:r="http://schemas.openxmlformats.org/officeDocument/2006/relationships" xmlns:p="http://schemas.openxmlformats.org/presentationml/2006/main">
  <p:tag name="AS_UNIQUEID" val="526"/>
</p:tagLst>
</file>

<file path=ppt/tags/tag407.xml><?xml version="1.0" encoding="utf-8"?>
<p:tagLst xmlns:a="http://schemas.openxmlformats.org/drawingml/2006/main" xmlns:r="http://schemas.openxmlformats.org/officeDocument/2006/relationships" xmlns:p="http://schemas.openxmlformats.org/presentationml/2006/main">
  <p:tag name="AS_UNIQUEID" val="527"/>
</p:tagLst>
</file>

<file path=ppt/tags/tag408.xml><?xml version="1.0" encoding="utf-8"?>
<p:tagLst xmlns:a="http://schemas.openxmlformats.org/drawingml/2006/main" xmlns:r="http://schemas.openxmlformats.org/officeDocument/2006/relationships" xmlns:p="http://schemas.openxmlformats.org/presentationml/2006/main">
  <p:tag name="AS_UNIQUEID" val="528"/>
</p:tagLst>
</file>

<file path=ppt/tags/tag409.xml><?xml version="1.0" encoding="utf-8"?>
<p:tagLst xmlns:a="http://schemas.openxmlformats.org/drawingml/2006/main" xmlns:r="http://schemas.openxmlformats.org/officeDocument/2006/relationships" xmlns:p="http://schemas.openxmlformats.org/presentationml/2006/main">
  <p:tag name="AS_UNIQUEID" val="518"/>
</p:tagLst>
</file>

<file path=ppt/tags/tag410.xml><?xml version="1.0" encoding="utf-8"?>
<p:tagLst xmlns:a="http://schemas.openxmlformats.org/drawingml/2006/main" xmlns:r="http://schemas.openxmlformats.org/officeDocument/2006/relationships" xmlns:p="http://schemas.openxmlformats.org/presentationml/2006/main">
  <p:tag name="AS_UNIQUEID" val="519"/>
</p:tagLst>
</file>

<file path=ppt/tags/tag411.xml><?xml version="1.0" encoding="utf-8"?>
<p:tagLst xmlns:a="http://schemas.openxmlformats.org/drawingml/2006/main" xmlns:r="http://schemas.openxmlformats.org/officeDocument/2006/relationships" xmlns:p="http://schemas.openxmlformats.org/presentationml/2006/main">
  <p:tag name="AS_UNIQUEID" val="520"/>
</p:tagLst>
</file>

<file path=ppt/tags/tag412.xml><?xml version="1.0" encoding="utf-8"?>
<p:tagLst xmlns:a="http://schemas.openxmlformats.org/drawingml/2006/main" xmlns:r="http://schemas.openxmlformats.org/officeDocument/2006/relationships" xmlns:p="http://schemas.openxmlformats.org/presentationml/2006/main">
  <p:tag name="AS_UNIQUEID" val="521"/>
</p:tagLst>
</file>

<file path=ppt/tags/tag413.xml><?xml version="1.0" encoding="utf-8"?>
<p:tagLst xmlns:a="http://schemas.openxmlformats.org/drawingml/2006/main" xmlns:r="http://schemas.openxmlformats.org/officeDocument/2006/relationships" xmlns:p="http://schemas.openxmlformats.org/presentationml/2006/main">
  <p:tag name="AS_UNIQUEID" val="522"/>
</p:tagLst>
</file>

<file path=ppt/tags/tag414.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415.xml><?xml version="1.0" encoding="utf-8"?>
<p:tagLst xmlns:a="http://schemas.openxmlformats.org/drawingml/2006/main" xmlns:r="http://schemas.openxmlformats.org/officeDocument/2006/relationships" xmlns:p="http://schemas.openxmlformats.org/presentationml/2006/main">
  <p:tag name="AS_UNIQUEID" val="4592"/>
</p:tagLst>
</file>

<file path=ppt/tags/tag416.xml><?xml version="1.0" encoding="utf-8"?>
<p:tagLst xmlns:a="http://schemas.openxmlformats.org/drawingml/2006/main" xmlns:r="http://schemas.openxmlformats.org/officeDocument/2006/relationships" xmlns:p="http://schemas.openxmlformats.org/presentationml/2006/main">
  <p:tag name="AS_UNIQUEID" val="3144"/>
</p:tagLst>
</file>

<file path=ppt/tags/tag417.xml><?xml version="1.0" encoding="utf-8"?>
<p:tagLst xmlns:a="http://schemas.openxmlformats.org/drawingml/2006/main" xmlns:r="http://schemas.openxmlformats.org/officeDocument/2006/relationships" xmlns:p="http://schemas.openxmlformats.org/presentationml/2006/main">
  <p:tag name="AS_UNIQUEID" val="4593"/>
</p:tagLst>
</file>

<file path=ppt/tags/tag418.xml><?xml version="1.0" encoding="utf-8"?>
<p:tagLst xmlns:a="http://schemas.openxmlformats.org/drawingml/2006/main" xmlns:r="http://schemas.openxmlformats.org/officeDocument/2006/relationships" xmlns:p="http://schemas.openxmlformats.org/presentationml/2006/main">
  <p:tag name="AS_UNIQUEID" val="4596"/>
  <p:tag name="KSO_WM_BEAUTIFY_FLAG" val=""/>
</p:tagLst>
</file>

<file path=ppt/tags/tag419.xml><?xml version="1.0" encoding="utf-8"?>
<p:tagLst xmlns:a="http://schemas.openxmlformats.org/drawingml/2006/main" xmlns:r="http://schemas.openxmlformats.org/officeDocument/2006/relationships" xmlns:p="http://schemas.openxmlformats.org/presentationml/2006/main">
  <p:tag name="AS_UNIQUEID" val="4594"/>
  <p:tag name="KSO_WM_BEAUTIFY_FLAG" val="#wm#"/>
  <p:tag name="KSO_WM_TAG_VERSION" val="3.0"/>
  <p:tag name="KSO_WM_UNIT_COMPATIBLE" val="0"/>
  <p:tag name="KSO_WM_UNIT_DIAGRAM_ISNUMVISUAL" val="0"/>
  <p:tag name="KSO_WM_UNIT_DIAGRAM_ISREFERUNIT" val="0"/>
  <p:tag name="KSO_WM_UNIT_HIGHLIGHT" val="0"/>
  <p:tag name="KSO_WM_UNIT_ID" val="_4*i*3"/>
  <p:tag name="KSO_WM_UNIT_INDEX" val="3"/>
  <p:tag name="KSO_WM_UNIT_ISNUMDGMTITLE" val="0"/>
  <p:tag name="KSO_WM_UNIT_LAYERLEVEL" val="1"/>
  <p:tag name="KSO_WM_UNIT_NOCLEAR" val="0"/>
  <p:tag name="KSO_WM_UNIT_TYPE" val="i"/>
</p:tagLst>
</file>

<file path=ppt/tags/tag420.xml><?xml version="1.0" encoding="utf-8"?>
<p:tagLst xmlns:a="http://schemas.openxmlformats.org/drawingml/2006/main" xmlns:r="http://schemas.openxmlformats.org/officeDocument/2006/relationships" xmlns:p="http://schemas.openxmlformats.org/presentationml/2006/main">
  <p:tag name="AS_UNIQUEID" val="4595"/>
  <p:tag name="KSO_WM_BEAUTIFY_FLAG" val="#wm#"/>
  <p:tag name="KSO_WM_TAG_VERSION" val="3.0"/>
  <p:tag name="KSO_WM_UNIT_COMPATIBLE" val="0"/>
  <p:tag name="KSO_WM_UNIT_DIAGRAM_ISNUMVISUAL" val="0"/>
  <p:tag name="KSO_WM_UNIT_DIAGRAM_ISREFERUNIT" val="0"/>
  <p:tag name="KSO_WM_UNIT_HIGHLIGHT" val="0"/>
  <p:tag name="KSO_WM_UNIT_ID" val="_4*i*7"/>
  <p:tag name="KSO_WM_UNIT_INDEX" val="7"/>
  <p:tag name="KSO_WM_UNIT_ISNUMDGMTITLE" val="0"/>
  <p:tag name="KSO_WM_UNIT_LAYERLEVEL" val="1"/>
  <p:tag name="KSO_WM_UNIT_NOCLEAR" val="0"/>
  <p:tag name="KSO_WM_UNIT_TYPE" val="i"/>
</p:tagLst>
</file>

<file path=ppt/tags/tag421.xml><?xml version="1.0" encoding="utf-8"?>
<p:tagLst xmlns:a="http://schemas.openxmlformats.org/drawingml/2006/main" xmlns:r="http://schemas.openxmlformats.org/officeDocument/2006/relationships" xmlns:p="http://schemas.openxmlformats.org/presentationml/2006/main">
  <p:tag name="AS_UNIQUEID" val="3145"/>
  <p:tag name="KSO_WM_BEAUTIFY_FLAG" val=""/>
</p:tagLst>
</file>

<file path=ppt/tags/tag422.xml><?xml version="1.0" encoding="utf-8"?>
<p:tagLst xmlns:a="http://schemas.openxmlformats.org/drawingml/2006/main" xmlns:r="http://schemas.openxmlformats.org/officeDocument/2006/relationships" xmlns:p="http://schemas.openxmlformats.org/presentationml/2006/main">
  <p:tag name="AS_UNIQUEID" val="3146"/>
</p:tagLst>
</file>

<file path=ppt/tags/tag423.xml><?xml version="1.0" encoding="utf-8"?>
<p:tagLst xmlns:a="http://schemas.openxmlformats.org/drawingml/2006/main" xmlns:r="http://schemas.openxmlformats.org/officeDocument/2006/relationships" xmlns:p="http://schemas.openxmlformats.org/presentationml/2006/main">
  <p:tag name="AS_UNIQUEID" val="3157"/>
  <p:tag name="KSO_WM_BEAUTIFY_FLAG" val=""/>
</p:tagLst>
</file>

<file path=ppt/tags/tag424.xml><?xml version="1.0" encoding="utf-8"?>
<p:tagLst xmlns:a="http://schemas.openxmlformats.org/drawingml/2006/main" xmlns:r="http://schemas.openxmlformats.org/officeDocument/2006/relationships" xmlns:p="http://schemas.openxmlformats.org/presentationml/2006/main">
  <p:tag name="AS_UNIQUEID" val="3147"/>
  <p:tag name="KSO_WM_BEAUTIFY_FLAG" val=""/>
</p:tagLst>
</file>

<file path=ppt/tags/tag425.xml><?xml version="1.0" encoding="utf-8"?>
<p:tagLst xmlns:a="http://schemas.openxmlformats.org/drawingml/2006/main" xmlns:r="http://schemas.openxmlformats.org/officeDocument/2006/relationships" xmlns:p="http://schemas.openxmlformats.org/presentationml/2006/main">
  <p:tag name="AS_UNIQUEID" val="3148"/>
  <p:tag name="KSO_WM_BEAUTIFY_FLAG" val=""/>
</p:tagLst>
</file>

<file path=ppt/tags/tag426.xml><?xml version="1.0" encoding="utf-8"?>
<p:tagLst xmlns:a="http://schemas.openxmlformats.org/drawingml/2006/main" xmlns:r="http://schemas.openxmlformats.org/officeDocument/2006/relationships" xmlns:p="http://schemas.openxmlformats.org/presentationml/2006/main">
  <p:tag name="AS_UNIQUEID" val="3149"/>
  <p:tag name="KSO_WM_BEAUTIFY_FLAG" val=""/>
</p:tagLst>
</file>

<file path=ppt/tags/tag427.xml><?xml version="1.0" encoding="utf-8"?>
<p:tagLst xmlns:a="http://schemas.openxmlformats.org/drawingml/2006/main" xmlns:r="http://schemas.openxmlformats.org/officeDocument/2006/relationships" xmlns:p="http://schemas.openxmlformats.org/presentationml/2006/main">
  <p:tag name="AS_UNIQUEID" val="3150"/>
  <p:tag name="KSO_WM_BEAUTIFY_FLAG" val=""/>
</p:tagLst>
</file>

<file path=ppt/tags/tag428.xml><?xml version="1.0" encoding="utf-8"?>
<p:tagLst xmlns:a="http://schemas.openxmlformats.org/drawingml/2006/main" xmlns:r="http://schemas.openxmlformats.org/officeDocument/2006/relationships" xmlns:p="http://schemas.openxmlformats.org/presentationml/2006/main">
  <p:tag name="AS_UNIQUEID" val="3141"/>
</p:tagLst>
</file>

<file path=ppt/tags/tag429.xml><?xml version="1.0" encoding="utf-8"?>
<p:tagLst xmlns:a="http://schemas.openxmlformats.org/drawingml/2006/main" xmlns:r="http://schemas.openxmlformats.org/officeDocument/2006/relationships" xmlns:p="http://schemas.openxmlformats.org/presentationml/2006/main">
  <p:tag name="AS_UNIQUEID" val="3142"/>
</p:tagLst>
</file>

<file path=ppt/tags/tag430.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431.xml><?xml version="1.0" encoding="utf-8"?>
<p:tagLst xmlns:a="http://schemas.openxmlformats.org/drawingml/2006/main" xmlns:r="http://schemas.openxmlformats.org/officeDocument/2006/relationships" xmlns:p="http://schemas.openxmlformats.org/presentationml/2006/main">
  <p:tag name="AS_UNIQUEID" val="3144"/>
</p:tagLst>
</file>

<file path=ppt/tags/tag432.xml><?xml version="1.0" encoding="utf-8"?>
<p:tagLst xmlns:a="http://schemas.openxmlformats.org/drawingml/2006/main" xmlns:r="http://schemas.openxmlformats.org/officeDocument/2006/relationships" xmlns:p="http://schemas.openxmlformats.org/presentationml/2006/main">
  <p:tag name="AS_UNIQUEID" val="4599"/>
</p:tagLst>
</file>

<file path=ppt/tags/tag433.xml><?xml version="1.0" encoding="utf-8"?>
<p:tagLst xmlns:a="http://schemas.openxmlformats.org/drawingml/2006/main" xmlns:r="http://schemas.openxmlformats.org/officeDocument/2006/relationships" xmlns:p="http://schemas.openxmlformats.org/presentationml/2006/main">
  <p:tag name="AS_UNIQUEID" val="4602"/>
</p:tagLst>
</file>

<file path=ppt/tags/tag434.xml><?xml version="1.0" encoding="utf-8"?>
<p:tagLst xmlns:a="http://schemas.openxmlformats.org/drawingml/2006/main" xmlns:r="http://schemas.openxmlformats.org/officeDocument/2006/relationships" xmlns:p="http://schemas.openxmlformats.org/presentationml/2006/main">
  <p:tag name="AS_UNIQUEID" val="4600"/>
  <p:tag name="KSO_WM_BEAUTIFY_FLAG" val="#wm#"/>
  <p:tag name="KSO_WM_TAG_VERSION" val="3.0"/>
  <p:tag name="KSO_WM_UNIT_COMPATIBLE" val="0"/>
  <p:tag name="KSO_WM_UNIT_DIAGRAM_ISNUMVISUAL" val="0"/>
  <p:tag name="KSO_WM_UNIT_DIAGRAM_ISREFERUNIT" val="0"/>
  <p:tag name="KSO_WM_UNIT_HIGHLIGHT" val="0"/>
  <p:tag name="KSO_WM_UNIT_ID" val="_4*i*3"/>
  <p:tag name="KSO_WM_UNIT_INDEX" val="3"/>
  <p:tag name="KSO_WM_UNIT_ISNUMDGMTITLE" val="0"/>
  <p:tag name="KSO_WM_UNIT_LAYERLEVEL" val="1"/>
  <p:tag name="KSO_WM_UNIT_NOCLEAR" val="0"/>
  <p:tag name="KSO_WM_UNIT_TYPE" val="i"/>
</p:tagLst>
</file>

<file path=ppt/tags/tag435.xml><?xml version="1.0" encoding="utf-8"?>
<p:tagLst xmlns:a="http://schemas.openxmlformats.org/drawingml/2006/main" xmlns:r="http://schemas.openxmlformats.org/officeDocument/2006/relationships" xmlns:p="http://schemas.openxmlformats.org/presentationml/2006/main">
  <p:tag name="AS_UNIQUEID" val="4601"/>
  <p:tag name="KSO_WM_BEAUTIFY_FLAG" val="#wm#"/>
  <p:tag name="KSO_WM_TAG_VERSION" val="3.0"/>
  <p:tag name="KSO_WM_UNIT_COMPATIBLE" val="0"/>
  <p:tag name="KSO_WM_UNIT_DIAGRAM_ISNUMVISUAL" val="0"/>
  <p:tag name="KSO_WM_UNIT_DIAGRAM_ISREFERUNIT" val="0"/>
  <p:tag name="KSO_WM_UNIT_HIGHLIGHT" val="0"/>
  <p:tag name="KSO_WM_UNIT_ID" val="_4*i*7"/>
  <p:tag name="KSO_WM_UNIT_INDEX" val="7"/>
  <p:tag name="KSO_WM_UNIT_ISNUMDGMTITLE" val="0"/>
  <p:tag name="KSO_WM_UNIT_LAYERLEVEL" val="1"/>
  <p:tag name="KSO_WM_UNIT_NOCLEAR" val="0"/>
  <p:tag name="KSO_WM_UNIT_TYPE" val="i"/>
</p:tagLst>
</file>

<file path=ppt/tags/tag436.xml><?xml version="1.0" encoding="utf-8"?>
<p:tagLst xmlns:a="http://schemas.openxmlformats.org/drawingml/2006/main" xmlns:r="http://schemas.openxmlformats.org/officeDocument/2006/relationships" xmlns:p="http://schemas.openxmlformats.org/presentationml/2006/main">
  <p:tag name="AS_UNIQUEID" val="3145"/>
  <p:tag name="KSO_WM_BEAUTIFY_FLAG" val=""/>
</p:tagLst>
</file>

<file path=ppt/tags/tag437.xml><?xml version="1.0" encoding="utf-8"?>
<p:tagLst xmlns:a="http://schemas.openxmlformats.org/drawingml/2006/main" xmlns:r="http://schemas.openxmlformats.org/officeDocument/2006/relationships" xmlns:p="http://schemas.openxmlformats.org/presentationml/2006/main">
  <p:tag name="AS_UNIQUEID" val="3146"/>
</p:tagLst>
</file>

<file path=ppt/tags/tag438.xml><?xml version="1.0" encoding="utf-8"?>
<p:tagLst xmlns:a="http://schemas.openxmlformats.org/drawingml/2006/main" xmlns:r="http://schemas.openxmlformats.org/officeDocument/2006/relationships" xmlns:p="http://schemas.openxmlformats.org/presentationml/2006/main">
  <p:tag name="AS_UNIQUEID" val="3157"/>
  <p:tag name="KSO_WM_BEAUTIFY_FLAG" val=""/>
</p:tagLst>
</file>

<file path=ppt/tags/tag439.xml><?xml version="1.0" encoding="utf-8"?>
<p:tagLst xmlns:a="http://schemas.openxmlformats.org/drawingml/2006/main" xmlns:r="http://schemas.openxmlformats.org/officeDocument/2006/relationships" xmlns:p="http://schemas.openxmlformats.org/presentationml/2006/main">
  <p:tag name="AS_UNIQUEID" val="3147"/>
  <p:tag name="KSO_WM_BEAUTIFY_FLAG" val=""/>
</p:tagLst>
</file>

<file path=ppt/tags/tag440.xml><?xml version="1.0" encoding="utf-8"?>
<p:tagLst xmlns:a="http://schemas.openxmlformats.org/drawingml/2006/main" xmlns:r="http://schemas.openxmlformats.org/officeDocument/2006/relationships" xmlns:p="http://schemas.openxmlformats.org/presentationml/2006/main">
  <p:tag name="AS_UNIQUEID" val="3148"/>
  <p:tag name="KSO_WM_BEAUTIFY_FLAG" val=""/>
</p:tagLst>
</file>

<file path=ppt/tags/tag441.xml><?xml version="1.0" encoding="utf-8"?>
<p:tagLst xmlns:a="http://schemas.openxmlformats.org/drawingml/2006/main" xmlns:r="http://schemas.openxmlformats.org/officeDocument/2006/relationships" xmlns:p="http://schemas.openxmlformats.org/presentationml/2006/main">
  <p:tag name="AS_UNIQUEID" val="3149"/>
  <p:tag name="KSO_WM_BEAUTIFY_FLAG" val=""/>
</p:tagLst>
</file>

<file path=ppt/tags/tag442.xml><?xml version="1.0" encoding="utf-8"?>
<p:tagLst xmlns:a="http://schemas.openxmlformats.org/drawingml/2006/main" xmlns:r="http://schemas.openxmlformats.org/officeDocument/2006/relationships" xmlns:p="http://schemas.openxmlformats.org/presentationml/2006/main">
  <p:tag name="AS_UNIQUEID" val="3150"/>
  <p:tag name="KSO_WM_BEAUTIFY_FLAG" val=""/>
</p:tagLst>
</file>

<file path=ppt/tags/tag443.xml><?xml version="1.0" encoding="utf-8"?>
<p:tagLst xmlns:a="http://schemas.openxmlformats.org/drawingml/2006/main" xmlns:r="http://schemas.openxmlformats.org/officeDocument/2006/relationships" xmlns:p="http://schemas.openxmlformats.org/presentationml/2006/main">
  <p:tag name="AS_UNIQUEID" val="3141"/>
</p:tagLst>
</file>

<file path=ppt/tags/tag444.xml><?xml version="1.0" encoding="utf-8"?>
<p:tagLst xmlns:a="http://schemas.openxmlformats.org/drawingml/2006/main" xmlns:r="http://schemas.openxmlformats.org/officeDocument/2006/relationships" xmlns:p="http://schemas.openxmlformats.org/presentationml/2006/main">
  <p:tag name="AS_UNIQUEID" val="3142"/>
</p:tagLst>
</file>

<file path=ppt/tags/tag445.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446.xml><?xml version="1.0" encoding="utf-8"?>
<p:tagLst xmlns:a="http://schemas.openxmlformats.org/drawingml/2006/main" xmlns:r="http://schemas.openxmlformats.org/officeDocument/2006/relationships" xmlns:p="http://schemas.openxmlformats.org/presentationml/2006/main">
  <p:tag name="AS_UNIQUEID" val="4605"/>
</p:tagLst>
</file>

<file path=ppt/tags/tag447.xml><?xml version="1.0" encoding="utf-8"?>
<p:tagLst xmlns:a="http://schemas.openxmlformats.org/drawingml/2006/main" xmlns:r="http://schemas.openxmlformats.org/officeDocument/2006/relationships" xmlns:p="http://schemas.openxmlformats.org/presentationml/2006/main">
  <p:tag name="AS_UNIQUEID" val="3144"/>
</p:tagLst>
</file>

<file path=ppt/tags/tag448.xml><?xml version="1.0" encoding="utf-8"?>
<p:tagLst xmlns:a="http://schemas.openxmlformats.org/drawingml/2006/main" xmlns:r="http://schemas.openxmlformats.org/officeDocument/2006/relationships" xmlns:p="http://schemas.openxmlformats.org/presentationml/2006/main">
  <p:tag name="AS_UNIQUEID" val="4606"/>
</p:tagLst>
</file>

<file path=ppt/tags/tag449.xml><?xml version="1.0" encoding="utf-8"?>
<p:tagLst xmlns:a="http://schemas.openxmlformats.org/drawingml/2006/main" xmlns:r="http://schemas.openxmlformats.org/officeDocument/2006/relationships" xmlns:p="http://schemas.openxmlformats.org/presentationml/2006/main">
  <p:tag name="AS_UNIQUEID" val="4609"/>
  <p:tag name="KSO_WM_BEAUTIFY_FLAG" val=""/>
</p:tagLst>
</file>

<file path=ppt/tags/tag450.xml><?xml version="1.0" encoding="utf-8"?>
<p:tagLst xmlns:a="http://schemas.openxmlformats.org/drawingml/2006/main" xmlns:r="http://schemas.openxmlformats.org/officeDocument/2006/relationships" xmlns:p="http://schemas.openxmlformats.org/presentationml/2006/main">
  <p:tag name="AS_UNIQUEID" val="4607"/>
  <p:tag name="KSO_WM_BEAUTIFY_FLAG" val="#wm#"/>
  <p:tag name="KSO_WM_TAG_VERSION" val="3.0"/>
  <p:tag name="KSO_WM_UNIT_COMPATIBLE" val="0"/>
  <p:tag name="KSO_WM_UNIT_DIAGRAM_ISNUMVISUAL" val="0"/>
  <p:tag name="KSO_WM_UNIT_DIAGRAM_ISREFERUNIT" val="0"/>
  <p:tag name="KSO_WM_UNIT_HIGHLIGHT" val="0"/>
  <p:tag name="KSO_WM_UNIT_ID" val="_4*i*3"/>
  <p:tag name="KSO_WM_UNIT_INDEX" val="3"/>
  <p:tag name="KSO_WM_UNIT_ISNUMDGMTITLE" val="0"/>
  <p:tag name="KSO_WM_UNIT_LAYERLEVEL" val="1"/>
  <p:tag name="KSO_WM_UNIT_NOCLEAR" val="0"/>
  <p:tag name="KSO_WM_UNIT_TYPE" val="i"/>
</p:tagLst>
</file>

<file path=ppt/tags/tag451.xml><?xml version="1.0" encoding="utf-8"?>
<p:tagLst xmlns:a="http://schemas.openxmlformats.org/drawingml/2006/main" xmlns:r="http://schemas.openxmlformats.org/officeDocument/2006/relationships" xmlns:p="http://schemas.openxmlformats.org/presentationml/2006/main">
  <p:tag name="AS_UNIQUEID" val="4608"/>
  <p:tag name="KSO_WM_BEAUTIFY_FLAG" val="#wm#"/>
  <p:tag name="KSO_WM_TAG_VERSION" val="3.0"/>
  <p:tag name="KSO_WM_UNIT_COMPATIBLE" val="0"/>
  <p:tag name="KSO_WM_UNIT_DIAGRAM_ISNUMVISUAL" val="0"/>
  <p:tag name="KSO_WM_UNIT_DIAGRAM_ISREFERUNIT" val="0"/>
  <p:tag name="KSO_WM_UNIT_HIGHLIGHT" val="0"/>
  <p:tag name="KSO_WM_UNIT_ID" val="_4*i*7"/>
  <p:tag name="KSO_WM_UNIT_INDEX" val="7"/>
  <p:tag name="KSO_WM_UNIT_ISNUMDGMTITLE" val="0"/>
  <p:tag name="KSO_WM_UNIT_LAYERLEVEL" val="1"/>
  <p:tag name="KSO_WM_UNIT_NOCLEAR" val="0"/>
  <p:tag name="KSO_WM_UNIT_TYPE" val="i"/>
</p:tagLst>
</file>

<file path=ppt/tags/tag452.xml><?xml version="1.0" encoding="utf-8"?>
<p:tagLst xmlns:a="http://schemas.openxmlformats.org/drawingml/2006/main" xmlns:r="http://schemas.openxmlformats.org/officeDocument/2006/relationships" xmlns:p="http://schemas.openxmlformats.org/presentationml/2006/main">
  <p:tag name="AS_UNIQUEID" val="3145"/>
  <p:tag name="KSO_WM_BEAUTIFY_FLAG" val=""/>
</p:tagLst>
</file>

<file path=ppt/tags/tag453.xml><?xml version="1.0" encoding="utf-8"?>
<p:tagLst xmlns:a="http://schemas.openxmlformats.org/drawingml/2006/main" xmlns:r="http://schemas.openxmlformats.org/officeDocument/2006/relationships" xmlns:p="http://schemas.openxmlformats.org/presentationml/2006/main">
  <p:tag name="AS_UNIQUEID" val="3146"/>
</p:tagLst>
</file>

<file path=ppt/tags/tag454.xml><?xml version="1.0" encoding="utf-8"?>
<p:tagLst xmlns:a="http://schemas.openxmlformats.org/drawingml/2006/main" xmlns:r="http://schemas.openxmlformats.org/officeDocument/2006/relationships" xmlns:p="http://schemas.openxmlformats.org/presentationml/2006/main">
  <p:tag name="AS_UNIQUEID" val="3157"/>
  <p:tag name="KSO_WM_BEAUTIFY_FLAG" val=""/>
</p:tagLst>
</file>

<file path=ppt/tags/tag455.xml><?xml version="1.0" encoding="utf-8"?>
<p:tagLst xmlns:a="http://schemas.openxmlformats.org/drawingml/2006/main" xmlns:r="http://schemas.openxmlformats.org/officeDocument/2006/relationships" xmlns:p="http://schemas.openxmlformats.org/presentationml/2006/main">
  <p:tag name="AS_UNIQUEID" val="3147"/>
  <p:tag name="KSO_WM_BEAUTIFY_FLAG" val=""/>
</p:tagLst>
</file>

<file path=ppt/tags/tag456.xml><?xml version="1.0" encoding="utf-8"?>
<p:tagLst xmlns:a="http://schemas.openxmlformats.org/drawingml/2006/main" xmlns:r="http://schemas.openxmlformats.org/officeDocument/2006/relationships" xmlns:p="http://schemas.openxmlformats.org/presentationml/2006/main">
  <p:tag name="AS_UNIQUEID" val="3148"/>
  <p:tag name="KSO_WM_BEAUTIFY_FLAG" val=""/>
</p:tagLst>
</file>

<file path=ppt/tags/tag457.xml><?xml version="1.0" encoding="utf-8"?>
<p:tagLst xmlns:a="http://schemas.openxmlformats.org/drawingml/2006/main" xmlns:r="http://schemas.openxmlformats.org/officeDocument/2006/relationships" xmlns:p="http://schemas.openxmlformats.org/presentationml/2006/main">
  <p:tag name="AS_UNIQUEID" val="3149"/>
  <p:tag name="KSO_WM_BEAUTIFY_FLAG" val=""/>
</p:tagLst>
</file>

<file path=ppt/tags/tag458.xml><?xml version="1.0" encoding="utf-8"?>
<p:tagLst xmlns:a="http://schemas.openxmlformats.org/drawingml/2006/main" xmlns:r="http://schemas.openxmlformats.org/officeDocument/2006/relationships" xmlns:p="http://schemas.openxmlformats.org/presentationml/2006/main">
  <p:tag name="AS_UNIQUEID" val="3150"/>
  <p:tag name="KSO_WM_BEAUTIFY_FLAG" val=""/>
</p:tagLst>
</file>

<file path=ppt/tags/tag459.xml><?xml version="1.0" encoding="utf-8"?>
<p:tagLst xmlns:a="http://schemas.openxmlformats.org/drawingml/2006/main" xmlns:r="http://schemas.openxmlformats.org/officeDocument/2006/relationships" xmlns:p="http://schemas.openxmlformats.org/presentationml/2006/main">
  <p:tag name="AS_UNIQUEID" val="3141"/>
</p:tagLst>
</file>

<file path=ppt/tags/tag460.xml><?xml version="1.0" encoding="utf-8"?>
<p:tagLst xmlns:a="http://schemas.openxmlformats.org/drawingml/2006/main" xmlns:r="http://schemas.openxmlformats.org/officeDocument/2006/relationships" xmlns:p="http://schemas.openxmlformats.org/presentationml/2006/main">
  <p:tag name="AS_UNIQUEID" val="3142"/>
</p:tagLst>
</file>

<file path=ppt/tags/tag461.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462.xml><?xml version="1.0" encoding="utf-8"?>
<p:tagLst xmlns:a="http://schemas.openxmlformats.org/drawingml/2006/main" xmlns:r="http://schemas.openxmlformats.org/officeDocument/2006/relationships" xmlns:p="http://schemas.openxmlformats.org/presentationml/2006/main">
  <p:tag name="AS_UNIQUEID" val="3144"/>
</p:tagLst>
</file>

<file path=ppt/tags/tag463.xml><?xml version="1.0" encoding="utf-8"?>
<p:tagLst xmlns:a="http://schemas.openxmlformats.org/drawingml/2006/main" xmlns:r="http://schemas.openxmlformats.org/officeDocument/2006/relationships" xmlns:p="http://schemas.openxmlformats.org/presentationml/2006/main">
  <p:tag name="AS_UNIQUEID" val="4612"/>
</p:tagLst>
</file>

<file path=ppt/tags/tag464.xml><?xml version="1.0" encoding="utf-8"?>
<p:tagLst xmlns:a="http://schemas.openxmlformats.org/drawingml/2006/main" xmlns:r="http://schemas.openxmlformats.org/officeDocument/2006/relationships" xmlns:p="http://schemas.openxmlformats.org/presentationml/2006/main">
  <p:tag name="AS_UNIQUEID" val="4615"/>
</p:tagLst>
</file>

<file path=ppt/tags/tag465.xml><?xml version="1.0" encoding="utf-8"?>
<p:tagLst xmlns:a="http://schemas.openxmlformats.org/drawingml/2006/main" xmlns:r="http://schemas.openxmlformats.org/officeDocument/2006/relationships" xmlns:p="http://schemas.openxmlformats.org/presentationml/2006/main">
  <p:tag name="AS_UNIQUEID" val="4613"/>
  <p:tag name="KSO_WM_BEAUTIFY_FLAG" val="#wm#"/>
  <p:tag name="KSO_WM_TAG_VERSION" val="3.0"/>
  <p:tag name="KSO_WM_UNIT_COMPATIBLE" val="0"/>
  <p:tag name="KSO_WM_UNIT_DIAGRAM_ISNUMVISUAL" val="0"/>
  <p:tag name="KSO_WM_UNIT_DIAGRAM_ISREFERUNIT" val="0"/>
  <p:tag name="KSO_WM_UNIT_HIGHLIGHT" val="0"/>
  <p:tag name="KSO_WM_UNIT_ID" val="_4*i*3"/>
  <p:tag name="KSO_WM_UNIT_INDEX" val="3"/>
  <p:tag name="KSO_WM_UNIT_ISNUMDGMTITLE" val="0"/>
  <p:tag name="KSO_WM_UNIT_LAYERLEVEL" val="1"/>
  <p:tag name="KSO_WM_UNIT_NOCLEAR" val="0"/>
  <p:tag name="KSO_WM_UNIT_TYPE" val="i"/>
</p:tagLst>
</file>

<file path=ppt/tags/tag466.xml><?xml version="1.0" encoding="utf-8"?>
<p:tagLst xmlns:a="http://schemas.openxmlformats.org/drawingml/2006/main" xmlns:r="http://schemas.openxmlformats.org/officeDocument/2006/relationships" xmlns:p="http://schemas.openxmlformats.org/presentationml/2006/main">
  <p:tag name="AS_UNIQUEID" val="4614"/>
  <p:tag name="KSO_WM_BEAUTIFY_FLAG" val="#wm#"/>
  <p:tag name="KSO_WM_TAG_VERSION" val="3.0"/>
  <p:tag name="KSO_WM_UNIT_COMPATIBLE" val="0"/>
  <p:tag name="KSO_WM_UNIT_DIAGRAM_ISNUMVISUAL" val="0"/>
  <p:tag name="KSO_WM_UNIT_DIAGRAM_ISREFERUNIT" val="0"/>
  <p:tag name="KSO_WM_UNIT_HIGHLIGHT" val="0"/>
  <p:tag name="KSO_WM_UNIT_ID" val="_4*i*7"/>
  <p:tag name="KSO_WM_UNIT_INDEX" val="7"/>
  <p:tag name="KSO_WM_UNIT_ISNUMDGMTITLE" val="0"/>
  <p:tag name="KSO_WM_UNIT_LAYERLEVEL" val="1"/>
  <p:tag name="KSO_WM_UNIT_NOCLEAR" val="0"/>
  <p:tag name="KSO_WM_UNIT_TYPE" val="i"/>
</p:tagLst>
</file>

<file path=ppt/tags/tag467.xml><?xml version="1.0" encoding="utf-8"?>
<p:tagLst xmlns:a="http://schemas.openxmlformats.org/drawingml/2006/main" xmlns:r="http://schemas.openxmlformats.org/officeDocument/2006/relationships" xmlns:p="http://schemas.openxmlformats.org/presentationml/2006/main">
  <p:tag name="AS_UNIQUEID" val="3145"/>
  <p:tag name="KSO_WM_BEAUTIFY_FLAG" val=""/>
</p:tagLst>
</file>

<file path=ppt/tags/tag468.xml><?xml version="1.0" encoding="utf-8"?>
<p:tagLst xmlns:a="http://schemas.openxmlformats.org/drawingml/2006/main" xmlns:r="http://schemas.openxmlformats.org/officeDocument/2006/relationships" xmlns:p="http://schemas.openxmlformats.org/presentationml/2006/main">
  <p:tag name="AS_UNIQUEID" val="3146"/>
</p:tagLst>
</file>

<file path=ppt/tags/tag469.xml><?xml version="1.0" encoding="utf-8"?>
<p:tagLst xmlns:a="http://schemas.openxmlformats.org/drawingml/2006/main" xmlns:r="http://schemas.openxmlformats.org/officeDocument/2006/relationships" xmlns:p="http://schemas.openxmlformats.org/presentationml/2006/main">
  <p:tag name="AS_UNIQUEID" val="3157"/>
  <p:tag name="KSO_WM_BEAUTIFY_FLAG" val=""/>
</p:tagLst>
</file>

<file path=ppt/tags/tag470.xml><?xml version="1.0" encoding="utf-8"?>
<p:tagLst xmlns:a="http://schemas.openxmlformats.org/drawingml/2006/main" xmlns:r="http://schemas.openxmlformats.org/officeDocument/2006/relationships" xmlns:p="http://schemas.openxmlformats.org/presentationml/2006/main">
  <p:tag name="AS_UNIQUEID" val="3147"/>
  <p:tag name="KSO_WM_BEAUTIFY_FLAG" val=""/>
</p:tagLst>
</file>

<file path=ppt/tags/tag471.xml><?xml version="1.0" encoding="utf-8"?>
<p:tagLst xmlns:a="http://schemas.openxmlformats.org/drawingml/2006/main" xmlns:r="http://schemas.openxmlformats.org/officeDocument/2006/relationships" xmlns:p="http://schemas.openxmlformats.org/presentationml/2006/main">
  <p:tag name="AS_UNIQUEID" val="3148"/>
  <p:tag name="KSO_WM_BEAUTIFY_FLAG" val=""/>
</p:tagLst>
</file>

<file path=ppt/tags/tag472.xml><?xml version="1.0" encoding="utf-8"?>
<p:tagLst xmlns:a="http://schemas.openxmlformats.org/drawingml/2006/main" xmlns:r="http://schemas.openxmlformats.org/officeDocument/2006/relationships" xmlns:p="http://schemas.openxmlformats.org/presentationml/2006/main">
  <p:tag name="AS_UNIQUEID" val="3149"/>
  <p:tag name="KSO_WM_BEAUTIFY_FLAG" val=""/>
</p:tagLst>
</file>

<file path=ppt/tags/tag473.xml><?xml version="1.0" encoding="utf-8"?>
<p:tagLst xmlns:a="http://schemas.openxmlformats.org/drawingml/2006/main" xmlns:r="http://schemas.openxmlformats.org/officeDocument/2006/relationships" xmlns:p="http://schemas.openxmlformats.org/presentationml/2006/main">
  <p:tag name="AS_UNIQUEID" val="3150"/>
  <p:tag name="KSO_WM_BEAUTIFY_FLAG" val=""/>
</p:tagLst>
</file>

<file path=ppt/tags/tag474.xml><?xml version="1.0" encoding="utf-8"?>
<p:tagLst xmlns:a="http://schemas.openxmlformats.org/drawingml/2006/main" xmlns:r="http://schemas.openxmlformats.org/officeDocument/2006/relationships" xmlns:p="http://schemas.openxmlformats.org/presentationml/2006/main">
  <p:tag name="AS_UNIQUEID" val="3141"/>
</p:tagLst>
</file>

<file path=ppt/tags/tag475.xml><?xml version="1.0" encoding="utf-8"?>
<p:tagLst xmlns:a="http://schemas.openxmlformats.org/drawingml/2006/main" xmlns:r="http://schemas.openxmlformats.org/officeDocument/2006/relationships" xmlns:p="http://schemas.openxmlformats.org/presentationml/2006/main">
  <p:tag name="AS_UNIQUEID" val="3142"/>
</p:tagLst>
</file>

<file path=ppt/tags/tag476.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477.xml><?xml version="1.0" encoding="utf-8"?>
<p:tagLst xmlns:a="http://schemas.openxmlformats.org/drawingml/2006/main" xmlns:r="http://schemas.openxmlformats.org/officeDocument/2006/relationships" xmlns:p="http://schemas.openxmlformats.org/presentationml/2006/main">
  <p:tag name="AS_UNIQUEID" val="3144"/>
</p:tagLst>
</file>

<file path=ppt/tags/tag478.xml><?xml version="1.0" encoding="utf-8"?>
<p:tagLst xmlns:a="http://schemas.openxmlformats.org/drawingml/2006/main" xmlns:r="http://schemas.openxmlformats.org/officeDocument/2006/relationships" xmlns:p="http://schemas.openxmlformats.org/presentationml/2006/main">
  <p:tag name="AS_UNIQUEID" val="4618"/>
</p:tagLst>
</file>

<file path=ppt/tags/tag479.xml><?xml version="1.0" encoding="utf-8"?>
<p:tagLst xmlns:a="http://schemas.openxmlformats.org/drawingml/2006/main" xmlns:r="http://schemas.openxmlformats.org/officeDocument/2006/relationships" xmlns:p="http://schemas.openxmlformats.org/presentationml/2006/main">
  <p:tag name="AS_UNIQUEID" val="4621"/>
  <p:tag name="KSO_WM_BEAUTIFY_FLAG" val=""/>
</p:tagLst>
</file>

<file path=ppt/tags/tag480.xml><?xml version="1.0" encoding="utf-8"?>
<p:tagLst xmlns:a="http://schemas.openxmlformats.org/drawingml/2006/main" xmlns:r="http://schemas.openxmlformats.org/officeDocument/2006/relationships" xmlns:p="http://schemas.openxmlformats.org/presentationml/2006/main">
  <p:tag name="AS_UNIQUEID" val="4622"/>
</p:tagLst>
</file>

<file path=ppt/tags/tag481.xml><?xml version="1.0" encoding="utf-8"?>
<p:tagLst xmlns:a="http://schemas.openxmlformats.org/drawingml/2006/main" xmlns:r="http://schemas.openxmlformats.org/officeDocument/2006/relationships" xmlns:p="http://schemas.openxmlformats.org/presentationml/2006/main">
  <p:tag name="AS_UNIQUEID" val="4619"/>
  <p:tag name="KSO_WM_BEAUTIFY_FLAG" val="#wm#"/>
  <p:tag name="KSO_WM_TAG_VERSION" val="3.0"/>
  <p:tag name="KSO_WM_UNIT_COMPATIBLE" val="0"/>
  <p:tag name="KSO_WM_UNIT_DIAGRAM_ISNUMVISUAL" val="0"/>
  <p:tag name="KSO_WM_UNIT_DIAGRAM_ISREFERUNIT" val="0"/>
  <p:tag name="KSO_WM_UNIT_HIGHLIGHT" val="0"/>
  <p:tag name="KSO_WM_UNIT_ID" val="_4*i*3"/>
  <p:tag name="KSO_WM_UNIT_INDEX" val="3"/>
  <p:tag name="KSO_WM_UNIT_ISNUMDGMTITLE" val="0"/>
  <p:tag name="KSO_WM_UNIT_LAYERLEVEL" val="1"/>
  <p:tag name="KSO_WM_UNIT_NOCLEAR" val="0"/>
  <p:tag name="KSO_WM_UNIT_TYPE" val="i"/>
</p:tagLst>
</file>

<file path=ppt/tags/tag482.xml><?xml version="1.0" encoding="utf-8"?>
<p:tagLst xmlns:a="http://schemas.openxmlformats.org/drawingml/2006/main" xmlns:r="http://schemas.openxmlformats.org/officeDocument/2006/relationships" xmlns:p="http://schemas.openxmlformats.org/presentationml/2006/main">
  <p:tag name="AS_UNIQUEID" val="4620"/>
  <p:tag name="KSO_WM_BEAUTIFY_FLAG" val="#wm#"/>
  <p:tag name="KSO_WM_TAG_VERSION" val="3.0"/>
  <p:tag name="KSO_WM_UNIT_COMPATIBLE" val="0"/>
  <p:tag name="KSO_WM_UNIT_DIAGRAM_ISNUMVISUAL" val="0"/>
  <p:tag name="KSO_WM_UNIT_DIAGRAM_ISREFERUNIT" val="0"/>
  <p:tag name="KSO_WM_UNIT_HIGHLIGHT" val="0"/>
  <p:tag name="KSO_WM_UNIT_ID" val="_4*i*7"/>
  <p:tag name="KSO_WM_UNIT_INDEX" val="7"/>
  <p:tag name="KSO_WM_UNIT_ISNUMDGMTITLE" val="0"/>
  <p:tag name="KSO_WM_UNIT_LAYERLEVEL" val="1"/>
  <p:tag name="KSO_WM_UNIT_NOCLEAR" val="0"/>
  <p:tag name="KSO_WM_UNIT_TYPE" val="i"/>
</p:tagLst>
</file>

<file path=ppt/tags/tag483.xml><?xml version="1.0" encoding="utf-8"?>
<p:tagLst xmlns:a="http://schemas.openxmlformats.org/drawingml/2006/main" xmlns:r="http://schemas.openxmlformats.org/officeDocument/2006/relationships" xmlns:p="http://schemas.openxmlformats.org/presentationml/2006/main">
  <p:tag name="AS_UNIQUEID" val="3145"/>
  <p:tag name="KSO_WM_BEAUTIFY_FLAG" val=""/>
</p:tagLst>
</file>

<file path=ppt/tags/tag484.xml><?xml version="1.0" encoding="utf-8"?>
<p:tagLst xmlns:a="http://schemas.openxmlformats.org/drawingml/2006/main" xmlns:r="http://schemas.openxmlformats.org/officeDocument/2006/relationships" xmlns:p="http://schemas.openxmlformats.org/presentationml/2006/main">
  <p:tag name="AS_UNIQUEID" val="3146"/>
</p:tagLst>
</file>

<file path=ppt/tags/tag485.xml><?xml version="1.0" encoding="utf-8"?>
<p:tagLst xmlns:a="http://schemas.openxmlformats.org/drawingml/2006/main" xmlns:r="http://schemas.openxmlformats.org/officeDocument/2006/relationships" xmlns:p="http://schemas.openxmlformats.org/presentationml/2006/main">
  <p:tag name="AS_UNIQUEID" val="3157"/>
  <p:tag name="KSO_WM_BEAUTIFY_FLAG" val=""/>
</p:tagLst>
</file>

<file path=ppt/tags/tag486.xml><?xml version="1.0" encoding="utf-8"?>
<p:tagLst xmlns:a="http://schemas.openxmlformats.org/drawingml/2006/main" xmlns:r="http://schemas.openxmlformats.org/officeDocument/2006/relationships" xmlns:p="http://schemas.openxmlformats.org/presentationml/2006/main">
  <p:tag name="AS_UNIQUEID" val="3147"/>
  <p:tag name="KSO_WM_BEAUTIFY_FLAG" val=""/>
</p:tagLst>
</file>

<file path=ppt/tags/tag487.xml><?xml version="1.0" encoding="utf-8"?>
<p:tagLst xmlns:a="http://schemas.openxmlformats.org/drawingml/2006/main" xmlns:r="http://schemas.openxmlformats.org/officeDocument/2006/relationships" xmlns:p="http://schemas.openxmlformats.org/presentationml/2006/main">
  <p:tag name="AS_UNIQUEID" val="3148"/>
  <p:tag name="KSO_WM_BEAUTIFY_FLAG" val=""/>
</p:tagLst>
</file>

<file path=ppt/tags/tag488.xml><?xml version="1.0" encoding="utf-8"?>
<p:tagLst xmlns:a="http://schemas.openxmlformats.org/drawingml/2006/main" xmlns:r="http://schemas.openxmlformats.org/officeDocument/2006/relationships" xmlns:p="http://schemas.openxmlformats.org/presentationml/2006/main">
  <p:tag name="AS_UNIQUEID" val="3149"/>
  <p:tag name="KSO_WM_BEAUTIFY_FLAG" val=""/>
</p:tagLst>
</file>

<file path=ppt/tags/tag489.xml><?xml version="1.0" encoding="utf-8"?>
<p:tagLst xmlns:a="http://schemas.openxmlformats.org/drawingml/2006/main" xmlns:r="http://schemas.openxmlformats.org/officeDocument/2006/relationships" xmlns:p="http://schemas.openxmlformats.org/presentationml/2006/main">
  <p:tag name="AS_UNIQUEID" val="3150"/>
  <p:tag name="KSO_WM_BEAUTIFY_FLAG" val=""/>
</p:tagLst>
</file>

<file path=ppt/tags/tag490.xml><?xml version="1.0" encoding="utf-8"?>
<p:tagLst xmlns:a="http://schemas.openxmlformats.org/drawingml/2006/main" xmlns:r="http://schemas.openxmlformats.org/officeDocument/2006/relationships" xmlns:p="http://schemas.openxmlformats.org/presentationml/2006/main">
  <p:tag name="AS_UNIQUEID" val="3141"/>
</p:tagLst>
</file>

<file path=ppt/tags/tag491.xml><?xml version="1.0" encoding="utf-8"?>
<p:tagLst xmlns:a="http://schemas.openxmlformats.org/drawingml/2006/main" xmlns:r="http://schemas.openxmlformats.org/officeDocument/2006/relationships" xmlns:p="http://schemas.openxmlformats.org/presentationml/2006/main">
  <p:tag name="AS_UNIQUEID" val="3142"/>
</p:tagLst>
</file>

<file path=ppt/tags/tag492.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493.xml><?xml version="1.0" encoding="utf-8"?>
<p:tagLst xmlns:a="http://schemas.openxmlformats.org/drawingml/2006/main" xmlns:r="http://schemas.openxmlformats.org/officeDocument/2006/relationships" xmlns:p="http://schemas.openxmlformats.org/presentationml/2006/main">
  <p:tag name="AS_UNIQUEID" val="3144"/>
</p:tagLst>
</file>

<file path=ppt/tags/tag494.xml><?xml version="1.0" encoding="utf-8"?>
<p:tagLst xmlns:a="http://schemas.openxmlformats.org/drawingml/2006/main" xmlns:r="http://schemas.openxmlformats.org/officeDocument/2006/relationships" xmlns:p="http://schemas.openxmlformats.org/presentationml/2006/main">
  <p:tag name="AS_UNIQUEID" val="4625"/>
</p:tagLst>
</file>

<file path=ppt/tags/tag495.xml><?xml version="1.0" encoding="utf-8"?>
<p:tagLst xmlns:a="http://schemas.openxmlformats.org/drawingml/2006/main" xmlns:r="http://schemas.openxmlformats.org/officeDocument/2006/relationships" xmlns:p="http://schemas.openxmlformats.org/presentationml/2006/main">
  <p:tag name="AS_UNIQUEID" val="4628"/>
</p:tagLst>
</file>

<file path=ppt/tags/tag496.xml><?xml version="1.0" encoding="utf-8"?>
<p:tagLst xmlns:a="http://schemas.openxmlformats.org/drawingml/2006/main" xmlns:r="http://schemas.openxmlformats.org/officeDocument/2006/relationships" xmlns:p="http://schemas.openxmlformats.org/presentationml/2006/main">
  <p:tag name="AS_UNIQUEID" val="4626"/>
  <p:tag name="KSO_WM_BEAUTIFY_FLAG" val="#wm#"/>
  <p:tag name="KSO_WM_TAG_VERSION" val="3.0"/>
  <p:tag name="KSO_WM_UNIT_COMPATIBLE" val="0"/>
  <p:tag name="KSO_WM_UNIT_DIAGRAM_ISNUMVISUAL" val="0"/>
  <p:tag name="KSO_WM_UNIT_DIAGRAM_ISREFERUNIT" val="0"/>
  <p:tag name="KSO_WM_UNIT_HIGHLIGHT" val="0"/>
  <p:tag name="KSO_WM_UNIT_ID" val="_4*i*3"/>
  <p:tag name="KSO_WM_UNIT_INDEX" val="3"/>
  <p:tag name="KSO_WM_UNIT_ISNUMDGMTITLE" val="0"/>
  <p:tag name="KSO_WM_UNIT_LAYERLEVEL" val="1"/>
  <p:tag name="KSO_WM_UNIT_NOCLEAR" val="0"/>
  <p:tag name="KSO_WM_UNIT_TYPE" val="i"/>
</p:tagLst>
</file>

<file path=ppt/tags/tag497.xml><?xml version="1.0" encoding="utf-8"?>
<p:tagLst xmlns:a="http://schemas.openxmlformats.org/drawingml/2006/main" xmlns:r="http://schemas.openxmlformats.org/officeDocument/2006/relationships" xmlns:p="http://schemas.openxmlformats.org/presentationml/2006/main">
  <p:tag name="AS_UNIQUEID" val="4627"/>
  <p:tag name="KSO_WM_BEAUTIFY_FLAG" val="#wm#"/>
  <p:tag name="KSO_WM_TAG_VERSION" val="3.0"/>
  <p:tag name="KSO_WM_UNIT_COMPATIBLE" val="0"/>
  <p:tag name="KSO_WM_UNIT_DIAGRAM_ISNUMVISUAL" val="0"/>
  <p:tag name="KSO_WM_UNIT_DIAGRAM_ISREFERUNIT" val="0"/>
  <p:tag name="KSO_WM_UNIT_HIGHLIGHT" val="0"/>
  <p:tag name="KSO_WM_UNIT_ID" val="_4*i*7"/>
  <p:tag name="KSO_WM_UNIT_INDEX" val="7"/>
  <p:tag name="KSO_WM_UNIT_ISNUMDGMTITLE" val="0"/>
  <p:tag name="KSO_WM_UNIT_LAYERLEVEL" val="1"/>
  <p:tag name="KSO_WM_UNIT_NOCLEAR" val="0"/>
  <p:tag name="KSO_WM_UNIT_TYPE" val="i"/>
</p:tagLst>
</file>

<file path=ppt/tags/tag498.xml><?xml version="1.0" encoding="utf-8"?>
<p:tagLst xmlns:a="http://schemas.openxmlformats.org/drawingml/2006/main" xmlns:r="http://schemas.openxmlformats.org/officeDocument/2006/relationships" xmlns:p="http://schemas.openxmlformats.org/presentationml/2006/main">
  <p:tag name="AS_UNIQUEID" val="3145"/>
  <p:tag name="KSO_WM_BEAUTIFY_FLAG" val=""/>
</p:tagLst>
</file>

<file path=ppt/tags/tag499.xml><?xml version="1.0" encoding="utf-8"?>
<p:tagLst xmlns:a="http://schemas.openxmlformats.org/drawingml/2006/main" xmlns:r="http://schemas.openxmlformats.org/officeDocument/2006/relationships" xmlns:p="http://schemas.openxmlformats.org/presentationml/2006/main">
  <p:tag name="AS_UNIQUEID" val="3146"/>
</p:tagLst>
</file>

<file path=ppt/tags/tag500.xml><?xml version="1.0" encoding="utf-8"?>
<p:tagLst xmlns:a="http://schemas.openxmlformats.org/drawingml/2006/main" xmlns:r="http://schemas.openxmlformats.org/officeDocument/2006/relationships" xmlns:p="http://schemas.openxmlformats.org/presentationml/2006/main">
  <p:tag name="AS_UNIQUEID" val="3157"/>
  <p:tag name="KSO_WM_BEAUTIFY_FLAG" val=""/>
</p:tagLst>
</file>

<file path=ppt/tags/tag501.xml><?xml version="1.0" encoding="utf-8"?>
<p:tagLst xmlns:a="http://schemas.openxmlformats.org/drawingml/2006/main" xmlns:r="http://schemas.openxmlformats.org/officeDocument/2006/relationships" xmlns:p="http://schemas.openxmlformats.org/presentationml/2006/main">
  <p:tag name="AS_UNIQUEID" val="3147"/>
  <p:tag name="KSO_WM_BEAUTIFY_FLAG" val=""/>
</p:tagLst>
</file>

<file path=ppt/tags/tag502.xml><?xml version="1.0" encoding="utf-8"?>
<p:tagLst xmlns:a="http://schemas.openxmlformats.org/drawingml/2006/main" xmlns:r="http://schemas.openxmlformats.org/officeDocument/2006/relationships" xmlns:p="http://schemas.openxmlformats.org/presentationml/2006/main">
  <p:tag name="AS_UNIQUEID" val="3148"/>
  <p:tag name="KSO_WM_BEAUTIFY_FLAG" val=""/>
</p:tagLst>
</file>

<file path=ppt/tags/tag503.xml><?xml version="1.0" encoding="utf-8"?>
<p:tagLst xmlns:a="http://schemas.openxmlformats.org/drawingml/2006/main" xmlns:r="http://schemas.openxmlformats.org/officeDocument/2006/relationships" xmlns:p="http://schemas.openxmlformats.org/presentationml/2006/main">
  <p:tag name="AS_UNIQUEID" val="3149"/>
  <p:tag name="KSO_WM_BEAUTIFY_FLAG" val=""/>
</p:tagLst>
</file>

<file path=ppt/tags/tag504.xml><?xml version="1.0" encoding="utf-8"?>
<p:tagLst xmlns:a="http://schemas.openxmlformats.org/drawingml/2006/main" xmlns:r="http://schemas.openxmlformats.org/officeDocument/2006/relationships" xmlns:p="http://schemas.openxmlformats.org/presentationml/2006/main">
  <p:tag name="AS_UNIQUEID" val="3150"/>
  <p:tag name="KSO_WM_BEAUTIFY_FLAG" val=""/>
</p:tagLst>
</file>

<file path=ppt/tags/tag505.xml><?xml version="1.0" encoding="utf-8"?>
<p:tagLst xmlns:a="http://schemas.openxmlformats.org/drawingml/2006/main" xmlns:r="http://schemas.openxmlformats.org/officeDocument/2006/relationships" xmlns:p="http://schemas.openxmlformats.org/presentationml/2006/main">
  <p:tag name="AS_UNIQUEID" val="3141"/>
</p:tagLst>
</file>

<file path=ppt/tags/tag506.xml><?xml version="1.0" encoding="utf-8"?>
<p:tagLst xmlns:a="http://schemas.openxmlformats.org/drawingml/2006/main" xmlns:r="http://schemas.openxmlformats.org/officeDocument/2006/relationships" xmlns:p="http://schemas.openxmlformats.org/presentationml/2006/main">
  <p:tag name="AS_UNIQUEID" val="3142"/>
</p:tagLst>
</file>

<file path=ppt/tags/tag507.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508.xml><?xml version="1.0" encoding="utf-8"?>
<p:tagLst xmlns:a="http://schemas.openxmlformats.org/drawingml/2006/main" xmlns:r="http://schemas.openxmlformats.org/officeDocument/2006/relationships" xmlns:p="http://schemas.openxmlformats.org/presentationml/2006/main">
  <p:tag name="AS_UNIQUEID" val="4631"/>
</p:tagLst>
</file>

<file path=ppt/tags/tag509.xml><?xml version="1.0" encoding="utf-8"?>
<p:tagLst xmlns:a="http://schemas.openxmlformats.org/drawingml/2006/main" xmlns:r="http://schemas.openxmlformats.org/officeDocument/2006/relationships" xmlns:p="http://schemas.openxmlformats.org/presentationml/2006/main">
  <p:tag name="AS_UNIQUEID" val="3144"/>
</p:tagLst>
</file>

<file path=ppt/tags/tag510.xml><?xml version="1.0" encoding="utf-8"?>
<p:tagLst xmlns:a="http://schemas.openxmlformats.org/drawingml/2006/main" xmlns:r="http://schemas.openxmlformats.org/officeDocument/2006/relationships" xmlns:p="http://schemas.openxmlformats.org/presentationml/2006/main">
  <p:tag name="AS_UNIQUEID" val="4632"/>
</p:tagLst>
</file>

<file path=ppt/tags/tag511.xml><?xml version="1.0" encoding="utf-8"?>
<p:tagLst xmlns:a="http://schemas.openxmlformats.org/drawingml/2006/main" xmlns:r="http://schemas.openxmlformats.org/officeDocument/2006/relationships" xmlns:p="http://schemas.openxmlformats.org/presentationml/2006/main">
  <p:tag name="AS_UNIQUEID" val="4635"/>
  <p:tag name="KSO_WM_BEAUTIFY_FLAG" val=""/>
</p:tagLst>
</file>

<file path=ppt/tags/tag512.xml><?xml version="1.0" encoding="utf-8"?>
<p:tagLst xmlns:a="http://schemas.openxmlformats.org/drawingml/2006/main" xmlns:r="http://schemas.openxmlformats.org/officeDocument/2006/relationships" xmlns:p="http://schemas.openxmlformats.org/presentationml/2006/main">
  <p:tag name="AS_UNIQUEID" val="4633"/>
  <p:tag name="KSO_WM_BEAUTIFY_FLAG" val="#wm#"/>
  <p:tag name="KSO_WM_TAG_VERSION" val="3.0"/>
  <p:tag name="KSO_WM_UNIT_COMPATIBLE" val="0"/>
  <p:tag name="KSO_WM_UNIT_DIAGRAM_ISNUMVISUAL" val="0"/>
  <p:tag name="KSO_WM_UNIT_DIAGRAM_ISREFERUNIT" val="0"/>
  <p:tag name="KSO_WM_UNIT_HIGHLIGHT" val="0"/>
  <p:tag name="KSO_WM_UNIT_ID" val="_4*i*3"/>
  <p:tag name="KSO_WM_UNIT_INDEX" val="3"/>
  <p:tag name="KSO_WM_UNIT_ISNUMDGMTITLE" val="0"/>
  <p:tag name="KSO_WM_UNIT_LAYERLEVEL" val="1"/>
  <p:tag name="KSO_WM_UNIT_NOCLEAR" val="0"/>
  <p:tag name="KSO_WM_UNIT_TYPE" val="i"/>
</p:tagLst>
</file>

<file path=ppt/tags/tag513.xml><?xml version="1.0" encoding="utf-8"?>
<p:tagLst xmlns:a="http://schemas.openxmlformats.org/drawingml/2006/main" xmlns:r="http://schemas.openxmlformats.org/officeDocument/2006/relationships" xmlns:p="http://schemas.openxmlformats.org/presentationml/2006/main">
  <p:tag name="AS_UNIQUEID" val="4634"/>
  <p:tag name="KSO_WM_BEAUTIFY_FLAG" val="#wm#"/>
  <p:tag name="KSO_WM_TAG_VERSION" val="3.0"/>
  <p:tag name="KSO_WM_UNIT_COMPATIBLE" val="0"/>
  <p:tag name="KSO_WM_UNIT_DIAGRAM_ISNUMVISUAL" val="0"/>
  <p:tag name="KSO_WM_UNIT_DIAGRAM_ISREFERUNIT" val="0"/>
  <p:tag name="KSO_WM_UNIT_HIGHLIGHT" val="0"/>
  <p:tag name="KSO_WM_UNIT_ID" val="_4*i*7"/>
  <p:tag name="KSO_WM_UNIT_INDEX" val="7"/>
  <p:tag name="KSO_WM_UNIT_ISNUMDGMTITLE" val="0"/>
  <p:tag name="KSO_WM_UNIT_LAYERLEVEL" val="1"/>
  <p:tag name="KSO_WM_UNIT_NOCLEAR" val="0"/>
  <p:tag name="KSO_WM_UNIT_TYPE" val="i"/>
</p:tagLst>
</file>

<file path=ppt/tags/tag514.xml><?xml version="1.0" encoding="utf-8"?>
<p:tagLst xmlns:a="http://schemas.openxmlformats.org/drawingml/2006/main" xmlns:r="http://schemas.openxmlformats.org/officeDocument/2006/relationships" xmlns:p="http://schemas.openxmlformats.org/presentationml/2006/main">
  <p:tag name="AS_UNIQUEID" val="3145"/>
  <p:tag name="KSO_WM_BEAUTIFY_FLAG" val=""/>
</p:tagLst>
</file>

<file path=ppt/tags/tag515.xml><?xml version="1.0" encoding="utf-8"?>
<p:tagLst xmlns:a="http://schemas.openxmlformats.org/drawingml/2006/main" xmlns:r="http://schemas.openxmlformats.org/officeDocument/2006/relationships" xmlns:p="http://schemas.openxmlformats.org/presentationml/2006/main">
  <p:tag name="AS_UNIQUEID" val="3146"/>
</p:tagLst>
</file>

<file path=ppt/tags/tag516.xml><?xml version="1.0" encoding="utf-8"?>
<p:tagLst xmlns:a="http://schemas.openxmlformats.org/drawingml/2006/main" xmlns:r="http://schemas.openxmlformats.org/officeDocument/2006/relationships" xmlns:p="http://schemas.openxmlformats.org/presentationml/2006/main">
  <p:tag name="AS_UNIQUEID" val="3157"/>
  <p:tag name="KSO_WM_BEAUTIFY_FLAG" val=""/>
</p:tagLst>
</file>

<file path=ppt/tags/tag517.xml><?xml version="1.0" encoding="utf-8"?>
<p:tagLst xmlns:a="http://schemas.openxmlformats.org/drawingml/2006/main" xmlns:r="http://schemas.openxmlformats.org/officeDocument/2006/relationships" xmlns:p="http://schemas.openxmlformats.org/presentationml/2006/main">
  <p:tag name="AS_UNIQUEID" val="3147"/>
  <p:tag name="KSO_WM_BEAUTIFY_FLAG" val=""/>
</p:tagLst>
</file>

<file path=ppt/tags/tag518.xml><?xml version="1.0" encoding="utf-8"?>
<p:tagLst xmlns:a="http://schemas.openxmlformats.org/drawingml/2006/main" xmlns:r="http://schemas.openxmlformats.org/officeDocument/2006/relationships" xmlns:p="http://schemas.openxmlformats.org/presentationml/2006/main">
  <p:tag name="AS_UNIQUEID" val="3148"/>
  <p:tag name="KSO_WM_BEAUTIFY_FLAG" val=""/>
</p:tagLst>
</file>

<file path=ppt/tags/tag519.xml><?xml version="1.0" encoding="utf-8"?>
<p:tagLst xmlns:a="http://schemas.openxmlformats.org/drawingml/2006/main" xmlns:r="http://schemas.openxmlformats.org/officeDocument/2006/relationships" xmlns:p="http://schemas.openxmlformats.org/presentationml/2006/main">
  <p:tag name="AS_UNIQUEID" val="3149"/>
  <p:tag name="KSO_WM_BEAUTIFY_FLAG" val=""/>
</p:tagLst>
</file>

<file path=ppt/tags/tag520.xml><?xml version="1.0" encoding="utf-8"?>
<p:tagLst xmlns:a="http://schemas.openxmlformats.org/drawingml/2006/main" xmlns:r="http://schemas.openxmlformats.org/officeDocument/2006/relationships" xmlns:p="http://schemas.openxmlformats.org/presentationml/2006/main">
  <p:tag name="AS_UNIQUEID" val="3150"/>
  <p:tag name="KSO_WM_BEAUTIFY_FLAG" val=""/>
</p:tagLst>
</file>

<file path=ppt/tags/tag521.xml><?xml version="1.0" encoding="utf-8"?>
<p:tagLst xmlns:a="http://schemas.openxmlformats.org/drawingml/2006/main" xmlns:r="http://schemas.openxmlformats.org/officeDocument/2006/relationships" xmlns:p="http://schemas.openxmlformats.org/presentationml/2006/main">
  <p:tag name="AS_UNIQUEID" val="3141"/>
</p:tagLst>
</file>

<file path=ppt/tags/tag522.xml><?xml version="1.0" encoding="utf-8"?>
<p:tagLst xmlns:a="http://schemas.openxmlformats.org/drawingml/2006/main" xmlns:r="http://schemas.openxmlformats.org/officeDocument/2006/relationships" xmlns:p="http://schemas.openxmlformats.org/presentationml/2006/main">
  <p:tag name="AS_UNIQUEID" val="3142"/>
</p:tagLst>
</file>

<file path=ppt/tags/tag523.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524.xml><?xml version="1.0" encoding="utf-8"?>
<p:tagLst xmlns:a="http://schemas.openxmlformats.org/drawingml/2006/main" xmlns:r="http://schemas.openxmlformats.org/officeDocument/2006/relationships" xmlns:p="http://schemas.openxmlformats.org/presentationml/2006/main">
  <p:tag name="AS_UNIQUEID" val="3144"/>
</p:tagLst>
</file>

<file path=ppt/tags/tag525.xml><?xml version="1.0" encoding="utf-8"?>
<p:tagLst xmlns:a="http://schemas.openxmlformats.org/drawingml/2006/main" xmlns:r="http://schemas.openxmlformats.org/officeDocument/2006/relationships" xmlns:p="http://schemas.openxmlformats.org/presentationml/2006/main">
  <p:tag name="AS_UNIQUEID" val="4638"/>
</p:tagLst>
</file>

<file path=ppt/tags/tag526.xml><?xml version="1.0" encoding="utf-8"?>
<p:tagLst xmlns:a="http://schemas.openxmlformats.org/drawingml/2006/main" xmlns:r="http://schemas.openxmlformats.org/officeDocument/2006/relationships" xmlns:p="http://schemas.openxmlformats.org/presentationml/2006/main">
  <p:tag name="AS_UNIQUEID" val="4641"/>
</p:tagLst>
</file>

<file path=ppt/tags/tag527.xml><?xml version="1.0" encoding="utf-8"?>
<p:tagLst xmlns:a="http://schemas.openxmlformats.org/drawingml/2006/main" xmlns:r="http://schemas.openxmlformats.org/officeDocument/2006/relationships" xmlns:p="http://schemas.openxmlformats.org/presentationml/2006/main">
  <p:tag name="AS_UNIQUEID" val="4639"/>
  <p:tag name="KSO_WM_BEAUTIFY_FLAG" val="#wm#"/>
  <p:tag name="KSO_WM_TAG_VERSION" val="3.0"/>
  <p:tag name="KSO_WM_UNIT_COMPATIBLE" val="0"/>
  <p:tag name="KSO_WM_UNIT_DIAGRAM_ISNUMVISUAL" val="0"/>
  <p:tag name="KSO_WM_UNIT_DIAGRAM_ISREFERUNIT" val="0"/>
  <p:tag name="KSO_WM_UNIT_HIGHLIGHT" val="0"/>
  <p:tag name="KSO_WM_UNIT_ID" val="_4*i*3"/>
  <p:tag name="KSO_WM_UNIT_INDEX" val="3"/>
  <p:tag name="KSO_WM_UNIT_ISNUMDGMTITLE" val="0"/>
  <p:tag name="KSO_WM_UNIT_LAYERLEVEL" val="1"/>
  <p:tag name="KSO_WM_UNIT_NOCLEAR" val="0"/>
  <p:tag name="KSO_WM_UNIT_TYPE" val="i"/>
</p:tagLst>
</file>

<file path=ppt/tags/tag528.xml><?xml version="1.0" encoding="utf-8"?>
<p:tagLst xmlns:a="http://schemas.openxmlformats.org/drawingml/2006/main" xmlns:r="http://schemas.openxmlformats.org/officeDocument/2006/relationships" xmlns:p="http://schemas.openxmlformats.org/presentationml/2006/main">
  <p:tag name="AS_UNIQUEID" val="4640"/>
  <p:tag name="KSO_WM_BEAUTIFY_FLAG" val="#wm#"/>
  <p:tag name="KSO_WM_TAG_VERSION" val="3.0"/>
  <p:tag name="KSO_WM_UNIT_COMPATIBLE" val="0"/>
  <p:tag name="KSO_WM_UNIT_DIAGRAM_ISNUMVISUAL" val="0"/>
  <p:tag name="KSO_WM_UNIT_DIAGRAM_ISREFERUNIT" val="0"/>
  <p:tag name="KSO_WM_UNIT_HIGHLIGHT" val="0"/>
  <p:tag name="KSO_WM_UNIT_ID" val="_4*i*7"/>
  <p:tag name="KSO_WM_UNIT_INDEX" val="7"/>
  <p:tag name="KSO_WM_UNIT_ISNUMDGMTITLE" val="0"/>
  <p:tag name="KSO_WM_UNIT_LAYERLEVEL" val="1"/>
  <p:tag name="KSO_WM_UNIT_NOCLEAR" val="0"/>
  <p:tag name="KSO_WM_UNIT_TYPE" val="i"/>
</p:tagLst>
</file>

<file path=ppt/tags/tag529.xml><?xml version="1.0" encoding="utf-8"?>
<p:tagLst xmlns:a="http://schemas.openxmlformats.org/drawingml/2006/main" xmlns:r="http://schemas.openxmlformats.org/officeDocument/2006/relationships" xmlns:p="http://schemas.openxmlformats.org/presentationml/2006/main">
  <p:tag name="AS_UNIQUEID" val="3145"/>
  <p:tag name="KSO_WM_BEAUTIFY_FLAG" val=""/>
</p:tagLst>
</file>

<file path=ppt/tags/tag530.xml><?xml version="1.0" encoding="utf-8"?>
<p:tagLst xmlns:a="http://schemas.openxmlformats.org/drawingml/2006/main" xmlns:r="http://schemas.openxmlformats.org/officeDocument/2006/relationships" xmlns:p="http://schemas.openxmlformats.org/presentationml/2006/main">
  <p:tag name="AS_UNIQUEID" val="3146"/>
</p:tagLst>
</file>

<file path=ppt/tags/tag531.xml><?xml version="1.0" encoding="utf-8"?>
<p:tagLst xmlns:a="http://schemas.openxmlformats.org/drawingml/2006/main" xmlns:r="http://schemas.openxmlformats.org/officeDocument/2006/relationships" xmlns:p="http://schemas.openxmlformats.org/presentationml/2006/main">
  <p:tag name="AS_UNIQUEID" val="3157"/>
  <p:tag name="KSO_WM_BEAUTIFY_FLAG" val=""/>
</p:tagLst>
</file>

<file path=ppt/tags/tag532.xml><?xml version="1.0" encoding="utf-8"?>
<p:tagLst xmlns:a="http://schemas.openxmlformats.org/drawingml/2006/main" xmlns:r="http://schemas.openxmlformats.org/officeDocument/2006/relationships" xmlns:p="http://schemas.openxmlformats.org/presentationml/2006/main">
  <p:tag name="AS_UNIQUEID" val="3147"/>
  <p:tag name="KSO_WM_BEAUTIFY_FLAG" val=""/>
</p:tagLst>
</file>

<file path=ppt/tags/tag533.xml><?xml version="1.0" encoding="utf-8"?>
<p:tagLst xmlns:a="http://schemas.openxmlformats.org/drawingml/2006/main" xmlns:r="http://schemas.openxmlformats.org/officeDocument/2006/relationships" xmlns:p="http://schemas.openxmlformats.org/presentationml/2006/main">
  <p:tag name="AS_UNIQUEID" val="3148"/>
  <p:tag name="KSO_WM_BEAUTIFY_FLAG" val=""/>
</p:tagLst>
</file>

<file path=ppt/tags/tag534.xml><?xml version="1.0" encoding="utf-8"?>
<p:tagLst xmlns:a="http://schemas.openxmlformats.org/drawingml/2006/main" xmlns:r="http://schemas.openxmlformats.org/officeDocument/2006/relationships" xmlns:p="http://schemas.openxmlformats.org/presentationml/2006/main">
  <p:tag name="AS_UNIQUEID" val="3149"/>
  <p:tag name="KSO_WM_BEAUTIFY_FLAG" val=""/>
</p:tagLst>
</file>

<file path=ppt/tags/tag535.xml><?xml version="1.0" encoding="utf-8"?>
<p:tagLst xmlns:a="http://schemas.openxmlformats.org/drawingml/2006/main" xmlns:r="http://schemas.openxmlformats.org/officeDocument/2006/relationships" xmlns:p="http://schemas.openxmlformats.org/presentationml/2006/main">
  <p:tag name="AS_UNIQUEID" val="3150"/>
  <p:tag name="KSO_WM_BEAUTIFY_FLAG" val=""/>
</p:tagLst>
</file>

<file path=ppt/tags/tag536.xml><?xml version="1.0" encoding="utf-8"?>
<p:tagLst xmlns:a="http://schemas.openxmlformats.org/drawingml/2006/main" xmlns:r="http://schemas.openxmlformats.org/officeDocument/2006/relationships" xmlns:p="http://schemas.openxmlformats.org/presentationml/2006/main">
  <p:tag name="AS_UNIQUEID" val="3141"/>
</p:tagLst>
</file>

<file path=ppt/tags/tag537.xml><?xml version="1.0" encoding="utf-8"?>
<p:tagLst xmlns:a="http://schemas.openxmlformats.org/drawingml/2006/main" xmlns:r="http://schemas.openxmlformats.org/officeDocument/2006/relationships" xmlns:p="http://schemas.openxmlformats.org/presentationml/2006/main">
  <p:tag name="AS_UNIQUEID" val="3142"/>
</p:tagLst>
</file>

<file path=ppt/tags/tag538.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539.xml><?xml version="1.0" encoding="utf-8"?>
<p:tagLst xmlns:a="http://schemas.openxmlformats.org/drawingml/2006/main" xmlns:r="http://schemas.openxmlformats.org/officeDocument/2006/relationships" xmlns:p="http://schemas.openxmlformats.org/presentationml/2006/main">
  <p:tag name="AS_UNIQUEID" val="4644"/>
</p:tagLst>
</file>

<file path=ppt/tags/tag540.xml><?xml version="1.0" encoding="utf-8"?>
<p:tagLst xmlns:a="http://schemas.openxmlformats.org/drawingml/2006/main" xmlns:r="http://schemas.openxmlformats.org/officeDocument/2006/relationships" xmlns:p="http://schemas.openxmlformats.org/presentationml/2006/main">
  <p:tag name="AS_UNIQUEID" val="3144"/>
</p:tagLst>
</file>

<file path=ppt/tags/tag541.xml><?xml version="1.0" encoding="utf-8"?>
<p:tagLst xmlns:a="http://schemas.openxmlformats.org/drawingml/2006/main" xmlns:r="http://schemas.openxmlformats.org/officeDocument/2006/relationships" xmlns:p="http://schemas.openxmlformats.org/presentationml/2006/main">
  <p:tag name="AS_UNIQUEID" val="4645"/>
</p:tagLst>
</file>

<file path=ppt/tags/tag542.xml><?xml version="1.0" encoding="utf-8"?>
<p:tagLst xmlns:a="http://schemas.openxmlformats.org/drawingml/2006/main" xmlns:r="http://schemas.openxmlformats.org/officeDocument/2006/relationships" xmlns:p="http://schemas.openxmlformats.org/presentationml/2006/main">
  <p:tag name="AS_UNIQUEID" val="4648"/>
  <p:tag name="KSO_WM_BEAUTIFY_FLAG" val=""/>
</p:tagLst>
</file>

<file path=ppt/tags/tag543.xml><?xml version="1.0" encoding="utf-8"?>
<p:tagLst xmlns:a="http://schemas.openxmlformats.org/drawingml/2006/main" xmlns:r="http://schemas.openxmlformats.org/officeDocument/2006/relationships" xmlns:p="http://schemas.openxmlformats.org/presentationml/2006/main">
  <p:tag name="AS_UNIQUEID" val="4649"/>
</p:tagLst>
</file>

<file path=ppt/tags/tag544.xml><?xml version="1.0" encoding="utf-8"?>
<p:tagLst xmlns:a="http://schemas.openxmlformats.org/drawingml/2006/main" xmlns:r="http://schemas.openxmlformats.org/officeDocument/2006/relationships" xmlns:p="http://schemas.openxmlformats.org/presentationml/2006/main">
  <p:tag name="AS_UNIQUEID" val="4646"/>
  <p:tag name="KSO_WM_BEAUTIFY_FLAG" val="#wm#"/>
  <p:tag name="KSO_WM_TAG_VERSION" val="3.0"/>
  <p:tag name="KSO_WM_UNIT_COMPATIBLE" val="0"/>
  <p:tag name="KSO_WM_UNIT_DIAGRAM_ISNUMVISUAL" val="0"/>
  <p:tag name="KSO_WM_UNIT_DIAGRAM_ISREFERUNIT" val="0"/>
  <p:tag name="KSO_WM_UNIT_HIGHLIGHT" val="0"/>
  <p:tag name="KSO_WM_UNIT_ID" val="_4*i*3"/>
  <p:tag name="KSO_WM_UNIT_INDEX" val="3"/>
  <p:tag name="KSO_WM_UNIT_ISNUMDGMTITLE" val="0"/>
  <p:tag name="KSO_WM_UNIT_LAYERLEVEL" val="1"/>
  <p:tag name="KSO_WM_UNIT_NOCLEAR" val="0"/>
  <p:tag name="KSO_WM_UNIT_TYPE" val="i"/>
</p:tagLst>
</file>

<file path=ppt/tags/tag545.xml><?xml version="1.0" encoding="utf-8"?>
<p:tagLst xmlns:a="http://schemas.openxmlformats.org/drawingml/2006/main" xmlns:r="http://schemas.openxmlformats.org/officeDocument/2006/relationships" xmlns:p="http://schemas.openxmlformats.org/presentationml/2006/main">
  <p:tag name="AS_UNIQUEID" val="4647"/>
  <p:tag name="KSO_WM_BEAUTIFY_FLAG" val="#wm#"/>
  <p:tag name="KSO_WM_TAG_VERSION" val="3.0"/>
  <p:tag name="KSO_WM_UNIT_COMPATIBLE" val="0"/>
  <p:tag name="KSO_WM_UNIT_DIAGRAM_ISNUMVISUAL" val="0"/>
  <p:tag name="KSO_WM_UNIT_DIAGRAM_ISREFERUNIT" val="0"/>
  <p:tag name="KSO_WM_UNIT_HIGHLIGHT" val="0"/>
  <p:tag name="KSO_WM_UNIT_ID" val="_4*i*7"/>
  <p:tag name="KSO_WM_UNIT_INDEX" val="7"/>
  <p:tag name="KSO_WM_UNIT_ISNUMDGMTITLE" val="0"/>
  <p:tag name="KSO_WM_UNIT_LAYERLEVEL" val="1"/>
  <p:tag name="KSO_WM_UNIT_NOCLEAR" val="0"/>
  <p:tag name="KSO_WM_UNIT_TYPE" val="i"/>
</p:tagLst>
</file>

<file path=ppt/tags/tag546.xml><?xml version="1.0" encoding="utf-8"?>
<p:tagLst xmlns:a="http://schemas.openxmlformats.org/drawingml/2006/main" xmlns:r="http://schemas.openxmlformats.org/officeDocument/2006/relationships" xmlns:p="http://schemas.openxmlformats.org/presentationml/2006/main">
  <p:tag name="AS_UNIQUEID" val="3145"/>
  <p:tag name="KSO_WM_BEAUTIFY_FLAG" val=""/>
</p:tagLst>
</file>

<file path=ppt/tags/tag547.xml><?xml version="1.0" encoding="utf-8"?>
<p:tagLst xmlns:a="http://schemas.openxmlformats.org/drawingml/2006/main" xmlns:r="http://schemas.openxmlformats.org/officeDocument/2006/relationships" xmlns:p="http://schemas.openxmlformats.org/presentationml/2006/main">
  <p:tag name="AS_UNIQUEID" val="3146"/>
</p:tagLst>
</file>

<file path=ppt/tags/tag548.xml><?xml version="1.0" encoding="utf-8"?>
<p:tagLst xmlns:a="http://schemas.openxmlformats.org/drawingml/2006/main" xmlns:r="http://schemas.openxmlformats.org/officeDocument/2006/relationships" xmlns:p="http://schemas.openxmlformats.org/presentationml/2006/main">
  <p:tag name="AS_UNIQUEID" val="3157"/>
  <p:tag name="KSO_WM_BEAUTIFY_FLAG" val=""/>
</p:tagLst>
</file>

<file path=ppt/tags/tag549.xml><?xml version="1.0" encoding="utf-8"?>
<p:tagLst xmlns:a="http://schemas.openxmlformats.org/drawingml/2006/main" xmlns:r="http://schemas.openxmlformats.org/officeDocument/2006/relationships" xmlns:p="http://schemas.openxmlformats.org/presentationml/2006/main">
  <p:tag name="AS_UNIQUEID" val="3147"/>
  <p:tag name="KSO_WM_BEAUTIFY_FLAG" val=""/>
</p:tagLst>
</file>

<file path=ppt/tags/tag550.xml><?xml version="1.0" encoding="utf-8"?>
<p:tagLst xmlns:a="http://schemas.openxmlformats.org/drawingml/2006/main" xmlns:r="http://schemas.openxmlformats.org/officeDocument/2006/relationships" xmlns:p="http://schemas.openxmlformats.org/presentationml/2006/main">
  <p:tag name="AS_UNIQUEID" val="3148"/>
  <p:tag name="KSO_WM_BEAUTIFY_FLAG" val=""/>
</p:tagLst>
</file>

<file path=ppt/tags/tag551.xml><?xml version="1.0" encoding="utf-8"?>
<p:tagLst xmlns:a="http://schemas.openxmlformats.org/drawingml/2006/main" xmlns:r="http://schemas.openxmlformats.org/officeDocument/2006/relationships" xmlns:p="http://schemas.openxmlformats.org/presentationml/2006/main">
  <p:tag name="AS_UNIQUEID" val="3149"/>
  <p:tag name="KSO_WM_BEAUTIFY_FLAG" val=""/>
</p:tagLst>
</file>

<file path=ppt/tags/tag552.xml><?xml version="1.0" encoding="utf-8"?>
<p:tagLst xmlns:a="http://schemas.openxmlformats.org/drawingml/2006/main" xmlns:r="http://schemas.openxmlformats.org/officeDocument/2006/relationships" xmlns:p="http://schemas.openxmlformats.org/presentationml/2006/main">
  <p:tag name="AS_UNIQUEID" val="3150"/>
  <p:tag name="KSO_WM_BEAUTIFY_FLAG" val=""/>
</p:tagLst>
</file>

<file path=ppt/tags/tag553.xml><?xml version="1.0" encoding="utf-8"?>
<p:tagLst xmlns:a="http://schemas.openxmlformats.org/drawingml/2006/main" xmlns:r="http://schemas.openxmlformats.org/officeDocument/2006/relationships" xmlns:p="http://schemas.openxmlformats.org/presentationml/2006/main">
  <p:tag name="AS_UNIQUEID" val="3141"/>
</p:tagLst>
</file>

<file path=ppt/tags/tag554.xml><?xml version="1.0" encoding="utf-8"?>
<p:tagLst xmlns:a="http://schemas.openxmlformats.org/drawingml/2006/main" xmlns:r="http://schemas.openxmlformats.org/officeDocument/2006/relationships" xmlns:p="http://schemas.openxmlformats.org/presentationml/2006/main">
  <p:tag name="AS_UNIQUEID" val="3142"/>
</p:tagLst>
</file>

<file path=ppt/tags/tag555.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556.xml><?xml version="1.0" encoding="utf-8"?>
<p:tagLst xmlns:a="http://schemas.openxmlformats.org/drawingml/2006/main" xmlns:r="http://schemas.openxmlformats.org/officeDocument/2006/relationships" xmlns:p="http://schemas.openxmlformats.org/presentationml/2006/main">
  <p:tag name="AS_UNIQUEID" val="3144"/>
</p:tagLst>
</file>

<file path=ppt/tags/tag557.xml><?xml version="1.0" encoding="utf-8"?>
<p:tagLst xmlns:a="http://schemas.openxmlformats.org/drawingml/2006/main" xmlns:r="http://schemas.openxmlformats.org/officeDocument/2006/relationships" xmlns:p="http://schemas.openxmlformats.org/presentationml/2006/main">
  <p:tag name="AS_UNIQUEID" val="4652"/>
</p:tagLst>
</file>

<file path=ppt/tags/tag558.xml><?xml version="1.0" encoding="utf-8"?>
<p:tagLst xmlns:a="http://schemas.openxmlformats.org/drawingml/2006/main" xmlns:r="http://schemas.openxmlformats.org/officeDocument/2006/relationships" xmlns:p="http://schemas.openxmlformats.org/presentationml/2006/main">
  <p:tag name="AS_UNIQUEID" val="4655"/>
</p:tagLst>
</file>

<file path=ppt/tags/tag559.xml><?xml version="1.0" encoding="utf-8"?>
<p:tagLst xmlns:a="http://schemas.openxmlformats.org/drawingml/2006/main" xmlns:r="http://schemas.openxmlformats.org/officeDocument/2006/relationships" xmlns:p="http://schemas.openxmlformats.org/presentationml/2006/main">
  <p:tag name="AS_UNIQUEID" val="4653"/>
  <p:tag name="KSO_WM_BEAUTIFY_FLAG" val="#wm#"/>
  <p:tag name="KSO_WM_TAG_VERSION" val="3.0"/>
  <p:tag name="KSO_WM_UNIT_COMPATIBLE" val="0"/>
  <p:tag name="KSO_WM_UNIT_DIAGRAM_ISNUMVISUAL" val="0"/>
  <p:tag name="KSO_WM_UNIT_DIAGRAM_ISREFERUNIT" val="0"/>
  <p:tag name="KSO_WM_UNIT_HIGHLIGHT" val="0"/>
  <p:tag name="KSO_WM_UNIT_ID" val="_4*i*3"/>
  <p:tag name="KSO_WM_UNIT_INDEX" val="3"/>
  <p:tag name="KSO_WM_UNIT_ISNUMDGMTITLE" val="0"/>
  <p:tag name="KSO_WM_UNIT_LAYERLEVEL" val="1"/>
  <p:tag name="KSO_WM_UNIT_NOCLEAR" val="0"/>
  <p:tag name="KSO_WM_UNIT_TYPE" val="i"/>
</p:tagLst>
</file>

<file path=ppt/tags/tag560.xml><?xml version="1.0" encoding="utf-8"?>
<p:tagLst xmlns:a="http://schemas.openxmlformats.org/drawingml/2006/main" xmlns:r="http://schemas.openxmlformats.org/officeDocument/2006/relationships" xmlns:p="http://schemas.openxmlformats.org/presentationml/2006/main">
  <p:tag name="AS_UNIQUEID" val="4654"/>
  <p:tag name="KSO_WM_BEAUTIFY_FLAG" val="#wm#"/>
  <p:tag name="KSO_WM_TAG_VERSION" val="3.0"/>
  <p:tag name="KSO_WM_UNIT_COMPATIBLE" val="0"/>
  <p:tag name="KSO_WM_UNIT_DIAGRAM_ISNUMVISUAL" val="0"/>
  <p:tag name="KSO_WM_UNIT_DIAGRAM_ISREFERUNIT" val="0"/>
  <p:tag name="KSO_WM_UNIT_HIGHLIGHT" val="0"/>
  <p:tag name="KSO_WM_UNIT_ID" val="_4*i*7"/>
  <p:tag name="KSO_WM_UNIT_INDEX" val="7"/>
  <p:tag name="KSO_WM_UNIT_ISNUMDGMTITLE" val="0"/>
  <p:tag name="KSO_WM_UNIT_LAYERLEVEL" val="1"/>
  <p:tag name="KSO_WM_UNIT_NOCLEAR" val="0"/>
  <p:tag name="KSO_WM_UNIT_TYPE" val="i"/>
</p:tagLst>
</file>

<file path=ppt/tags/tag561.xml><?xml version="1.0" encoding="utf-8"?>
<p:tagLst xmlns:a="http://schemas.openxmlformats.org/drawingml/2006/main" xmlns:r="http://schemas.openxmlformats.org/officeDocument/2006/relationships" xmlns:p="http://schemas.openxmlformats.org/presentationml/2006/main">
  <p:tag name="AS_UNIQUEID" val="3145"/>
  <p:tag name="KSO_WM_BEAUTIFY_FLAG" val=""/>
</p:tagLst>
</file>

<file path=ppt/tags/tag562.xml><?xml version="1.0" encoding="utf-8"?>
<p:tagLst xmlns:a="http://schemas.openxmlformats.org/drawingml/2006/main" xmlns:r="http://schemas.openxmlformats.org/officeDocument/2006/relationships" xmlns:p="http://schemas.openxmlformats.org/presentationml/2006/main">
  <p:tag name="AS_UNIQUEID" val="3146"/>
</p:tagLst>
</file>

<file path=ppt/tags/tag563.xml><?xml version="1.0" encoding="utf-8"?>
<p:tagLst xmlns:a="http://schemas.openxmlformats.org/drawingml/2006/main" xmlns:r="http://schemas.openxmlformats.org/officeDocument/2006/relationships" xmlns:p="http://schemas.openxmlformats.org/presentationml/2006/main">
  <p:tag name="AS_UNIQUEID" val="3157"/>
  <p:tag name="KSO_WM_BEAUTIFY_FLAG" val=""/>
</p:tagLst>
</file>

<file path=ppt/tags/tag564.xml><?xml version="1.0" encoding="utf-8"?>
<p:tagLst xmlns:a="http://schemas.openxmlformats.org/drawingml/2006/main" xmlns:r="http://schemas.openxmlformats.org/officeDocument/2006/relationships" xmlns:p="http://schemas.openxmlformats.org/presentationml/2006/main">
  <p:tag name="AS_UNIQUEID" val="3147"/>
  <p:tag name="KSO_WM_BEAUTIFY_FLAG" val=""/>
</p:tagLst>
</file>

<file path=ppt/tags/tag565.xml><?xml version="1.0" encoding="utf-8"?>
<p:tagLst xmlns:a="http://schemas.openxmlformats.org/drawingml/2006/main" xmlns:r="http://schemas.openxmlformats.org/officeDocument/2006/relationships" xmlns:p="http://schemas.openxmlformats.org/presentationml/2006/main">
  <p:tag name="AS_UNIQUEID" val="3148"/>
  <p:tag name="KSO_WM_BEAUTIFY_FLAG" val=""/>
</p:tagLst>
</file>

<file path=ppt/tags/tag566.xml><?xml version="1.0" encoding="utf-8"?>
<p:tagLst xmlns:a="http://schemas.openxmlformats.org/drawingml/2006/main" xmlns:r="http://schemas.openxmlformats.org/officeDocument/2006/relationships" xmlns:p="http://schemas.openxmlformats.org/presentationml/2006/main">
  <p:tag name="AS_UNIQUEID" val="3149"/>
  <p:tag name="KSO_WM_BEAUTIFY_FLAG" val=""/>
</p:tagLst>
</file>

<file path=ppt/tags/tag567.xml><?xml version="1.0" encoding="utf-8"?>
<p:tagLst xmlns:a="http://schemas.openxmlformats.org/drawingml/2006/main" xmlns:r="http://schemas.openxmlformats.org/officeDocument/2006/relationships" xmlns:p="http://schemas.openxmlformats.org/presentationml/2006/main">
  <p:tag name="AS_UNIQUEID" val="3150"/>
  <p:tag name="KSO_WM_BEAUTIFY_FLAG" val=""/>
</p:tagLst>
</file>

<file path=ppt/tags/tag568.xml><?xml version="1.0" encoding="utf-8"?>
<p:tagLst xmlns:a="http://schemas.openxmlformats.org/drawingml/2006/main" xmlns:r="http://schemas.openxmlformats.org/officeDocument/2006/relationships" xmlns:p="http://schemas.openxmlformats.org/presentationml/2006/main">
  <p:tag name="AS_UNIQUEID" val="3141"/>
</p:tagLst>
</file>

<file path=ppt/tags/tag569.xml><?xml version="1.0" encoding="utf-8"?>
<p:tagLst xmlns:a="http://schemas.openxmlformats.org/drawingml/2006/main" xmlns:r="http://schemas.openxmlformats.org/officeDocument/2006/relationships" xmlns:p="http://schemas.openxmlformats.org/presentationml/2006/main">
  <p:tag name="AS_UNIQUEID" val="3142"/>
</p:tagLst>
</file>

<file path=ppt/tags/tag570.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571.xml><?xml version="1.0" encoding="utf-8"?>
<p:tagLst xmlns:a="http://schemas.openxmlformats.org/drawingml/2006/main" xmlns:r="http://schemas.openxmlformats.org/officeDocument/2006/relationships" xmlns:p="http://schemas.openxmlformats.org/presentationml/2006/main">
  <p:tag name="AS_UNIQUEID" val="3144"/>
</p:tagLst>
</file>

<file path=ppt/tags/tag572.xml><?xml version="1.0" encoding="utf-8"?>
<p:tagLst xmlns:a="http://schemas.openxmlformats.org/drawingml/2006/main" xmlns:r="http://schemas.openxmlformats.org/officeDocument/2006/relationships" xmlns:p="http://schemas.openxmlformats.org/presentationml/2006/main">
  <p:tag name="AS_UNIQUEID" val="4658"/>
</p:tagLst>
</file>

<file path=ppt/tags/tag573.xml><?xml version="1.0" encoding="utf-8"?>
<p:tagLst xmlns:a="http://schemas.openxmlformats.org/drawingml/2006/main" xmlns:r="http://schemas.openxmlformats.org/officeDocument/2006/relationships" xmlns:p="http://schemas.openxmlformats.org/presentationml/2006/main">
  <p:tag name="AS_UNIQUEID" val="4378"/>
  <p:tag name="KSO_WM_DIAGRAM_VIRTUALLY_FRAME" val="{&quot;height&quot;:344.6938057742782,&quot;left&quot;:53.384881889763776,&quot;top&quot;:107.67233595800523,&quot;width&quot;:998.0651968503937}"/>
</p:tagLst>
</file>

<file path=ppt/tags/tag574.xml><?xml version="1.0" encoding="utf-8"?>
<p:tagLst xmlns:a="http://schemas.openxmlformats.org/drawingml/2006/main" xmlns:r="http://schemas.openxmlformats.org/officeDocument/2006/relationships" xmlns:p="http://schemas.openxmlformats.org/presentationml/2006/main">
  <p:tag name="AS_UNIQUEID" val="4379"/>
  <p:tag name="KSO_WM_DIAGRAM_GROUP_CODE" val="n1-1"/>
  <p:tag name="KSO_WM_DIAGRAM_VIRTUALLY_FRAME" val="{&quot;height&quot;:344.6938057742782,&quot;left&quot;:53.384881889763776,&quot;top&quot;:107.67233595800523,&quot;width&quot;:998.0651968503937}"/>
  <p:tag name="KSO_WM_TAG_VERSION" val="1.0"/>
  <p:tag name="KSO_WM_TEMPLATE_CATEGORY" val="diagram"/>
  <p:tag name="KSO_WM_TEMPLATE_INDEX" val="20187637"/>
  <p:tag name="KSO_WM_UNIT_COMPATIBLE" val="0"/>
  <p:tag name="KSO_WM_UNIT_FILL_FORE_SCHEMECOLOR_INDEX" val="5"/>
  <p:tag name="KSO_WM_UNIT_FILL_TYPE" val="1"/>
  <p:tag name="KSO_WM_UNIT_HIGHLIGHT" val="0"/>
  <p:tag name="KSO_WM_UNIT_ID" val="diagram20187637_2*n_h_i*1_1_1"/>
  <p:tag name="KSO_WM_UNIT_INDEX" val="1_1_1"/>
  <p:tag name="KSO_WM_UNIT_LAYERLEVEL" val="1_1_1"/>
  <p:tag name="KSO_WM_UNIT_TEXT_FILL_FORE_SCHEMECOLOR_INDEX" val="13"/>
  <p:tag name="KSO_WM_UNIT_TEXT_FILL_TYPE" val="1"/>
  <p:tag name="KSO_WM_UNIT_TYPE" val="n_h_i"/>
</p:tagLst>
</file>

<file path=ppt/tags/tag575.xml><?xml version="1.0" encoding="utf-8"?>
<p:tagLst xmlns:a="http://schemas.openxmlformats.org/drawingml/2006/main" xmlns:r="http://schemas.openxmlformats.org/officeDocument/2006/relationships" xmlns:p="http://schemas.openxmlformats.org/presentationml/2006/main">
  <p:tag name="AS_UNIQUEID" val="4380"/>
  <p:tag name="KSO_WM_DIAGRAM_GROUP_CODE" val="n1-1"/>
  <p:tag name="KSO_WM_DIAGRAM_VIRTUALLY_FRAME" val="{&quot;height&quot;:344.6938057742782,&quot;left&quot;:53.384881889763776,&quot;top&quot;:107.67233595800523,&quot;width&quot;:998.0651968503937}"/>
  <p:tag name="KSO_WM_TAG_VERSION" val="1.0"/>
  <p:tag name="KSO_WM_TEMPLATE_CATEGORY" val="diagram"/>
  <p:tag name="KSO_WM_TEMPLATE_INDEX" val="20187637"/>
  <p:tag name="KSO_WM_UNIT_COMPATIBLE" val="0"/>
  <p:tag name="KSO_WM_UNIT_FILL_FORE_SCHEMECOLOR_INDEX" val="5"/>
  <p:tag name="KSO_WM_UNIT_FILL_TYPE" val="1"/>
  <p:tag name="KSO_WM_UNIT_HIGHLIGHT" val="0"/>
  <p:tag name="KSO_WM_UNIT_ID" val="diagram20187637_2*n_h_a*1_1_1"/>
  <p:tag name="KSO_WM_UNIT_INDEX" val="1_1_1"/>
  <p:tag name="KSO_WM_UNIT_ISCONTENTSTITLE" val="0"/>
  <p:tag name="KSO_WM_UNIT_LAYERLEVEL" val="1_1_1"/>
  <p:tag name="KSO_WM_UNIT_PRESET_TEXT" val="添加标题"/>
  <p:tag name="KSO_WM_UNIT_TEXT_FILL_FORE_SCHEMECOLOR_INDEX" val="14"/>
  <p:tag name="KSO_WM_UNIT_TEXT_FILL_TYPE" val="1"/>
  <p:tag name="KSO_WM_UNIT_TYPE" val="n_h_a"/>
  <p:tag name="KSO_WM_UNIT_VALUE" val="54"/>
</p:tagLst>
</file>

<file path=ppt/tags/tag576.xml><?xml version="1.0" encoding="utf-8"?>
<p:tagLst xmlns:a="http://schemas.openxmlformats.org/drawingml/2006/main" xmlns:r="http://schemas.openxmlformats.org/officeDocument/2006/relationships" xmlns:p="http://schemas.openxmlformats.org/presentationml/2006/main">
  <p:tag name="AS_UNIQUEID" val="4381"/>
  <p:tag name="KSO_WM_DIAGRAM_GROUP_CODE" val="n1-1"/>
  <p:tag name="KSO_WM_DIAGRAM_VIRTUALLY_FRAME" val="{&quot;height&quot;:344.6938057742782,&quot;left&quot;:53.384881889763776,&quot;top&quot;:107.67233595800523,&quot;width&quot;:998.0651968503937}"/>
  <p:tag name="KSO_WM_TAG_VERSION" val="1.0"/>
  <p:tag name="KSO_WM_TEMPLATE_CATEGORY" val="diagram"/>
  <p:tag name="KSO_WM_TEMPLATE_INDEX" val="20187637"/>
  <p:tag name="KSO_WM_UNIT_COMPATIBLE" val="0"/>
  <p:tag name="KSO_WM_UNIT_FILL_FORE_SCHEMECOLOR_INDEX" val="6"/>
  <p:tag name="KSO_WM_UNIT_FILL_TYPE" val="1"/>
  <p:tag name="KSO_WM_UNIT_HIGHLIGHT" val="0"/>
  <p:tag name="KSO_WM_UNIT_ID" val="diagram20187637_2*n_h_h_i*1_2_1_1"/>
  <p:tag name="KSO_WM_UNIT_INDEX" val="1_2_1_1"/>
  <p:tag name="KSO_WM_UNIT_LAYERLEVEL" val="1_1_1_1"/>
  <p:tag name="KSO_WM_UNIT_TEXT_FILL_FORE_SCHEMECOLOR_INDEX" val="2"/>
  <p:tag name="KSO_WM_UNIT_TEXT_FILL_TYPE" val="1"/>
  <p:tag name="KSO_WM_UNIT_TYPE" val="n_h_h_i"/>
</p:tagLst>
</file>

<file path=ppt/tags/tag577.xml><?xml version="1.0" encoding="utf-8"?>
<p:tagLst xmlns:a="http://schemas.openxmlformats.org/drawingml/2006/main" xmlns:r="http://schemas.openxmlformats.org/officeDocument/2006/relationships" xmlns:p="http://schemas.openxmlformats.org/presentationml/2006/main">
  <p:tag name="AS_UNIQUEID" val="4382"/>
  <p:tag name="KSO_WM_DIAGRAM_GROUP_CODE" val="n1-1"/>
  <p:tag name="KSO_WM_DIAGRAM_VIRTUALLY_FRAME" val="{&quot;height&quot;:344.6938057742782,&quot;left&quot;:53.384881889763776,&quot;top&quot;:107.67233595800523,&quot;width&quot;:998.0651968503937}"/>
  <p:tag name="KSO_WM_TAG_VERSION" val="1.0"/>
  <p:tag name="KSO_WM_TEMPLATE_CATEGORY" val="diagram"/>
  <p:tag name="KSO_WM_TEMPLATE_INDEX" val="20187637"/>
  <p:tag name="KSO_WM_UNIT_COMPATIBLE" val="0"/>
  <p:tag name="KSO_WM_UNIT_FILL_FORE_SCHEMECOLOR_INDEX" val="7"/>
  <p:tag name="KSO_WM_UNIT_FILL_TYPE" val="1"/>
  <p:tag name="KSO_WM_UNIT_HIGHLIGHT" val="0"/>
  <p:tag name="KSO_WM_UNIT_ID" val="diagram20187637_2*n_h_h_i*1_2_2_1"/>
  <p:tag name="KSO_WM_UNIT_INDEX" val="1_2_2_1"/>
  <p:tag name="KSO_WM_UNIT_LAYERLEVEL" val="1_1_1_1"/>
  <p:tag name="KSO_WM_UNIT_TEXT_FILL_FORE_SCHEMECOLOR_INDEX" val="2"/>
  <p:tag name="KSO_WM_UNIT_TEXT_FILL_TYPE" val="1"/>
  <p:tag name="KSO_WM_UNIT_TYPE" val="n_h_h_i"/>
</p:tagLst>
</file>

<file path=ppt/tags/tag578.xml><?xml version="1.0" encoding="utf-8"?>
<p:tagLst xmlns:a="http://schemas.openxmlformats.org/drawingml/2006/main" xmlns:r="http://schemas.openxmlformats.org/officeDocument/2006/relationships" xmlns:p="http://schemas.openxmlformats.org/presentationml/2006/main">
  <p:tag name="AS_UNIQUEID" val="4383"/>
  <p:tag name="KSO_WM_DIAGRAM_GROUP_CODE" val="n1-1"/>
  <p:tag name="KSO_WM_DIAGRAM_VIRTUALLY_FRAME" val="{&quot;height&quot;:344.6938057742782,&quot;left&quot;:53.384881889763776,&quot;top&quot;:107.67233595800523,&quot;width&quot;:998.0651968503937}"/>
  <p:tag name="KSO_WM_TAG_VERSION" val="1.0"/>
  <p:tag name="KSO_WM_TEMPLATE_CATEGORY" val="diagram"/>
  <p:tag name="KSO_WM_TEMPLATE_INDEX" val="20187637"/>
  <p:tag name="KSO_WM_UNIT_COMPATIBLE" val="0"/>
  <p:tag name="KSO_WM_UNIT_HIGHLIGHT" val="0"/>
  <p:tag name="KSO_WM_UNIT_ID" val="diagram20187637_2*n_h_h_a*1_2_1_1"/>
  <p:tag name="KSO_WM_UNIT_INDEX" val="1_2_1_1"/>
  <p:tag name="KSO_WM_UNIT_ISCONTENTSTITLE" val="0"/>
  <p:tag name="KSO_WM_UNIT_LAYERLEVEL" val="1_1_1_1"/>
  <p:tag name="KSO_WM_UNIT_PRESET_TEXT" val="添加标题"/>
  <p:tag name="KSO_WM_UNIT_TEXT_FILL_FORE_SCHEMECOLOR_INDEX" val="6"/>
  <p:tag name="KSO_WM_UNIT_TEXT_FILL_TYPE" val="1"/>
  <p:tag name="KSO_WM_UNIT_TYPE" val="n_h_h_a"/>
  <p:tag name="KSO_WM_UNIT_VALUE" val="16"/>
</p:tagLst>
</file>

<file path=ppt/tags/tag579.xml><?xml version="1.0" encoding="utf-8"?>
<p:tagLst xmlns:a="http://schemas.openxmlformats.org/drawingml/2006/main" xmlns:r="http://schemas.openxmlformats.org/officeDocument/2006/relationships" xmlns:p="http://schemas.openxmlformats.org/presentationml/2006/main">
  <p:tag name="AS_UNIQUEID" val="4384"/>
  <p:tag name="KSO_WM_DIAGRAM_GROUP_CODE" val="n1-1"/>
  <p:tag name="KSO_WM_DIAGRAM_VIRTUALLY_FRAME" val="{&quot;height&quot;:344.6938057742782,&quot;left&quot;:53.384881889763776,&quot;top&quot;:107.67233595800523,&quot;width&quot;:998.0651968503937}"/>
  <p:tag name="KSO_WM_TAG_VERSION" val="1.0"/>
  <p:tag name="KSO_WM_TEMPLATE_CATEGORY" val="diagram"/>
  <p:tag name="KSO_WM_TEMPLATE_INDEX" val="20187637"/>
  <p:tag name="KSO_WM_UNIT_COMPATIBLE" val="0"/>
  <p:tag name="KSO_WM_UNIT_HIGHLIGHT" val="0"/>
  <p:tag name="KSO_WM_UNIT_ID" val="diagram20187637_2*n_h_h_f*1_2_1_1"/>
  <p:tag name="KSO_WM_UNIT_INDEX" val="1_2_1_1"/>
  <p:tag name="KSO_WM_UNIT_LAYERLEVEL" val="1_1_1_1"/>
  <p:tag name="KSO_WM_UNIT_PRESET_TEXT" val="单击此处添加文本具体内容，简明扼要的阐述您的观点。"/>
  <p:tag name="KSO_WM_UNIT_TEXT_FILL_FORE_SCHEMECOLOR_INDEX" val="13"/>
  <p:tag name="KSO_WM_UNIT_TEXT_FILL_TYPE" val="1"/>
  <p:tag name="KSO_WM_UNIT_TYPE" val="n_h_h_f"/>
  <p:tag name="KSO_WM_UNIT_VALUE" val="38"/>
</p:tagLst>
</file>

<file path=ppt/tags/tag580.xml><?xml version="1.0" encoding="utf-8"?>
<p:tagLst xmlns:a="http://schemas.openxmlformats.org/drawingml/2006/main" xmlns:r="http://schemas.openxmlformats.org/officeDocument/2006/relationships" xmlns:p="http://schemas.openxmlformats.org/presentationml/2006/main">
  <p:tag name="AS_UNIQUEID" val="4385"/>
  <p:tag name="KSO_WM_DIAGRAM_GROUP_CODE" val="n1-1"/>
  <p:tag name="KSO_WM_DIAGRAM_VIRTUALLY_FRAME" val="{&quot;height&quot;:344.6938057742782,&quot;left&quot;:53.384881889763776,&quot;top&quot;:107.67233595800523,&quot;width&quot;:998.0651968503937}"/>
  <p:tag name="KSO_WM_TAG_VERSION" val="1.0"/>
  <p:tag name="KSO_WM_TEMPLATE_CATEGORY" val="diagram"/>
  <p:tag name="KSO_WM_TEMPLATE_INDEX" val="20187637"/>
  <p:tag name="KSO_WM_UNIT_COMPATIBLE" val="0"/>
  <p:tag name="KSO_WM_UNIT_HIGHLIGHT" val="0"/>
  <p:tag name="KSO_WM_UNIT_ID" val="diagram20187637_2*n_h_h_a*1_2_2_1"/>
  <p:tag name="KSO_WM_UNIT_INDEX" val="1_2_2_1"/>
  <p:tag name="KSO_WM_UNIT_ISCONTENTSTITLE" val="0"/>
  <p:tag name="KSO_WM_UNIT_LAYERLEVEL" val="1_1_1_1"/>
  <p:tag name="KSO_WM_UNIT_PRESET_TEXT" val="添加标题"/>
  <p:tag name="KSO_WM_UNIT_TEXT_FILL_FORE_SCHEMECOLOR_INDEX" val="7"/>
  <p:tag name="KSO_WM_UNIT_TEXT_FILL_TYPE" val="1"/>
  <p:tag name="KSO_WM_UNIT_TYPE" val="n_h_h_a"/>
  <p:tag name="KSO_WM_UNIT_VALUE" val="16"/>
</p:tagLst>
</file>

<file path=ppt/tags/tag581.xml><?xml version="1.0" encoding="utf-8"?>
<p:tagLst xmlns:a="http://schemas.openxmlformats.org/drawingml/2006/main" xmlns:r="http://schemas.openxmlformats.org/officeDocument/2006/relationships" xmlns:p="http://schemas.openxmlformats.org/presentationml/2006/main">
  <p:tag name="AS_UNIQUEID" val="4386"/>
  <p:tag name="KSO_WM_DIAGRAM_GROUP_CODE" val="n1-1"/>
  <p:tag name="KSO_WM_DIAGRAM_VIRTUALLY_FRAME" val="{&quot;height&quot;:344.6938057742782,&quot;left&quot;:53.384881889763776,&quot;top&quot;:107.67233595800523,&quot;width&quot;:998.0651968503937}"/>
  <p:tag name="KSO_WM_TAG_VERSION" val="1.0"/>
  <p:tag name="KSO_WM_TEMPLATE_CATEGORY" val="diagram"/>
  <p:tag name="KSO_WM_TEMPLATE_INDEX" val="20187637"/>
  <p:tag name="KSO_WM_UNIT_COMPATIBLE" val="0"/>
  <p:tag name="KSO_WM_UNIT_HIGHLIGHT" val="0"/>
  <p:tag name="KSO_WM_UNIT_ID" val="diagram20187637_2*n_h_h_f*1_2_2_1"/>
  <p:tag name="KSO_WM_UNIT_INDEX" val="1_2_2_1"/>
  <p:tag name="KSO_WM_UNIT_LAYERLEVEL" val="1_1_1_1"/>
  <p:tag name="KSO_WM_UNIT_PRESET_TEXT" val="单击此处添加文本具体内容，简明扼要的阐述您的观点。"/>
  <p:tag name="KSO_WM_UNIT_TEXT_FILL_FORE_SCHEMECOLOR_INDEX" val="13"/>
  <p:tag name="KSO_WM_UNIT_TEXT_FILL_TYPE" val="1"/>
  <p:tag name="KSO_WM_UNIT_TYPE" val="n_h_h_f"/>
  <p:tag name="KSO_WM_UNIT_VALUE" val="38"/>
</p:tagLst>
</file>

<file path=ppt/tags/tag582.xml><?xml version="1.0" encoding="utf-8"?>
<p:tagLst xmlns:a="http://schemas.openxmlformats.org/drawingml/2006/main" xmlns:r="http://schemas.openxmlformats.org/officeDocument/2006/relationships" xmlns:p="http://schemas.openxmlformats.org/presentationml/2006/main">
  <p:tag name="AS_UNIQUEID" val="4659"/>
  <p:tag name="KSO_WM_BEAUTIFY_FLAG" val="#wm#"/>
  <p:tag name="KSO_WM_TAG_VERSION" val="3.0"/>
  <p:tag name="KSO_WM_UNIT_COMPATIBLE" val="0"/>
  <p:tag name="KSO_WM_UNIT_DIAGRAM_ISNUMVISUAL" val="0"/>
  <p:tag name="KSO_WM_UNIT_DIAGRAM_ISREFERUNIT" val="0"/>
  <p:tag name="KSO_WM_UNIT_HIGHLIGHT" val="0"/>
  <p:tag name="KSO_WM_UNIT_ID" val="_4*i*3"/>
  <p:tag name="KSO_WM_UNIT_INDEX" val="3"/>
  <p:tag name="KSO_WM_UNIT_ISNUMDGMTITLE" val="0"/>
  <p:tag name="KSO_WM_UNIT_LAYERLEVEL" val="1"/>
  <p:tag name="KSO_WM_UNIT_NOCLEAR" val="0"/>
  <p:tag name="KSO_WM_UNIT_TYPE" val="i"/>
</p:tagLst>
</file>

<file path=ppt/tags/tag583.xml><?xml version="1.0" encoding="utf-8"?>
<p:tagLst xmlns:a="http://schemas.openxmlformats.org/drawingml/2006/main" xmlns:r="http://schemas.openxmlformats.org/officeDocument/2006/relationships" xmlns:p="http://schemas.openxmlformats.org/presentationml/2006/main">
  <p:tag name="AS_UNIQUEID" val="4660"/>
  <p:tag name="KSO_WM_BEAUTIFY_FLAG" val="#wm#"/>
  <p:tag name="KSO_WM_TAG_VERSION" val="3.0"/>
  <p:tag name="KSO_WM_UNIT_COMPATIBLE" val="0"/>
  <p:tag name="KSO_WM_UNIT_DIAGRAM_ISNUMVISUAL" val="0"/>
  <p:tag name="KSO_WM_UNIT_DIAGRAM_ISREFERUNIT" val="0"/>
  <p:tag name="KSO_WM_UNIT_HIGHLIGHT" val="0"/>
  <p:tag name="KSO_WM_UNIT_ID" val="_4*i*7"/>
  <p:tag name="KSO_WM_UNIT_INDEX" val="7"/>
  <p:tag name="KSO_WM_UNIT_ISNUMDGMTITLE" val="0"/>
  <p:tag name="KSO_WM_UNIT_LAYERLEVEL" val="1"/>
  <p:tag name="KSO_WM_UNIT_NOCLEAR" val="0"/>
  <p:tag name="KSO_WM_UNIT_TYPE" val="i"/>
</p:tagLst>
</file>

<file path=ppt/tags/tag584.xml><?xml version="1.0" encoding="utf-8"?>
<p:tagLst xmlns:a="http://schemas.openxmlformats.org/drawingml/2006/main" xmlns:r="http://schemas.openxmlformats.org/officeDocument/2006/relationships" xmlns:p="http://schemas.openxmlformats.org/presentationml/2006/main">
  <p:tag name="AS_UNIQUEID" val="3145"/>
  <p:tag name="KSO_WM_BEAUTIFY_FLAG" val=""/>
</p:tagLst>
</file>

<file path=ppt/tags/tag585.xml><?xml version="1.0" encoding="utf-8"?>
<p:tagLst xmlns:a="http://schemas.openxmlformats.org/drawingml/2006/main" xmlns:r="http://schemas.openxmlformats.org/officeDocument/2006/relationships" xmlns:p="http://schemas.openxmlformats.org/presentationml/2006/main">
  <p:tag name="AS_UNIQUEID" val="3146"/>
</p:tagLst>
</file>

<file path=ppt/tags/tag586.xml><?xml version="1.0" encoding="utf-8"?>
<p:tagLst xmlns:a="http://schemas.openxmlformats.org/drawingml/2006/main" xmlns:r="http://schemas.openxmlformats.org/officeDocument/2006/relationships" xmlns:p="http://schemas.openxmlformats.org/presentationml/2006/main">
  <p:tag name="AS_UNIQUEID" val="3157"/>
  <p:tag name="KSO_WM_BEAUTIFY_FLAG" val=""/>
</p:tagLst>
</file>

<file path=ppt/tags/tag587.xml><?xml version="1.0" encoding="utf-8"?>
<p:tagLst xmlns:a="http://schemas.openxmlformats.org/drawingml/2006/main" xmlns:r="http://schemas.openxmlformats.org/officeDocument/2006/relationships" xmlns:p="http://schemas.openxmlformats.org/presentationml/2006/main">
  <p:tag name="AS_UNIQUEID" val="3147"/>
  <p:tag name="KSO_WM_BEAUTIFY_FLAG" val=""/>
</p:tagLst>
</file>

<file path=ppt/tags/tag588.xml><?xml version="1.0" encoding="utf-8"?>
<p:tagLst xmlns:a="http://schemas.openxmlformats.org/drawingml/2006/main" xmlns:r="http://schemas.openxmlformats.org/officeDocument/2006/relationships" xmlns:p="http://schemas.openxmlformats.org/presentationml/2006/main">
  <p:tag name="AS_UNIQUEID" val="3148"/>
  <p:tag name="KSO_WM_BEAUTIFY_FLAG" val=""/>
</p:tagLst>
</file>

<file path=ppt/tags/tag589.xml><?xml version="1.0" encoding="utf-8"?>
<p:tagLst xmlns:a="http://schemas.openxmlformats.org/drawingml/2006/main" xmlns:r="http://schemas.openxmlformats.org/officeDocument/2006/relationships" xmlns:p="http://schemas.openxmlformats.org/presentationml/2006/main">
  <p:tag name="AS_UNIQUEID" val="3149"/>
  <p:tag name="KSO_WM_BEAUTIFY_FLAG" val=""/>
</p:tagLst>
</file>

<file path=ppt/tags/tag590.xml><?xml version="1.0" encoding="utf-8"?>
<p:tagLst xmlns:a="http://schemas.openxmlformats.org/drawingml/2006/main" xmlns:r="http://schemas.openxmlformats.org/officeDocument/2006/relationships" xmlns:p="http://schemas.openxmlformats.org/presentationml/2006/main">
  <p:tag name="AS_UNIQUEID" val="3150"/>
  <p:tag name="KSO_WM_BEAUTIFY_FLAG" val=""/>
</p:tagLst>
</file>

<file path=ppt/tags/tag591.xml><?xml version="1.0" encoding="utf-8"?>
<p:tagLst xmlns:a="http://schemas.openxmlformats.org/drawingml/2006/main" xmlns:r="http://schemas.openxmlformats.org/officeDocument/2006/relationships" xmlns:p="http://schemas.openxmlformats.org/presentationml/2006/main">
  <p:tag name="AS_UNIQUEID" val="3141"/>
</p:tagLst>
</file>

<file path=ppt/tags/tag592.xml><?xml version="1.0" encoding="utf-8"?>
<p:tagLst xmlns:a="http://schemas.openxmlformats.org/drawingml/2006/main" xmlns:r="http://schemas.openxmlformats.org/officeDocument/2006/relationships" xmlns:p="http://schemas.openxmlformats.org/presentationml/2006/main">
  <p:tag name="AS_UNIQUEID" val="3142"/>
</p:tagLst>
</file>

<file path=ppt/tags/tag593.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594.xml><?xml version="1.0" encoding="utf-8"?>
<p:tagLst xmlns:a="http://schemas.openxmlformats.org/drawingml/2006/main" xmlns:r="http://schemas.openxmlformats.org/officeDocument/2006/relationships" xmlns:p="http://schemas.openxmlformats.org/presentationml/2006/main">
  <p:tag name="AS_UNIQUEID" val="4391"/>
  <p:tag name="KSO_WM_BEAUTIFY_FLAG" val=""/>
</p:tagLst>
</file>

<file path=ppt/tags/tag595.xml><?xml version="1.0" encoding="utf-8"?>
<p:tagLst xmlns:a="http://schemas.openxmlformats.org/drawingml/2006/main" xmlns:r="http://schemas.openxmlformats.org/officeDocument/2006/relationships" xmlns:p="http://schemas.openxmlformats.org/presentationml/2006/main">
  <p:tag name="AS_UNIQUEID" val="4392"/>
</p:tagLst>
</file>

<file path=ppt/tags/tag596.xml><?xml version="1.0" encoding="utf-8"?>
<p:tagLst xmlns:a="http://schemas.openxmlformats.org/drawingml/2006/main" xmlns:r="http://schemas.openxmlformats.org/officeDocument/2006/relationships" xmlns:p="http://schemas.openxmlformats.org/presentationml/2006/main">
  <p:tag name="AS_UNIQUEID" val="4393"/>
</p:tagLst>
</file>

<file path=ppt/tags/tag597.xml><?xml version="1.0" encoding="utf-8"?>
<p:tagLst xmlns:a="http://schemas.openxmlformats.org/drawingml/2006/main" xmlns:r="http://schemas.openxmlformats.org/officeDocument/2006/relationships" xmlns:p="http://schemas.openxmlformats.org/presentationml/2006/main">
  <p:tag name="AS_UNIQUEID" val="4394"/>
  <p:tag name="KSO_WM_BEAUTIFY_FLAG" val=""/>
</p:tagLst>
</file>

<file path=ppt/tags/tag598.xml><?xml version="1.0" encoding="utf-8"?>
<p:tagLst xmlns:a="http://schemas.openxmlformats.org/drawingml/2006/main" xmlns:r="http://schemas.openxmlformats.org/officeDocument/2006/relationships" xmlns:p="http://schemas.openxmlformats.org/presentationml/2006/main">
  <p:tag name="AS_UNIQUEID" val="4395"/>
</p:tagLst>
</file>

<file path=ppt/tags/tag599.xml><?xml version="1.0" encoding="utf-8"?>
<p:tagLst xmlns:a="http://schemas.openxmlformats.org/drawingml/2006/main" xmlns:r="http://schemas.openxmlformats.org/officeDocument/2006/relationships" xmlns:p="http://schemas.openxmlformats.org/presentationml/2006/main">
  <p:tag name="AS_UNIQUEID" val="4396"/>
</p:tagLst>
</file>

<file path=ppt/tags/tag600.xml><?xml version="1.0" encoding="utf-8"?>
<p:tagLst xmlns:a="http://schemas.openxmlformats.org/drawingml/2006/main" xmlns:r="http://schemas.openxmlformats.org/officeDocument/2006/relationships" xmlns:p="http://schemas.openxmlformats.org/presentationml/2006/main">
  <p:tag name="AS_UNIQUEID" val="4397"/>
</p:tagLst>
</file>

<file path=ppt/tags/tag601.xml><?xml version="1.0" encoding="utf-8"?>
<p:tagLst xmlns:a="http://schemas.openxmlformats.org/drawingml/2006/main" xmlns:r="http://schemas.openxmlformats.org/officeDocument/2006/relationships" xmlns:p="http://schemas.openxmlformats.org/presentationml/2006/main">
  <p:tag name="AS_UNIQUEID" val="4388"/>
</p:tagLst>
</file>

<file path=ppt/tags/tag602.xml><?xml version="1.0" encoding="utf-8"?>
<p:tagLst xmlns:a="http://schemas.openxmlformats.org/drawingml/2006/main" xmlns:r="http://schemas.openxmlformats.org/officeDocument/2006/relationships" xmlns:p="http://schemas.openxmlformats.org/presentationml/2006/main">
  <p:tag name="AS_UNIQUEID" val="4389"/>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Arial"/>
      </a:majorFont>
      <a:minorFont>
        <a:latin typeface="Arial"/>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Arial"/>
      </a:majorFont>
      <a:minorFont>
        <a:latin typeface="Arial"/>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3263</Words>
  <Application>Microsoft Macintosh PowerPoint</Application>
  <PresentationFormat>Widescreen</PresentationFormat>
  <Paragraphs>204</Paragraphs>
  <Slides>45</Slides>
  <Notes>13</Notes>
  <HiddenSlides>0</HiddenSlides>
  <MMClips>6</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45</vt:i4>
      </vt:variant>
    </vt:vector>
  </HeadingPairs>
  <TitlesOfParts>
    <vt:vector size="57" baseType="lpstr">
      <vt:lpstr>等线</vt:lpstr>
      <vt:lpstr>微软雅黑</vt:lpstr>
      <vt:lpstr>MiSans Bold</vt:lpstr>
      <vt:lpstr>黑体</vt:lpstr>
      <vt:lpstr>宋体</vt:lpstr>
      <vt:lpstr>Source Han Sans CN</vt:lpstr>
      <vt:lpstr>Arial</vt:lpstr>
      <vt:lpstr>Calibri</vt:lpstr>
      <vt:lpstr>Times New Roman</vt:lpstr>
      <vt:lpstr>Wingdings</vt:lpstr>
      <vt:lpstr>Office 主题​​</vt:lpstr>
      <vt:lpstr>1_Office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学科网</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rbm.xkw.com</dc:creator>
  <cp:lastModifiedBy>Xingyu Shu</cp:lastModifiedBy>
  <cp:revision>2</cp:revision>
  <cp:lastPrinted>2026-10-23T12:04:01Z</cp:lastPrinted>
  <dcterms:created xsi:type="dcterms:W3CDTF">2026-10-23T12:04:01Z</dcterms:created>
  <dcterms:modified xsi:type="dcterms:W3CDTF">2026-10-28T23:31:51Z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