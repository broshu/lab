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装饰星形"/>
          <p:cNvSpPr/>
          <p:nvPr/>
        </p:nvSpPr>
        <p:spPr>
          <a:xfrm>
            <a:off x="5715000" y="1905000"/>
            <a:ext cx="762000" cy="762000"/>
          </a:xfrm>
          <a:prstGeom prst="star8">
            <a:avLst>
              <a:gd name="adj" fmla="val 2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914400"/>
          </a:xfrm>
        </p:spPr>
        <p:txBody>
          <a:bodyPr anchor="b"/>
          <a:lstStyle>
            <a:lvl1pPr algn="ctr">
              <a:defRPr sz="4400" b="1" baseline="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0000"/>
            <a:ext cx="9144000" cy="1066800"/>
          </a:xfrm>
        </p:spPr>
        <p:txBody>
          <a:bodyPr/>
          <a:lstStyle>
            <a:lvl1pPr marL="0" indent="0" algn="ctr">
              <a:buNone/>
              <a:defRPr sz="2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70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70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725319"/>
          </a:xfrm>
        </p:spPr>
        <p:txBody>
          <a:bodyPr/>
          <a:lstStyle>
            <a:lvl1pPr marL="0" indent="0">
              <a:buNone/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9640" y="1681163"/>
            <a:ext cx="5029200" cy="74000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9640" y="2695575"/>
            <a:ext cx="5029200" cy="34940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81163"/>
            <a:ext cx="5029200" cy="74000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695575"/>
            <a:ext cx="5029200" cy="34940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装饰条"/>
          <p:cNvSpPr/>
          <p:nvPr/>
        </p:nvSpPr>
        <p:spPr>
          <a:xfrm>
            <a:off x="647700" y="609600"/>
            <a:ext cx="11430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zh-CN"/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B7092-4A12-C427-EA6B-ED181737F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闭合电路的欧姆定律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154F0-3D76-DB8A-57E4-D2E8C8BD4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高中物理 · 必修第三册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8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本节学习目标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理解电源电动势的概念，知道电动势与路端电压的区别</a:t>
            </a:r>
          </a:p>
          <a:p>
            <a:pPr lvl="1"/>
            <a:r>
              <a:rPr lang="zh-CN" altLang="en-US"/>
              <a:t>能区分内电路与外电路</a:t>
            </a:r>
          </a:p>
          <a:p>
            <a:pPr lvl="0"/>
            <a:r>
              <a:rPr lang="zh-CN" altLang="en-US"/>
              <a:t>掌握闭合电路欧姆定律的表达式及适用条件</a:t>
            </a:r>
          </a:p>
          <a:p>
            <a:pPr lvl="1"/>
            <a:r>
              <a:rPr lang="en-US" altLang="zh-CN"/>
              <a:t>I = E / (R + r)</a:t>
            </a:r>
          </a:p>
          <a:p>
            <a:pPr lvl="0"/>
            <a:r>
              <a:rPr lang="zh-CN" altLang="en-US"/>
              <a:t>会用图象分析路端电压随负载变化的规律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此版式无标题、整页可用，适合放大图、例题解析或实验装置照片</a:t>
            </a:r>
          </a:p>
          <a:p>
            <a:r>
              <a:rPr lang="zh-CN" altLang="en-US"/>
              <a:t>内容从页面顶部开始，空间最大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闭合电路的动态分析（仅标题版式）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串联电路与并联电路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串联电路</a:t>
            </a:r>
          </a:p>
          <a:p>
            <a:pPr lvl="1"/>
            <a:r>
              <a:rPr lang="zh-CN" altLang="en-US"/>
              <a:t>电流处处相等</a:t>
            </a:r>
          </a:p>
          <a:p>
            <a:pPr lvl="1"/>
            <a:r>
              <a:rPr lang="zh-CN" altLang="en-US"/>
              <a:t>总电压等于各部分电压之和</a:t>
            </a:r>
          </a:p>
          <a:p>
            <a:pPr lvl="1"/>
            <a:r>
              <a:rPr lang="zh-CN" altLang="en-US"/>
              <a:t>总电阻等于各电阻之和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并联电路</a:t>
            </a:r>
          </a:p>
          <a:p>
            <a:pPr lvl="1"/>
            <a:r>
              <a:rPr lang="zh-CN" altLang="en-US"/>
              <a:t>各支路两端电压相等</a:t>
            </a:r>
          </a:p>
          <a:p>
            <a:pPr lvl="1"/>
            <a:r>
              <a:rPr lang="zh-CN" altLang="en-US"/>
              <a:t>干路电流等于支路电流之和</a:t>
            </a:r>
          </a:p>
          <a:p>
            <a:pPr lvl="1"/>
            <a:r>
              <a:rPr lang="zh-CN" altLang="en-US"/>
              <a:t>总电阻的倒数等于各电阻倒数之和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电压表与电流表的比较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电压表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与被测元件并联</a:t>
            </a:r>
          </a:p>
          <a:p>
            <a:r>
              <a:rPr lang="zh-CN" altLang="en-US"/>
              <a:t>内阻越大越好</a:t>
            </a:r>
          </a:p>
          <a:p>
            <a:r>
              <a:rPr lang="zh-CN" altLang="en-US"/>
              <a:t>由灵敏电流计串联大电阻改装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电流表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CN" altLang="en-US"/>
              <a:t>与被测元件串联</a:t>
            </a:r>
          </a:p>
          <a:p>
            <a:r>
              <a:rPr lang="zh-CN" altLang="en-US"/>
              <a:t>内阻越小越好</a:t>
            </a:r>
          </a:p>
          <a:p>
            <a:r>
              <a:rPr lang="zh-CN" altLang="en-US"/>
              <a:t>由灵敏电流计并联小电阻改装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laude">
      <a:dk1>
        <a:srgbClr val="262624"/>
      </a:dk1>
      <a:lt1>
        <a:srgbClr val="FAF9F5"/>
      </a:lt1>
      <a:dk2>
        <a:srgbClr val="6B6A66"/>
      </a:dk2>
      <a:lt2>
        <a:srgbClr val="F0EEE6"/>
      </a:lt2>
      <a:accent1>
        <a:srgbClr val="D97757"/>
      </a:accent1>
      <a:accent2>
        <a:srgbClr val="C15F3C"/>
      </a:accent2>
      <a:accent3>
        <a:srgbClr val="8A8776"/>
      </a:accent3>
      <a:accent4>
        <a:srgbClr val="EBDBBC"/>
      </a:accent4>
      <a:accent5>
        <a:srgbClr val="6A9BCC"/>
      </a:accent5>
      <a:accent6>
        <a:srgbClr val="788C5D"/>
      </a:accent6>
      <a:hlink>
        <a:srgbClr val="C15F3C"/>
      </a:hlink>
      <a:folHlink>
        <a:srgbClr val="8A8776"/>
      </a:folHlink>
    </a:clrScheme>
    <a:fontScheme name="Claude YaHei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1</cp:revision>
  <dcterms:created xsi:type="dcterms:W3CDTF">2026-07-02T06:20:53Z</dcterms:created>
  <dcterms:modified xsi:type="dcterms:W3CDTF">2026-07-02T06:21:23Z</dcterms:modified>
</cp:coreProperties>
</file>