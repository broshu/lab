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7"/>
  </p:normalViewPr>
  <p:slideViewPr>
    <p:cSldViewPr snapToGrid="0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CE44-9EE0-0C66-907A-91498DC58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29196-7449-B0BC-58E9-86B1CECBF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515C4-F69A-7A9F-79D0-1170680E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4E5FD-EB68-491D-B64B-123C452E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69D4A-1926-3F38-B3E3-41CF57AA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7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77CB-3B63-2342-4E12-586D0BE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50B2-D6D5-EA67-41E9-7ED62C2D4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EF918-B9D7-E5C6-6EE4-CAC63BB1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EBDCA-3485-DABC-9684-8AE198E3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A8C32-458B-CF9D-1578-A38692D8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3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2367-9A0F-6EF8-2FE3-05283767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0AAC1-5A95-6AB6-A027-3E71E26EC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4E9E-6094-31E1-5B6F-7D7FC4D7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B2AC1-916C-DC12-FB84-4AC97004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47AAC-EF06-E308-2A8D-60D8B12D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3A4F-0BA2-E775-3294-55A2997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18720-ACAF-CCBA-8A15-F0F40FDC3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95E49-A50F-9994-C004-3507779EF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751E7-A723-A09E-216D-CBA17B7C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ECE0A-B60A-3A16-2DC6-875DA4C7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FC122-0478-6A3E-33AC-E548E22A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37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99D9-94F8-D1C5-3D88-3D34AED9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9D2B6-6584-BFB4-B2C4-242D62845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965B4-8F90-EF3C-ACC2-B92279F8D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6AE08-8415-E81F-2173-9AAC39630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EC27F-CA03-C1E0-2B6B-F5DD6121F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2E1D6-592C-D972-0AAD-6C529EA3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B0869-5903-CAAE-1AA8-4A066335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2ECBC-91C4-E64E-3535-A8FDBD3D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5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FF89-C3A3-3E75-479F-D6620A64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88CDA-CC7F-9802-2A63-25CA22D3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43DB8-2547-013B-B939-3B9E5FB3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3BB69-BD05-6BE0-5ACF-33CDFCF1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8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D61BD-86A7-CE0B-4B11-3CAC4B07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E0D8D-BEA6-098C-8763-C5A854F4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8E1F-173B-2428-C1B6-8ABCA2B2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4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8023-D8C7-10A4-1617-E77488FE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85D42-3A67-F5D6-22D2-3649C4D29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62F09-D1D2-DB51-0B25-CD92EEAB2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8DD7A-9C25-0584-7C77-12D4A914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1D2CB-CFE2-E6F3-CE2B-DEA3410E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3BAA-0ACF-E5CA-5DC6-048C3953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2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68B7-86CD-1F2A-6EFE-92D9D2A3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68501-0F46-180A-2ABE-57791673F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C8C0A-72DB-D233-002B-897920B8B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7DEB-0F75-BC67-3137-C03D9DFB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94A20-C176-94AF-AA31-719A1419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F44EC-9B77-3D42-4765-C25FB637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2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7CF2-6350-DFBC-40BB-F53CF37B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AE84-1F50-603B-9F48-F77A90943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432CF-4B62-2006-B605-2D01D87A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24439-6F88-ACC8-A79C-EC3E2D88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C134D-6A9A-DD5D-5E04-1F3307F5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4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EF652-CCF9-D9DC-0AF7-68EAEE3E0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A0F40-3F6F-C717-C191-CEBB43D3A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07738-32E9-2084-A5CC-B271F0BF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9DBE7-DF0A-0D49-445B-B9E5524F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7FCC-DE8E-881A-7A02-F3241D6C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6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76841-3BD8-AAEF-AC68-469D753A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5E20E-364D-9201-871E-108FE4059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B5DD4-5E4A-4742-24C6-69E90CA06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D8E8F-3C81-C04D-92FF-3411DF0A003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402F1-EEDF-112B-6220-B6365851A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70F19-A9C8-1A78-EB7B-A9166CB83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1C19A-991D-1D48-8FCD-16A69F7BD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3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5AAE-92F7-7547-6522-59904D82F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AA32F-A583-5734-6094-FD8C068BD4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1A9E6-8DE7-58CB-8240-83C838095D8C}"/>
              </a:ext>
            </a:extLst>
          </p:cNvPr>
          <p:cNvSpPr txBox="1"/>
          <p:nvPr/>
        </p:nvSpPr>
        <p:spPr>
          <a:xfrm>
            <a:off x="275573" y="5511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87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2026-05-12T11:54:28Z</dcterms:created>
  <dcterms:modified xsi:type="dcterms:W3CDTF">2026-05-12T11:54:43Z</dcterms:modified>
</cp:coreProperties>
</file>