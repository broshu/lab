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mf" ContentType="image/x-wmf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3" r:id="rId6"/>
    <p:sldId id="265" r:id="rId7"/>
    <p:sldId id="264" r:id="rId8"/>
    <p:sldId id="261" r:id="rId9"/>
    <p:sldId id="262" r:id="rId10"/>
    <p:sldId id="3100" r:id="rId11"/>
    <p:sldId id="3101" r:id="rId12"/>
    <p:sldId id="3102" r:id="rId13"/>
    <p:sldId id="3104" r:id="rId14"/>
    <p:sldId id="3105" r:id="rId15"/>
    <p:sldId id="3107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07" autoAdjust="0"/>
    <p:restoredTop sz="94658"/>
  </p:normalViewPr>
  <p:slideViewPr>
    <p:cSldViewPr snapToGrid="0">
      <p:cViewPr varScale="1">
        <p:scale>
          <a:sx n="120" d="100"/>
          <a:sy n="120" d="100"/>
        </p:scale>
        <p:origin x="61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9BAE26-56B8-2430-61FE-210867C46B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b="1" baseline="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37BB5E0-8FB4-28ED-7516-8F1B6E2328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 b="1" baseline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B12B10A-941C-D939-27AC-6B15C7D34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95057-F28B-4021-A46F-4C2D267CFC9D}" type="datetimeFigureOut">
              <a:rPr lang="en-US" smtClean="0"/>
              <a:t>5/20/26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49AD2BD-88C2-A651-59BE-1F23AE6AA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A89C6D7-3953-E131-FC50-ABB0C76B8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3104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787BA6-2A8E-5FA0-58D6-C944834A0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 i="0" baseline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AD54497-2070-1B06-6BF5-7537BD4B78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4E8D4BD-E88E-12E0-8F46-4ED0DD7A3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95057-F28B-4021-A46F-4C2D267CFC9D}" type="datetimeFigureOut">
              <a:rPr lang="en-US" smtClean="0"/>
              <a:t>5/20/26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B0FAC07-7BC7-4FEA-4C23-59EAF4C59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44D76C5-DC12-60D9-043D-68225995A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5376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AD54497-2070-1B06-6BF5-7537BD4B78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23081"/>
            <a:ext cx="10515600" cy="5811838"/>
          </a:xfrm>
        </p:spPr>
        <p:txBody>
          <a:bodyPr/>
          <a:lstStyle>
            <a:lvl1pPr marL="0" indent="0">
              <a:buNone/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4E8D4BD-E88E-12E0-8F46-4ED0DD7A3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95057-F28B-4021-A46F-4C2D267CFC9D}" type="datetimeFigureOut">
              <a:rPr lang="en-US" smtClean="0"/>
              <a:t>5/20/26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B0FAC07-7BC7-4FEA-4C23-59EAF4C59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44D76C5-DC12-60D9-043D-68225995A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9453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6037C5-4353-B18D-E7F6-50395C0532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>
            <a:lvl1pPr algn="ctr">
              <a:defRPr b="1"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095E053-2D55-7D42-832A-64D9FD71F0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95057-F28B-4021-A46F-4C2D267CFC9D}" type="datetimeFigureOut">
              <a:rPr lang="en-US" smtClean="0"/>
              <a:t>5/20/26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409B3BC-5091-C9EB-93DC-DAA2C0485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9B95254-26E7-464E-C68E-165FA6809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5004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135E84-15A1-7FC9-AFAF-8FADC46CD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E4AF478-0EFE-AC89-ED8A-29756B0B9E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9BB167-44B9-706B-D666-89AE18CB9E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CE7B3BB-7A6E-45B9-71DF-CB6C64FBAB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95057-F28B-4021-A46F-4C2D267CFC9D}" type="datetimeFigureOut">
              <a:rPr lang="en-US" smtClean="0"/>
              <a:t>5/20/26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3162526-EB46-7571-519E-1D9919B8F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0FDE84E-A2DC-6924-24F0-2B9796818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4904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3554D5-D7A9-A1DD-900A-2FD838DA3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b="1"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3E7B749-E7A9-21B5-B42B-E0A39C25CC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07C0BC1-B0B5-7AAD-E11A-81B8F71F4C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339032A-E84E-69B4-CBA0-AA0E80DEEB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95D864D-D9D2-FFDB-0B84-6A573F795D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1228042-54E5-4EAA-2940-C44C574436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95057-F28B-4021-A46F-4C2D267CFC9D}" type="datetimeFigureOut">
              <a:rPr lang="en-US" smtClean="0"/>
              <a:t>5/20/26</a:t>
            </a:fld>
            <a:endParaRPr 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0899DAD-BFB9-32DF-3CE6-59BAD615A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7AF6A48-CE64-6945-8AD6-C8258AA9A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5961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C416FE3-9FFB-D473-650E-C0FF08387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F6876DD-7317-1E24-5465-9C24EFCE52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38481CF-CAF6-E439-D9F9-98DE38F887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A95057-F28B-4021-A46F-4C2D267CFC9D}" type="datetimeFigureOut">
              <a:rPr lang="en-US" smtClean="0"/>
              <a:t>5/20/26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123095-2A83-7320-9954-6441CBEAF2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D8FB62F-A58A-E29F-AA4A-4628B24796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700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6" r:id="rId3"/>
    <p:sldLayoutId id="2147483654" r:id="rId4"/>
    <p:sldLayoutId id="2147483652" r:id="rId5"/>
    <p:sldLayoutId id="2147483653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4" Type="http://schemas.openxmlformats.org/officeDocument/2006/relationships/image" Target="../media/image10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4" Type="http://schemas.openxmlformats.org/officeDocument/2006/relationships/image" Target="NUL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3" Type="http://schemas.openxmlformats.org/officeDocument/2006/relationships/tags" Target="../tags/tag14.xml"/><Relationship Id="rId18" Type="http://schemas.openxmlformats.org/officeDocument/2006/relationships/tags" Target="../tags/tag19.xml"/><Relationship Id="rId26" Type="http://schemas.openxmlformats.org/officeDocument/2006/relationships/tags" Target="../tags/tag27.xml"/><Relationship Id="rId39" Type="http://schemas.openxmlformats.org/officeDocument/2006/relationships/tags" Target="../tags/tag40.xml"/><Relationship Id="rId21" Type="http://schemas.openxmlformats.org/officeDocument/2006/relationships/tags" Target="../tags/tag22.xml"/><Relationship Id="rId34" Type="http://schemas.openxmlformats.org/officeDocument/2006/relationships/tags" Target="../tags/tag35.xml"/><Relationship Id="rId42" Type="http://schemas.openxmlformats.org/officeDocument/2006/relationships/tags" Target="../tags/tag43.xml"/><Relationship Id="rId47" Type="http://schemas.openxmlformats.org/officeDocument/2006/relationships/tags" Target="../tags/tag48.xml"/><Relationship Id="rId50" Type="http://schemas.openxmlformats.org/officeDocument/2006/relationships/tags" Target="../tags/tag51.xml"/><Relationship Id="rId55" Type="http://schemas.openxmlformats.org/officeDocument/2006/relationships/tags" Target="../tags/tag56.xml"/><Relationship Id="rId63" Type="http://schemas.openxmlformats.org/officeDocument/2006/relationships/tags" Target="../tags/tag64.xml"/><Relationship Id="rId7" Type="http://schemas.openxmlformats.org/officeDocument/2006/relationships/tags" Target="../tags/tag8.xml"/><Relationship Id="rId2" Type="http://schemas.openxmlformats.org/officeDocument/2006/relationships/tags" Target="../tags/tag3.xml"/><Relationship Id="rId16" Type="http://schemas.openxmlformats.org/officeDocument/2006/relationships/tags" Target="../tags/tag17.xml"/><Relationship Id="rId29" Type="http://schemas.openxmlformats.org/officeDocument/2006/relationships/tags" Target="../tags/tag30.xml"/><Relationship Id="rId11" Type="http://schemas.openxmlformats.org/officeDocument/2006/relationships/tags" Target="../tags/tag12.xml"/><Relationship Id="rId24" Type="http://schemas.openxmlformats.org/officeDocument/2006/relationships/tags" Target="../tags/tag25.xml"/><Relationship Id="rId32" Type="http://schemas.openxmlformats.org/officeDocument/2006/relationships/tags" Target="../tags/tag33.xml"/><Relationship Id="rId37" Type="http://schemas.openxmlformats.org/officeDocument/2006/relationships/tags" Target="../tags/tag38.xml"/><Relationship Id="rId40" Type="http://schemas.openxmlformats.org/officeDocument/2006/relationships/tags" Target="../tags/tag41.xml"/><Relationship Id="rId45" Type="http://schemas.openxmlformats.org/officeDocument/2006/relationships/tags" Target="../tags/tag46.xml"/><Relationship Id="rId53" Type="http://schemas.openxmlformats.org/officeDocument/2006/relationships/tags" Target="../tags/tag54.xml"/><Relationship Id="rId58" Type="http://schemas.openxmlformats.org/officeDocument/2006/relationships/tags" Target="../tags/tag59.xml"/><Relationship Id="rId5" Type="http://schemas.openxmlformats.org/officeDocument/2006/relationships/tags" Target="../tags/tag6.xml"/><Relationship Id="rId61" Type="http://schemas.openxmlformats.org/officeDocument/2006/relationships/tags" Target="../tags/tag62.xml"/><Relationship Id="rId19" Type="http://schemas.openxmlformats.org/officeDocument/2006/relationships/tags" Target="../tags/tag20.xml"/><Relationship Id="rId14" Type="http://schemas.openxmlformats.org/officeDocument/2006/relationships/tags" Target="../tags/tag15.xml"/><Relationship Id="rId22" Type="http://schemas.openxmlformats.org/officeDocument/2006/relationships/tags" Target="../tags/tag23.xml"/><Relationship Id="rId27" Type="http://schemas.openxmlformats.org/officeDocument/2006/relationships/tags" Target="../tags/tag28.xml"/><Relationship Id="rId30" Type="http://schemas.openxmlformats.org/officeDocument/2006/relationships/tags" Target="../tags/tag31.xml"/><Relationship Id="rId35" Type="http://schemas.openxmlformats.org/officeDocument/2006/relationships/tags" Target="../tags/tag36.xml"/><Relationship Id="rId43" Type="http://schemas.openxmlformats.org/officeDocument/2006/relationships/tags" Target="../tags/tag44.xml"/><Relationship Id="rId48" Type="http://schemas.openxmlformats.org/officeDocument/2006/relationships/tags" Target="../tags/tag49.xml"/><Relationship Id="rId56" Type="http://schemas.openxmlformats.org/officeDocument/2006/relationships/tags" Target="../tags/tag57.xml"/><Relationship Id="rId64" Type="http://schemas.openxmlformats.org/officeDocument/2006/relationships/slideLayout" Target="../slideLayouts/slideLayout2.xml"/><Relationship Id="rId8" Type="http://schemas.openxmlformats.org/officeDocument/2006/relationships/tags" Target="../tags/tag9.xml"/><Relationship Id="rId51" Type="http://schemas.openxmlformats.org/officeDocument/2006/relationships/tags" Target="../tags/tag52.xml"/><Relationship Id="rId3" Type="http://schemas.openxmlformats.org/officeDocument/2006/relationships/tags" Target="../tags/tag4.xml"/><Relationship Id="rId12" Type="http://schemas.openxmlformats.org/officeDocument/2006/relationships/tags" Target="../tags/tag13.xml"/><Relationship Id="rId17" Type="http://schemas.openxmlformats.org/officeDocument/2006/relationships/tags" Target="../tags/tag18.xml"/><Relationship Id="rId25" Type="http://schemas.openxmlformats.org/officeDocument/2006/relationships/tags" Target="../tags/tag26.xml"/><Relationship Id="rId33" Type="http://schemas.openxmlformats.org/officeDocument/2006/relationships/tags" Target="../tags/tag34.xml"/><Relationship Id="rId38" Type="http://schemas.openxmlformats.org/officeDocument/2006/relationships/tags" Target="../tags/tag39.xml"/><Relationship Id="rId46" Type="http://schemas.openxmlformats.org/officeDocument/2006/relationships/tags" Target="../tags/tag47.xml"/><Relationship Id="rId59" Type="http://schemas.openxmlformats.org/officeDocument/2006/relationships/tags" Target="../tags/tag60.xml"/><Relationship Id="rId20" Type="http://schemas.openxmlformats.org/officeDocument/2006/relationships/tags" Target="../tags/tag21.xml"/><Relationship Id="rId41" Type="http://schemas.openxmlformats.org/officeDocument/2006/relationships/tags" Target="../tags/tag42.xml"/><Relationship Id="rId54" Type="http://schemas.openxmlformats.org/officeDocument/2006/relationships/tags" Target="../tags/tag55.xml"/><Relationship Id="rId62" Type="http://schemas.openxmlformats.org/officeDocument/2006/relationships/tags" Target="../tags/tag63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5" Type="http://schemas.openxmlformats.org/officeDocument/2006/relationships/tags" Target="../tags/tag16.xml"/><Relationship Id="rId23" Type="http://schemas.openxmlformats.org/officeDocument/2006/relationships/tags" Target="../tags/tag24.xml"/><Relationship Id="rId28" Type="http://schemas.openxmlformats.org/officeDocument/2006/relationships/tags" Target="../tags/tag29.xml"/><Relationship Id="rId36" Type="http://schemas.openxmlformats.org/officeDocument/2006/relationships/tags" Target="../tags/tag37.xml"/><Relationship Id="rId49" Type="http://schemas.openxmlformats.org/officeDocument/2006/relationships/tags" Target="../tags/tag50.xml"/><Relationship Id="rId57" Type="http://schemas.openxmlformats.org/officeDocument/2006/relationships/tags" Target="../tags/tag58.xml"/><Relationship Id="rId10" Type="http://schemas.openxmlformats.org/officeDocument/2006/relationships/tags" Target="../tags/tag11.xml"/><Relationship Id="rId31" Type="http://schemas.openxmlformats.org/officeDocument/2006/relationships/tags" Target="../tags/tag32.xml"/><Relationship Id="rId44" Type="http://schemas.openxmlformats.org/officeDocument/2006/relationships/tags" Target="../tags/tag45.xml"/><Relationship Id="rId52" Type="http://schemas.openxmlformats.org/officeDocument/2006/relationships/tags" Target="../tags/tag53.xml"/><Relationship Id="rId60" Type="http://schemas.openxmlformats.org/officeDocument/2006/relationships/tags" Target="../tags/tag61.xml"/><Relationship Id="rId4" Type="http://schemas.openxmlformats.org/officeDocument/2006/relationships/tags" Target="../tags/tag5.xml"/><Relationship Id="rId9" Type="http://schemas.openxmlformats.org/officeDocument/2006/relationships/tags" Target="../tags/tag10.xml"/></Relationships>
</file>

<file path=ppt/slides/_rels/slide14.xml.rels><?xml version="1.0" encoding="UTF-8" standalone="yes"?>
<Relationships xmlns="http://schemas.openxmlformats.org/package/2006/relationships"><Relationship Id="rId13" Type="http://schemas.openxmlformats.org/officeDocument/2006/relationships/tags" Target="../tags/tag77.xml"/><Relationship Id="rId18" Type="http://schemas.openxmlformats.org/officeDocument/2006/relationships/tags" Target="../tags/tag82.xml"/><Relationship Id="rId26" Type="http://schemas.openxmlformats.org/officeDocument/2006/relationships/tags" Target="../tags/tag90.xml"/><Relationship Id="rId39" Type="http://schemas.openxmlformats.org/officeDocument/2006/relationships/tags" Target="../tags/tag103.xml"/><Relationship Id="rId21" Type="http://schemas.openxmlformats.org/officeDocument/2006/relationships/tags" Target="../tags/tag85.xml"/><Relationship Id="rId34" Type="http://schemas.openxmlformats.org/officeDocument/2006/relationships/tags" Target="../tags/tag98.xml"/><Relationship Id="rId42" Type="http://schemas.openxmlformats.org/officeDocument/2006/relationships/tags" Target="../tags/tag106.xml"/><Relationship Id="rId47" Type="http://schemas.openxmlformats.org/officeDocument/2006/relationships/tags" Target="../tags/tag111.xml"/><Relationship Id="rId50" Type="http://schemas.openxmlformats.org/officeDocument/2006/relationships/tags" Target="../tags/tag114.xml"/><Relationship Id="rId55" Type="http://schemas.openxmlformats.org/officeDocument/2006/relationships/tags" Target="../tags/tag119.xml"/><Relationship Id="rId63" Type="http://schemas.openxmlformats.org/officeDocument/2006/relationships/tags" Target="../tags/tag127.xml"/><Relationship Id="rId7" Type="http://schemas.openxmlformats.org/officeDocument/2006/relationships/tags" Target="../tags/tag71.xml"/><Relationship Id="rId2" Type="http://schemas.openxmlformats.org/officeDocument/2006/relationships/tags" Target="../tags/tag66.xml"/><Relationship Id="rId16" Type="http://schemas.openxmlformats.org/officeDocument/2006/relationships/tags" Target="../tags/tag80.xml"/><Relationship Id="rId29" Type="http://schemas.openxmlformats.org/officeDocument/2006/relationships/tags" Target="../tags/tag93.xml"/><Relationship Id="rId11" Type="http://schemas.openxmlformats.org/officeDocument/2006/relationships/tags" Target="../tags/tag75.xml"/><Relationship Id="rId24" Type="http://schemas.openxmlformats.org/officeDocument/2006/relationships/tags" Target="../tags/tag88.xml"/><Relationship Id="rId32" Type="http://schemas.openxmlformats.org/officeDocument/2006/relationships/tags" Target="../tags/tag96.xml"/><Relationship Id="rId37" Type="http://schemas.openxmlformats.org/officeDocument/2006/relationships/tags" Target="../tags/tag101.xml"/><Relationship Id="rId40" Type="http://schemas.openxmlformats.org/officeDocument/2006/relationships/tags" Target="../tags/tag104.xml"/><Relationship Id="rId45" Type="http://schemas.openxmlformats.org/officeDocument/2006/relationships/tags" Target="../tags/tag109.xml"/><Relationship Id="rId53" Type="http://schemas.openxmlformats.org/officeDocument/2006/relationships/tags" Target="../tags/tag117.xml"/><Relationship Id="rId58" Type="http://schemas.openxmlformats.org/officeDocument/2006/relationships/tags" Target="../tags/tag122.xml"/><Relationship Id="rId5" Type="http://schemas.openxmlformats.org/officeDocument/2006/relationships/tags" Target="../tags/tag69.xml"/><Relationship Id="rId61" Type="http://schemas.openxmlformats.org/officeDocument/2006/relationships/tags" Target="../tags/tag125.xml"/><Relationship Id="rId19" Type="http://schemas.openxmlformats.org/officeDocument/2006/relationships/tags" Target="../tags/tag83.xml"/><Relationship Id="rId14" Type="http://schemas.openxmlformats.org/officeDocument/2006/relationships/tags" Target="../tags/tag78.xml"/><Relationship Id="rId22" Type="http://schemas.openxmlformats.org/officeDocument/2006/relationships/tags" Target="../tags/tag86.xml"/><Relationship Id="rId27" Type="http://schemas.openxmlformats.org/officeDocument/2006/relationships/tags" Target="../tags/tag91.xml"/><Relationship Id="rId30" Type="http://schemas.openxmlformats.org/officeDocument/2006/relationships/tags" Target="../tags/tag94.xml"/><Relationship Id="rId35" Type="http://schemas.openxmlformats.org/officeDocument/2006/relationships/tags" Target="../tags/tag99.xml"/><Relationship Id="rId43" Type="http://schemas.openxmlformats.org/officeDocument/2006/relationships/tags" Target="../tags/tag107.xml"/><Relationship Id="rId48" Type="http://schemas.openxmlformats.org/officeDocument/2006/relationships/tags" Target="../tags/tag112.xml"/><Relationship Id="rId56" Type="http://schemas.openxmlformats.org/officeDocument/2006/relationships/tags" Target="../tags/tag120.xml"/><Relationship Id="rId64" Type="http://schemas.openxmlformats.org/officeDocument/2006/relationships/slideLayout" Target="../slideLayouts/slideLayout2.xml"/><Relationship Id="rId8" Type="http://schemas.openxmlformats.org/officeDocument/2006/relationships/tags" Target="../tags/tag72.xml"/><Relationship Id="rId51" Type="http://schemas.openxmlformats.org/officeDocument/2006/relationships/tags" Target="../tags/tag115.xml"/><Relationship Id="rId3" Type="http://schemas.openxmlformats.org/officeDocument/2006/relationships/tags" Target="../tags/tag67.xml"/><Relationship Id="rId12" Type="http://schemas.openxmlformats.org/officeDocument/2006/relationships/tags" Target="../tags/tag76.xml"/><Relationship Id="rId17" Type="http://schemas.openxmlformats.org/officeDocument/2006/relationships/tags" Target="../tags/tag81.xml"/><Relationship Id="rId25" Type="http://schemas.openxmlformats.org/officeDocument/2006/relationships/tags" Target="../tags/tag89.xml"/><Relationship Id="rId33" Type="http://schemas.openxmlformats.org/officeDocument/2006/relationships/tags" Target="../tags/tag97.xml"/><Relationship Id="rId38" Type="http://schemas.openxmlformats.org/officeDocument/2006/relationships/tags" Target="../tags/tag102.xml"/><Relationship Id="rId46" Type="http://schemas.openxmlformats.org/officeDocument/2006/relationships/tags" Target="../tags/tag110.xml"/><Relationship Id="rId59" Type="http://schemas.openxmlformats.org/officeDocument/2006/relationships/tags" Target="../tags/tag123.xml"/><Relationship Id="rId20" Type="http://schemas.openxmlformats.org/officeDocument/2006/relationships/tags" Target="../tags/tag84.xml"/><Relationship Id="rId41" Type="http://schemas.openxmlformats.org/officeDocument/2006/relationships/tags" Target="../tags/tag105.xml"/><Relationship Id="rId54" Type="http://schemas.openxmlformats.org/officeDocument/2006/relationships/tags" Target="../tags/tag118.xml"/><Relationship Id="rId62" Type="http://schemas.openxmlformats.org/officeDocument/2006/relationships/tags" Target="../tags/tag126.xml"/><Relationship Id="rId1" Type="http://schemas.openxmlformats.org/officeDocument/2006/relationships/tags" Target="../tags/tag65.xml"/><Relationship Id="rId6" Type="http://schemas.openxmlformats.org/officeDocument/2006/relationships/tags" Target="../tags/tag70.xml"/><Relationship Id="rId15" Type="http://schemas.openxmlformats.org/officeDocument/2006/relationships/tags" Target="../tags/tag79.xml"/><Relationship Id="rId23" Type="http://schemas.openxmlformats.org/officeDocument/2006/relationships/tags" Target="../tags/tag87.xml"/><Relationship Id="rId28" Type="http://schemas.openxmlformats.org/officeDocument/2006/relationships/tags" Target="../tags/tag92.xml"/><Relationship Id="rId36" Type="http://schemas.openxmlformats.org/officeDocument/2006/relationships/tags" Target="../tags/tag100.xml"/><Relationship Id="rId49" Type="http://schemas.openxmlformats.org/officeDocument/2006/relationships/tags" Target="../tags/tag113.xml"/><Relationship Id="rId57" Type="http://schemas.openxmlformats.org/officeDocument/2006/relationships/tags" Target="../tags/tag121.xml"/><Relationship Id="rId10" Type="http://schemas.openxmlformats.org/officeDocument/2006/relationships/tags" Target="../tags/tag74.xml"/><Relationship Id="rId31" Type="http://schemas.openxmlformats.org/officeDocument/2006/relationships/tags" Target="../tags/tag95.xml"/><Relationship Id="rId44" Type="http://schemas.openxmlformats.org/officeDocument/2006/relationships/tags" Target="../tags/tag108.xml"/><Relationship Id="rId52" Type="http://schemas.openxmlformats.org/officeDocument/2006/relationships/tags" Target="../tags/tag116.xml"/><Relationship Id="rId60" Type="http://schemas.openxmlformats.org/officeDocument/2006/relationships/tags" Target="../tags/tag124.xml"/><Relationship Id="rId4" Type="http://schemas.openxmlformats.org/officeDocument/2006/relationships/tags" Target="../tags/tag68.xml"/><Relationship Id="rId9" Type="http://schemas.openxmlformats.org/officeDocument/2006/relationships/tags" Target="../tags/tag73.xml"/></Relationships>
</file>

<file path=ppt/slides/_rels/slide15.xml.rels><?xml version="1.0" encoding="UTF-8" standalone="yes"?>
<Relationships xmlns="http://schemas.openxmlformats.org/package/2006/relationships"><Relationship Id="rId13" Type="http://schemas.openxmlformats.org/officeDocument/2006/relationships/tags" Target="../tags/tag140.xml"/><Relationship Id="rId18" Type="http://schemas.openxmlformats.org/officeDocument/2006/relationships/tags" Target="../tags/tag145.xml"/><Relationship Id="rId26" Type="http://schemas.openxmlformats.org/officeDocument/2006/relationships/tags" Target="../tags/tag153.xml"/><Relationship Id="rId39" Type="http://schemas.openxmlformats.org/officeDocument/2006/relationships/tags" Target="../tags/tag166.xml"/><Relationship Id="rId21" Type="http://schemas.openxmlformats.org/officeDocument/2006/relationships/tags" Target="../tags/tag148.xml"/><Relationship Id="rId34" Type="http://schemas.openxmlformats.org/officeDocument/2006/relationships/tags" Target="../tags/tag161.xml"/><Relationship Id="rId42" Type="http://schemas.openxmlformats.org/officeDocument/2006/relationships/tags" Target="../tags/tag169.xml"/><Relationship Id="rId47" Type="http://schemas.openxmlformats.org/officeDocument/2006/relationships/tags" Target="../tags/tag174.xml"/><Relationship Id="rId50" Type="http://schemas.openxmlformats.org/officeDocument/2006/relationships/tags" Target="../tags/tag177.xml"/><Relationship Id="rId55" Type="http://schemas.openxmlformats.org/officeDocument/2006/relationships/tags" Target="../tags/tag182.xml"/><Relationship Id="rId63" Type="http://schemas.openxmlformats.org/officeDocument/2006/relationships/tags" Target="../tags/tag190.xml"/><Relationship Id="rId7" Type="http://schemas.openxmlformats.org/officeDocument/2006/relationships/tags" Target="../tags/tag134.xml"/><Relationship Id="rId2" Type="http://schemas.openxmlformats.org/officeDocument/2006/relationships/tags" Target="../tags/tag129.xml"/><Relationship Id="rId16" Type="http://schemas.openxmlformats.org/officeDocument/2006/relationships/tags" Target="../tags/tag143.xml"/><Relationship Id="rId29" Type="http://schemas.openxmlformats.org/officeDocument/2006/relationships/tags" Target="../tags/tag156.xml"/><Relationship Id="rId11" Type="http://schemas.openxmlformats.org/officeDocument/2006/relationships/tags" Target="../tags/tag138.xml"/><Relationship Id="rId24" Type="http://schemas.openxmlformats.org/officeDocument/2006/relationships/tags" Target="../tags/tag151.xml"/><Relationship Id="rId32" Type="http://schemas.openxmlformats.org/officeDocument/2006/relationships/tags" Target="../tags/tag159.xml"/><Relationship Id="rId37" Type="http://schemas.openxmlformats.org/officeDocument/2006/relationships/tags" Target="../tags/tag164.xml"/><Relationship Id="rId40" Type="http://schemas.openxmlformats.org/officeDocument/2006/relationships/tags" Target="../tags/tag167.xml"/><Relationship Id="rId45" Type="http://schemas.openxmlformats.org/officeDocument/2006/relationships/tags" Target="../tags/tag172.xml"/><Relationship Id="rId53" Type="http://schemas.openxmlformats.org/officeDocument/2006/relationships/tags" Target="../tags/tag180.xml"/><Relationship Id="rId58" Type="http://schemas.openxmlformats.org/officeDocument/2006/relationships/tags" Target="../tags/tag185.xml"/><Relationship Id="rId5" Type="http://schemas.openxmlformats.org/officeDocument/2006/relationships/tags" Target="../tags/tag132.xml"/><Relationship Id="rId61" Type="http://schemas.openxmlformats.org/officeDocument/2006/relationships/tags" Target="../tags/tag188.xml"/><Relationship Id="rId19" Type="http://schemas.openxmlformats.org/officeDocument/2006/relationships/tags" Target="../tags/tag146.xml"/><Relationship Id="rId14" Type="http://schemas.openxmlformats.org/officeDocument/2006/relationships/tags" Target="../tags/tag141.xml"/><Relationship Id="rId22" Type="http://schemas.openxmlformats.org/officeDocument/2006/relationships/tags" Target="../tags/tag149.xml"/><Relationship Id="rId27" Type="http://schemas.openxmlformats.org/officeDocument/2006/relationships/tags" Target="../tags/tag154.xml"/><Relationship Id="rId30" Type="http://schemas.openxmlformats.org/officeDocument/2006/relationships/tags" Target="../tags/tag157.xml"/><Relationship Id="rId35" Type="http://schemas.openxmlformats.org/officeDocument/2006/relationships/tags" Target="../tags/tag162.xml"/><Relationship Id="rId43" Type="http://schemas.openxmlformats.org/officeDocument/2006/relationships/tags" Target="../tags/tag170.xml"/><Relationship Id="rId48" Type="http://schemas.openxmlformats.org/officeDocument/2006/relationships/tags" Target="../tags/tag175.xml"/><Relationship Id="rId56" Type="http://schemas.openxmlformats.org/officeDocument/2006/relationships/tags" Target="../tags/tag183.xml"/><Relationship Id="rId64" Type="http://schemas.openxmlformats.org/officeDocument/2006/relationships/slideLayout" Target="../slideLayouts/slideLayout5.xml"/><Relationship Id="rId8" Type="http://schemas.openxmlformats.org/officeDocument/2006/relationships/tags" Target="../tags/tag135.xml"/><Relationship Id="rId51" Type="http://schemas.openxmlformats.org/officeDocument/2006/relationships/tags" Target="../tags/tag178.xml"/><Relationship Id="rId3" Type="http://schemas.openxmlformats.org/officeDocument/2006/relationships/tags" Target="../tags/tag130.xml"/><Relationship Id="rId12" Type="http://schemas.openxmlformats.org/officeDocument/2006/relationships/tags" Target="../tags/tag139.xml"/><Relationship Id="rId17" Type="http://schemas.openxmlformats.org/officeDocument/2006/relationships/tags" Target="../tags/tag144.xml"/><Relationship Id="rId25" Type="http://schemas.openxmlformats.org/officeDocument/2006/relationships/tags" Target="../tags/tag152.xml"/><Relationship Id="rId33" Type="http://schemas.openxmlformats.org/officeDocument/2006/relationships/tags" Target="../tags/tag160.xml"/><Relationship Id="rId38" Type="http://schemas.openxmlformats.org/officeDocument/2006/relationships/tags" Target="../tags/tag165.xml"/><Relationship Id="rId46" Type="http://schemas.openxmlformats.org/officeDocument/2006/relationships/tags" Target="../tags/tag173.xml"/><Relationship Id="rId59" Type="http://schemas.openxmlformats.org/officeDocument/2006/relationships/tags" Target="../tags/tag186.xml"/><Relationship Id="rId20" Type="http://schemas.openxmlformats.org/officeDocument/2006/relationships/tags" Target="../tags/tag147.xml"/><Relationship Id="rId41" Type="http://schemas.openxmlformats.org/officeDocument/2006/relationships/tags" Target="../tags/tag168.xml"/><Relationship Id="rId54" Type="http://schemas.openxmlformats.org/officeDocument/2006/relationships/tags" Target="../tags/tag181.xml"/><Relationship Id="rId62" Type="http://schemas.openxmlformats.org/officeDocument/2006/relationships/tags" Target="../tags/tag189.xml"/><Relationship Id="rId1" Type="http://schemas.openxmlformats.org/officeDocument/2006/relationships/tags" Target="../tags/tag128.xml"/><Relationship Id="rId6" Type="http://schemas.openxmlformats.org/officeDocument/2006/relationships/tags" Target="../tags/tag133.xml"/><Relationship Id="rId15" Type="http://schemas.openxmlformats.org/officeDocument/2006/relationships/tags" Target="../tags/tag142.xml"/><Relationship Id="rId23" Type="http://schemas.openxmlformats.org/officeDocument/2006/relationships/tags" Target="../tags/tag150.xml"/><Relationship Id="rId28" Type="http://schemas.openxmlformats.org/officeDocument/2006/relationships/tags" Target="../tags/tag155.xml"/><Relationship Id="rId36" Type="http://schemas.openxmlformats.org/officeDocument/2006/relationships/tags" Target="../tags/tag163.xml"/><Relationship Id="rId49" Type="http://schemas.openxmlformats.org/officeDocument/2006/relationships/tags" Target="../tags/tag176.xml"/><Relationship Id="rId57" Type="http://schemas.openxmlformats.org/officeDocument/2006/relationships/tags" Target="../tags/tag184.xml"/><Relationship Id="rId10" Type="http://schemas.openxmlformats.org/officeDocument/2006/relationships/tags" Target="../tags/tag137.xml"/><Relationship Id="rId31" Type="http://schemas.openxmlformats.org/officeDocument/2006/relationships/tags" Target="../tags/tag158.xml"/><Relationship Id="rId44" Type="http://schemas.openxmlformats.org/officeDocument/2006/relationships/tags" Target="../tags/tag171.xml"/><Relationship Id="rId52" Type="http://schemas.openxmlformats.org/officeDocument/2006/relationships/tags" Target="../tags/tag179.xml"/><Relationship Id="rId60" Type="http://schemas.openxmlformats.org/officeDocument/2006/relationships/tags" Target="../tags/tag187.xml"/><Relationship Id="rId4" Type="http://schemas.openxmlformats.org/officeDocument/2006/relationships/tags" Target="../tags/tag131.xml"/><Relationship Id="rId9" Type="http://schemas.openxmlformats.org/officeDocument/2006/relationships/tags" Target="../tags/tag1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E0770-7741-9B19-2ABA-AA07FFBC4B7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电源和电流</a:t>
            </a:r>
            <a:endParaRPr lang="en-US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40B94357-8FCE-191B-D602-6164EB94CCB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current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14762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AECC87-0045-6647-8AC6-4A75F3AC49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估计电流和电压</a:t>
            </a:r>
            <a:endParaRPr lang="en-US" dirty="0"/>
          </a:p>
        </p:txBody>
      </p:sp>
      <p:pic>
        <p:nvPicPr>
          <p:cNvPr id="5" name="Content Placeholder 4" descr="Shocking Ourselves with an Electric Fly Swatter animated gif">
            <a:extLst>
              <a:ext uri="{FF2B5EF4-FFF2-40B4-BE49-F238E27FC236}">
                <a16:creationId xmlns:a16="http://schemas.microsoft.com/office/drawing/2014/main" id="{E605E6DD-4BB4-5146-279C-CFBD4270A820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2715419"/>
            <a:ext cx="4572000" cy="2571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Welding Machine GIFs - Find &amp; Share on GIPHY">
            <a:extLst>
              <a:ext uri="{FF2B5EF4-FFF2-40B4-BE49-F238E27FC236}">
                <a16:creationId xmlns:a16="http://schemas.microsoft.com/office/drawing/2014/main" id="{86A22411-22D1-E547-FEBD-C9CB8D7700E3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0500" y="2729706"/>
            <a:ext cx="1905000" cy="2543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508352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E099A6-F352-352F-8FE6-EF08A686A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电流是如何</a:t>
            </a:r>
            <a:r>
              <a:rPr lang="zh-CN" altLang="en-US" dirty="0"/>
              <a:t>产生的？</a:t>
            </a:r>
            <a:endParaRPr lang="en-US" dirty="0"/>
          </a:p>
        </p:txBody>
      </p:sp>
      <p:pic>
        <p:nvPicPr>
          <p:cNvPr id="6" name="内容占位符 5" descr="徽章取消关注 纯色填充">
            <a:extLst>
              <a:ext uri="{FF2B5EF4-FFF2-40B4-BE49-F238E27FC236}">
                <a16:creationId xmlns:a16="http://schemas.microsoft.com/office/drawing/2014/main" id="{604601A1-E1DD-2D14-3180-ED2E6C2CA53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71800" y="3544094"/>
            <a:ext cx="914400" cy="914400"/>
          </a:xfrm>
        </p:spPr>
      </p:pic>
      <p:pic>
        <p:nvPicPr>
          <p:cNvPr id="8" name="内容占位符 7" descr="徽章关注 纯色填充">
            <a:extLst>
              <a:ext uri="{FF2B5EF4-FFF2-40B4-BE49-F238E27FC236}">
                <a16:creationId xmlns:a16="http://schemas.microsoft.com/office/drawing/2014/main" id="{3951FD1E-5429-5DA5-AABA-AE27EEBA4D0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05800" y="3544094"/>
            <a:ext cx="914400" cy="914400"/>
          </a:xfrm>
        </p:spPr>
      </p:pic>
    </p:spTree>
    <p:extLst>
      <p:ext uri="{BB962C8B-B14F-4D97-AF65-F5344CB8AC3E}">
        <p14:creationId xmlns:p14="http://schemas.microsoft.com/office/powerpoint/2010/main" val="36377371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17102A-2D44-9912-7F0C-84DB0049F5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zh-CN" altLang="en-US" dirty="0"/>
              <a:t>如何产生持续的电流？</a:t>
            </a:r>
            <a:endParaRPr lang="en-US" dirty="0"/>
          </a:p>
        </p:txBody>
      </p:sp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27F66B68-1B8C-1ADB-8CD2-B5609A336E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2228" y="1825625"/>
            <a:ext cx="756754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60752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F4294B-0A36-D688-C1F8-3D375E61B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常见的电源</a:t>
            </a:r>
            <a:endParaRPr lang="en-US" dirty="0"/>
          </a:p>
        </p:txBody>
      </p:sp>
      <p:pic>
        <p:nvPicPr>
          <p:cNvPr id="5" name="常见电源图片墙" descr="多种常见电源拼贴：干电池、移动电源、太阳能电池、电源适配器、充电宝、发电机。">
            <a:extLst>
              <a:ext uri="{FF2B5EF4-FFF2-40B4-BE49-F238E27FC236}">
                <a16:creationId xmlns:a16="http://schemas.microsoft.com/office/drawing/2014/main" id="{3238026E-6DC6-B34C-A029-82C809B219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7901" y="1825625"/>
            <a:ext cx="6216197" cy="4351338"/>
          </a:xfrm>
        </p:spPr>
      </p:pic>
    </p:spTree>
    <p:extLst>
      <p:ext uri="{BB962C8B-B14F-4D97-AF65-F5344CB8AC3E}">
        <p14:creationId xmlns:p14="http://schemas.microsoft.com/office/powerpoint/2010/main" val="25767020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A64F5D-E44A-1F89-2202-F50A7EE258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zh-CN" altLang="en-US" dirty="0"/>
              <a:t>电池的容量</a:t>
            </a:r>
            <a:endParaRPr lang="en-US" dirty="0"/>
          </a:p>
        </p:txBody>
      </p:sp>
      <p:pic>
        <p:nvPicPr>
          <p:cNvPr id="4104" name="Picture 8" descr="Example of power bank with two different capacity ratings [21]. | Download  Scientific Diagram">
            <a:extLst>
              <a:ext uri="{FF2B5EF4-FFF2-40B4-BE49-F238E27FC236}">
                <a16:creationId xmlns:a16="http://schemas.microsoft.com/office/drawing/2014/main" id="{3ED1144C-A3D3-2ABB-B9FC-24474316BD2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38200" y="1950898"/>
            <a:ext cx="10515600" cy="4100791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22196542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E099A6-F352-352F-8FE6-EF08A686A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恒定电流时如何产生的？</a:t>
            </a:r>
            <a:br>
              <a:rPr lang="en-US" altLang="zh-CN" dirty="0"/>
            </a:br>
            <a:r>
              <a:rPr lang="zh-CN" altLang="en-US" dirty="0"/>
              <a:t>此时的电场是怎样的？</a:t>
            </a:r>
            <a:endParaRPr lang="en-US" dirty="0"/>
          </a:p>
        </p:txBody>
      </p:sp>
      <p:pic>
        <p:nvPicPr>
          <p:cNvPr id="6" name="内容占位符 5" descr="徽章取消关注 纯色填充">
            <a:extLst>
              <a:ext uri="{FF2B5EF4-FFF2-40B4-BE49-F238E27FC236}">
                <a16:creationId xmlns:a16="http://schemas.microsoft.com/office/drawing/2014/main" id="{604601A1-E1DD-2D14-3180-ED2E6C2CA53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71800" y="3544094"/>
            <a:ext cx="914400" cy="914400"/>
          </a:xfrm>
        </p:spPr>
      </p:pic>
      <p:pic>
        <p:nvPicPr>
          <p:cNvPr id="8" name="内容占位符 7" descr="徽章关注 纯色填充">
            <a:extLst>
              <a:ext uri="{FF2B5EF4-FFF2-40B4-BE49-F238E27FC236}">
                <a16:creationId xmlns:a16="http://schemas.microsoft.com/office/drawing/2014/main" id="{3951FD1E-5429-5DA5-AABA-AE27EEBA4D0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05800" y="3544094"/>
            <a:ext cx="914400" cy="914400"/>
          </a:xfrm>
        </p:spPr>
      </p:pic>
    </p:spTree>
    <p:extLst>
      <p:ext uri="{BB962C8B-B14F-4D97-AF65-F5344CB8AC3E}">
        <p14:creationId xmlns:p14="http://schemas.microsoft.com/office/powerpoint/2010/main" val="39741814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1BB12C-997B-0C0E-0B75-9BD553E160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恒定电流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8724513-DC5D-3167-7E47-4C2261F3CE7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大小、方向都不随时间变化的电流 </a:t>
                </a:r>
                <a:endParaRPr lang="en-US" altLang="zh-CN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endParaRPr lang="en-US" dirty="0"/>
              </a:p>
              <a:p>
                <a:r>
                  <a:rPr lang="zh-CN" altLang="en-US" dirty="0"/>
                  <a:t>单位：</a:t>
                </a:r>
                <a:r>
                  <a:rPr lang="en-US" altLang="zh-CN" dirty="0"/>
                  <a:t>A</a:t>
                </a:r>
              </a:p>
              <a:p>
                <a:pPr lvl="1"/>
                <a:r>
                  <a:rPr lang="en-US" dirty="0"/>
                  <a:t>1A = 10</a:t>
                </a:r>
                <a:r>
                  <a:rPr lang="en-US" baseline="30000" dirty="0"/>
                  <a:t>3 </a:t>
                </a:r>
                <a:r>
                  <a:rPr lang="en-US" dirty="0"/>
                  <a:t>mA = 10</a:t>
                </a:r>
                <a:r>
                  <a:rPr lang="en-US" baseline="30000" dirty="0"/>
                  <a:t>6 </a:t>
                </a:r>
                <a:r>
                  <a:rPr lang="el-GR" dirty="0"/>
                  <a:t>μ</a:t>
                </a:r>
                <a:r>
                  <a:rPr lang="en-US" dirty="0"/>
                  <a:t>A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8724513-DC5D-3167-7E47-4C2261F3CE7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8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35091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8F3AFB-0358-DF1E-B19C-4FCF4C090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电解液中的恒定电流</a:t>
            </a:r>
            <a:endParaRPr lang="en-US" dirty="0"/>
          </a:p>
        </p:txBody>
      </p:sp>
      <p:grpSp>
        <p:nvGrpSpPr>
          <p:cNvPr id="4" name="Group 37">
            <a:extLst>
              <a:ext uri="{FF2B5EF4-FFF2-40B4-BE49-F238E27FC236}">
                <a16:creationId xmlns:a16="http://schemas.microsoft.com/office/drawing/2014/main" id="{32FA2003-B7B2-E501-D45B-B93F2F561D3C}"/>
              </a:ext>
            </a:extLst>
          </p:cNvPr>
          <p:cNvGrpSpPr/>
          <p:nvPr/>
        </p:nvGrpSpPr>
        <p:grpSpPr>
          <a:xfrm>
            <a:off x="2192547" y="2645460"/>
            <a:ext cx="2082800" cy="2185247"/>
            <a:chOff x="2472" y="2409"/>
            <a:chExt cx="1360" cy="1271"/>
          </a:xfrm>
        </p:grpSpPr>
        <p:sp>
          <p:nvSpPr>
            <p:cNvPr id="5" name="Line 5">
              <a:extLst>
                <a:ext uri="{FF2B5EF4-FFF2-40B4-BE49-F238E27FC236}">
                  <a16:creationId xmlns:a16="http://schemas.microsoft.com/office/drawing/2014/main" id="{626A8A49-0994-DCD7-CAB5-F92D003FEFE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72" y="3067"/>
              <a:ext cx="22" cy="59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945"/>
            </a:p>
          </p:txBody>
        </p:sp>
        <p:sp>
          <p:nvSpPr>
            <p:cNvPr id="6" name="Line 6">
              <a:extLst>
                <a:ext uri="{FF2B5EF4-FFF2-40B4-BE49-F238E27FC236}">
                  <a16:creationId xmlns:a16="http://schemas.microsoft.com/office/drawing/2014/main" id="{3BEBD1E2-E848-42EA-7638-F951CC09624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72" y="3657"/>
              <a:ext cx="1338" cy="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945"/>
            </a:p>
          </p:txBody>
        </p:sp>
        <p:sp>
          <p:nvSpPr>
            <p:cNvPr id="7" name="Line 7">
              <a:extLst>
                <a:ext uri="{FF2B5EF4-FFF2-40B4-BE49-F238E27FC236}">
                  <a16:creationId xmlns:a16="http://schemas.microsoft.com/office/drawing/2014/main" id="{7B2506AC-CD63-7C5A-FEAC-8A9830D2A3E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10" y="3113"/>
              <a:ext cx="0" cy="56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945"/>
            </a:p>
          </p:txBody>
        </p:sp>
        <p:sp>
          <p:nvSpPr>
            <p:cNvPr id="8" name="Line 9">
              <a:extLst>
                <a:ext uri="{FF2B5EF4-FFF2-40B4-BE49-F238E27FC236}">
                  <a16:creationId xmlns:a16="http://schemas.microsoft.com/office/drawing/2014/main" id="{EFFE5CCB-A995-CCC2-9571-44B6D335D4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03" y="3249"/>
              <a:ext cx="1329" cy="2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945"/>
            </a:p>
          </p:txBody>
        </p:sp>
        <p:sp>
          <p:nvSpPr>
            <p:cNvPr id="9" name="Line 10">
              <a:extLst>
                <a:ext uri="{FF2B5EF4-FFF2-40B4-BE49-F238E27FC236}">
                  <a16:creationId xmlns:a16="http://schemas.microsoft.com/office/drawing/2014/main" id="{B7EEF576-411E-1DBC-D28C-AB8807F523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03" y="3385"/>
              <a:ext cx="1298" cy="2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945"/>
            </a:p>
          </p:txBody>
        </p:sp>
        <p:sp>
          <p:nvSpPr>
            <p:cNvPr id="10" name="Line 11">
              <a:extLst>
                <a:ext uri="{FF2B5EF4-FFF2-40B4-BE49-F238E27FC236}">
                  <a16:creationId xmlns:a16="http://schemas.microsoft.com/office/drawing/2014/main" id="{072FE6D1-5FC7-D59D-89F2-5BF6C259A9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72" y="3543"/>
              <a:ext cx="1360" cy="2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945"/>
            </a:p>
          </p:txBody>
        </p:sp>
        <p:grpSp>
          <p:nvGrpSpPr>
            <p:cNvPr id="11" name="Group 20">
              <a:extLst>
                <a:ext uri="{FF2B5EF4-FFF2-40B4-BE49-F238E27FC236}">
                  <a16:creationId xmlns:a16="http://schemas.microsoft.com/office/drawing/2014/main" id="{4C40C399-629C-8FBF-DF5E-55220548A016}"/>
                </a:ext>
              </a:extLst>
            </p:cNvPr>
            <p:cNvGrpSpPr/>
            <p:nvPr/>
          </p:nvGrpSpPr>
          <p:grpSpPr>
            <a:xfrm>
              <a:off x="2744" y="2409"/>
              <a:ext cx="847" cy="1180"/>
              <a:chOff x="3129" y="2409"/>
              <a:chExt cx="636" cy="1180"/>
            </a:xfrm>
          </p:grpSpPr>
          <p:sp>
            <p:nvSpPr>
              <p:cNvPr id="25" name="Rectangle 12">
                <a:extLst>
                  <a:ext uri="{FF2B5EF4-FFF2-40B4-BE49-F238E27FC236}">
                    <a16:creationId xmlns:a16="http://schemas.microsoft.com/office/drawing/2014/main" id="{8DE1A460-9FF9-8995-6F2A-12E3E38AAF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29" y="3045"/>
                <a:ext cx="45" cy="544"/>
              </a:xfrm>
              <a:prstGeom prst="rect">
                <a:avLst/>
              </a:prstGeom>
              <a:noFill/>
              <a:ln w="9525" algn="ctr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945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Rectangle 13">
                <a:extLst>
                  <a:ext uri="{FF2B5EF4-FFF2-40B4-BE49-F238E27FC236}">
                    <a16:creationId xmlns:a16="http://schemas.microsoft.com/office/drawing/2014/main" id="{3E4768FC-A04B-296A-AF88-6949A1E3C9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20" y="3045"/>
                <a:ext cx="45" cy="544"/>
              </a:xfrm>
              <a:prstGeom prst="rect">
                <a:avLst/>
              </a:prstGeom>
              <a:noFill/>
              <a:ln w="9525" algn="ctr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945">
                  <a:solidFill>
                    <a:schemeClr val="tx1"/>
                  </a:solidFill>
                </a:endParaRPr>
              </a:p>
            </p:txBody>
          </p:sp>
          <p:sp>
            <p:nvSpPr>
              <p:cNvPr id="27" name="Line 14">
                <a:extLst>
                  <a:ext uri="{FF2B5EF4-FFF2-40B4-BE49-F238E27FC236}">
                    <a16:creationId xmlns:a16="http://schemas.microsoft.com/office/drawing/2014/main" id="{CADA5F4B-2821-EA30-A87D-0204A1CF284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152" y="2523"/>
                <a:ext cx="0" cy="49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945"/>
              </a:p>
            </p:txBody>
          </p:sp>
          <p:sp>
            <p:nvSpPr>
              <p:cNvPr id="28" name="Line 15">
                <a:extLst>
                  <a:ext uri="{FF2B5EF4-FFF2-40B4-BE49-F238E27FC236}">
                    <a16:creationId xmlns:a16="http://schemas.microsoft.com/office/drawing/2014/main" id="{A8227926-4E38-DF28-D214-DB8F8B70418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52" y="2523"/>
                <a:ext cx="25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945"/>
              </a:p>
            </p:txBody>
          </p:sp>
          <p:sp>
            <p:nvSpPr>
              <p:cNvPr id="29" name="Line 16">
                <a:extLst>
                  <a:ext uri="{FF2B5EF4-FFF2-40B4-BE49-F238E27FC236}">
                    <a16:creationId xmlns:a16="http://schemas.microsoft.com/office/drawing/2014/main" id="{1CA62C7C-8A75-B252-49C3-A4F26F53FF4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402" y="2478"/>
                <a:ext cx="0" cy="1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945"/>
              </a:p>
            </p:txBody>
          </p:sp>
          <p:sp>
            <p:nvSpPr>
              <p:cNvPr id="30" name="Line 17">
                <a:extLst>
                  <a:ext uri="{FF2B5EF4-FFF2-40B4-BE49-F238E27FC236}">
                    <a16:creationId xmlns:a16="http://schemas.microsoft.com/office/drawing/2014/main" id="{5B4B94A5-4FBE-1725-DCC4-2244620A0EB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492" y="2409"/>
                <a:ext cx="0" cy="22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945"/>
              </a:p>
            </p:txBody>
          </p:sp>
          <p:sp>
            <p:nvSpPr>
              <p:cNvPr id="31" name="Line 18">
                <a:extLst>
                  <a:ext uri="{FF2B5EF4-FFF2-40B4-BE49-F238E27FC236}">
                    <a16:creationId xmlns:a16="http://schemas.microsoft.com/office/drawing/2014/main" id="{9D92FB87-F551-D0BD-C05D-56FB3384299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93" y="2523"/>
                <a:ext cx="24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945"/>
              </a:p>
            </p:txBody>
          </p:sp>
          <p:sp>
            <p:nvSpPr>
              <p:cNvPr id="32" name="Line 19">
                <a:extLst>
                  <a:ext uri="{FF2B5EF4-FFF2-40B4-BE49-F238E27FC236}">
                    <a16:creationId xmlns:a16="http://schemas.microsoft.com/office/drawing/2014/main" id="{8B6D421E-94B6-FEDE-6B0A-CB8BE3D4A96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742" y="2523"/>
                <a:ext cx="0" cy="52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945"/>
              </a:p>
            </p:txBody>
          </p:sp>
        </p:grpSp>
        <p:sp>
          <p:nvSpPr>
            <p:cNvPr id="12" name="Line 21">
              <a:extLst>
                <a:ext uri="{FF2B5EF4-FFF2-40B4-BE49-F238E27FC236}">
                  <a16:creationId xmlns:a16="http://schemas.microsoft.com/office/drawing/2014/main" id="{A1799FB5-9AEB-3B80-151E-475FFDC3D7A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67" y="2863"/>
              <a:ext cx="0" cy="726"/>
            </a:xfrm>
            <a:prstGeom prst="line">
              <a:avLst/>
            </a:prstGeom>
            <a:noFill/>
            <a:ln w="19050">
              <a:solidFill>
                <a:schemeClr val="hlink"/>
              </a:solidFill>
              <a:prstDash val="lg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945"/>
            </a:p>
          </p:txBody>
        </p:sp>
        <p:grpSp>
          <p:nvGrpSpPr>
            <p:cNvPr id="13" name="Group 26">
              <a:extLst>
                <a:ext uri="{FF2B5EF4-FFF2-40B4-BE49-F238E27FC236}">
                  <a16:creationId xmlns:a16="http://schemas.microsoft.com/office/drawing/2014/main" id="{EB5138D4-BD0A-B7BC-8ED8-CACD151D6789}"/>
                </a:ext>
              </a:extLst>
            </p:cNvPr>
            <p:cNvGrpSpPr/>
            <p:nvPr/>
          </p:nvGrpSpPr>
          <p:grpSpPr>
            <a:xfrm>
              <a:off x="3077" y="3453"/>
              <a:ext cx="301" cy="114"/>
              <a:chOff x="4558" y="3158"/>
              <a:chExt cx="318" cy="181"/>
            </a:xfrm>
          </p:grpSpPr>
          <p:sp>
            <p:nvSpPr>
              <p:cNvPr id="21" name="Oval 22">
                <a:extLst>
                  <a:ext uri="{FF2B5EF4-FFF2-40B4-BE49-F238E27FC236}">
                    <a16:creationId xmlns:a16="http://schemas.microsoft.com/office/drawing/2014/main" id="{D5D87F94-3F9E-20A9-18C9-0FD1C1E74D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17" y="3158"/>
                <a:ext cx="159" cy="181"/>
              </a:xfrm>
              <a:prstGeom prst="ellipse">
                <a:avLst/>
              </a:prstGeom>
              <a:noFill/>
              <a:ln w="9525" algn="ctr">
                <a:solidFill>
                  <a:schemeClr val="hlink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945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Line 23">
                <a:extLst>
                  <a:ext uri="{FF2B5EF4-FFF2-40B4-BE49-F238E27FC236}">
                    <a16:creationId xmlns:a16="http://schemas.microsoft.com/office/drawing/2014/main" id="{A61AA594-19E9-2DAC-55E7-75926A5FC1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40" y="3249"/>
                <a:ext cx="136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945"/>
              </a:p>
            </p:txBody>
          </p:sp>
          <p:sp>
            <p:nvSpPr>
              <p:cNvPr id="23" name="Line 24">
                <a:extLst>
                  <a:ext uri="{FF2B5EF4-FFF2-40B4-BE49-F238E27FC236}">
                    <a16:creationId xmlns:a16="http://schemas.microsoft.com/office/drawing/2014/main" id="{7DA7FDF6-52D8-E657-652E-82EEE8FF906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808" y="3181"/>
                <a:ext cx="0" cy="136"/>
              </a:xfrm>
              <a:prstGeom prst="line">
                <a:avLst/>
              </a:prstGeom>
              <a:noFill/>
              <a:ln w="28575">
                <a:solidFill>
                  <a:schemeClr val="hlink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945"/>
              </a:p>
            </p:txBody>
          </p:sp>
          <p:sp>
            <p:nvSpPr>
              <p:cNvPr id="24" name="Line 25">
                <a:extLst>
                  <a:ext uri="{FF2B5EF4-FFF2-40B4-BE49-F238E27FC236}">
                    <a16:creationId xmlns:a16="http://schemas.microsoft.com/office/drawing/2014/main" id="{33442C18-CC2D-EB4E-E7D4-B75867BA62B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558" y="3249"/>
                <a:ext cx="159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945"/>
              </a:p>
            </p:txBody>
          </p:sp>
        </p:grpSp>
        <p:grpSp>
          <p:nvGrpSpPr>
            <p:cNvPr id="14" name="Group 30">
              <a:extLst>
                <a:ext uri="{FF2B5EF4-FFF2-40B4-BE49-F238E27FC236}">
                  <a16:creationId xmlns:a16="http://schemas.microsoft.com/office/drawing/2014/main" id="{103AE66A-4134-48DC-B6B6-39A012DCEC2F}"/>
                </a:ext>
              </a:extLst>
            </p:cNvPr>
            <p:cNvGrpSpPr/>
            <p:nvPr/>
          </p:nvGrpSpPr>
          <p:grpSpPr>
            <a:xfrm>
              <a:off x="2956" y="3249"/>
              <a:ext cx="302" cy="114"/>
              <a:chOff x="4830" y="2999"/>
              <a:chExt cx="386" cy="182"/>
            </a:xfrm>
          </p:grpSpPr>
          <p:sp>
            <p:nvSpPr>
              <p:cNvPr id="18" name="Oval 27">
                <a:extLst>
                  <a:ext uri="{FF2B5EF4-FFF2-40B4-BE49-F238E27FC236}">
                    <a16:creationId xmlns:a16="http://schemas.microsoft.com/office/drawing/2014/main" id="{EF29D3B7-474D-AA03-9574-1F05D34CB3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30" y="2999"/>
                <a:ext cx="182" cy="182"/>
              </a:xfrm>
              <a:prstGeom prst="ellipse">
                <a:avLst/>
              </a:prstGeom>
              <a:noFill/>
              <a:ln w="9525" algn="ctr">
                <a:solidFill>
                  <a:schemeClr val="hlink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945">
                  <a:solidFill>
                    <a:schemeClr val="tx1"/>
                  </a:solidFill>
                </a:endParaRPr>
              </a:p>
            </p:txBody>
          </p:sp>
          <p:sp>
            <p:nvSpPr>
              <p:cNvPr id="19" name="Line 28">
                <a:extLst>
                  <a:ext uri="{FF2B5EF4-FFF2-40B4-BE49-F238E27FC236}">
                    <a16:creationId xmlns:a16="http://schemas.microsoft.com/office/drawing/2014/main" id="{5FBAB9C6-C336-7C40-653F-5066883F0C0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53" y="3090"/>
                <a:ext cx="136" cy="0"/>
              </a:xfrm>
              <a:prstGeom prst="line">
                <a:avLst/>
              </a:prstGeom>
              <a:noFill/>
              <a:ln w="38100">
                <a:solidFill>
                  <a:schemeClr val="hlink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945"/>
              </a:p>
            </p:txBody>
          </p:sp>
          <p:sp>
            <p:nvSpPr>
              <p:cNvPr id="20" name="Line 29">
                <a:extLst>
                  <a:ext uri="{FF2B5EF4-FFF2-40B4-BE49-F238E27FC236}">
                    <a16:creationId xmlns:a16="http://schemas.microsoft.com/office/drawing/2014/main" id="{90A7E3A3-62C8-F4F8-62A4-D5E38D205FE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12" y="3090"/>
                <a:ext cx="204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945"/>
              </a:p>
            </p:txBody>
          </p:sp>
        </p:grpSp>
        <p:grpSp>
          <p:nvGrpSpPr>
            <p:cNvPr id="15" name="Group 33">
              <a:extLst>
                <a:ext uri="{FF2B5EF4-FFF2-40B4-BE49-F238E27FC236}">
                  <a16:creationId xmlns:a16="http://schemas.microsoft.com/office/drawing/2014/main" id="{5DF7572F-EF17-8A15-EB98-5CBF4822F0E2}"/>
                </a:ext>
              </a:extLst>
            </p:cNvPr>
            <p:cNvGrpSpPr/>
            <p:nvPr/>
          </p:nvGrpSpPr>
          <p:grpSpPr>
            <a:xfrm>
              <a:off x="2865" y="2706"/>
              <a:ext cx="483" cy="452"/>
              <a:chOff x="1519" y="2978"/>
              <a:chExt cx="363" cy="452"/>
            </a:xfrm>
          </p:grpSpPr>
          <p:sp>
            <p:nvSpPr>
              <p:cNvPr id="16" name="AutoShape 31">
                <a:extLst>
                  <a:ext uri="{FF2B5EF4-FFF2-40B4-BE49-F238E27FC236}">
                    <a16:creationId xmlns:a16="http://schemas.microsoft.com/office/drawing/2014/main" id="{11FCF96E-B670-9CEC-E8CF-C4BF765729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19" y="3317"/>
                <a:ext cx="363" cy="113"/>
              </a:xfrm>
              <a:prstGeom prst="leftArrow">
                <a:avLst>
                  <a:gd name="adj1" fmla="val 50000"/>
                  <a:gd name="adj2" fmla="val 80310"/>
                </a:avLst>
              </a:prstGeom>
              <a:solidFill>
                <a:srgbClr val="FFFF00"/>
              </a:solidFill>
              <a:ln w="9525" algn="ctr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945">
                  <a:solidFill>
                    <a:schemeClr val="tx1"/>
                  </a:solidFill>
                </a:endParaRPr>
              </a:p>
            </p:txBody>
          </p:sp>
          <p:sp>
            <p:nvSpPr>
              <p:cNvPr id="17" name="Text Box 32">
                <a:extLst>
                  <a:ext uri="{FF2B5EF4-FFF2-40B4-BE49-F238E27FC236}">
                    <a16:creationId xmlns:a16="http://schemas.microsoft.com/office/drawing/2014/main" id="{38149F47-1D68-E5DA-2993-2027E4E61BA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08" y="2978"/>
                <a:ext cx="162" cy="34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kumimoji="1" sz="2400">
                    <a:solidFill>
                      <a:srgbClr val="FF0000"/>
                    </a:solidFill>
                    <a:latin typeface="Times New Roman" panose="0202060305040502030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rgbClr val="FF0000"/>
                    </a:solidFill>
                    <a:latin typeface="Times New Roman" panose="0202060305040502030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rgbClr val="FF0000"/>
                    </a:solidFill>
                    <a:latin typeface="Times New Roman" panose="0202060305040502030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rgbClr val="FF0000"/>
                    </a:solidFill>
                    <a:latin typeface="Times New Roman" panose="0202060305040502030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rgbClr val="FF0000"/>
                    </a:solidFill>
                    <a:latin typeface="Times New Roman" panose="0202060305040502030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rgbClr val="FF0000"/>
                    </a:solidFill>
                    <a:latin typeface="Times New Roman" panose="0202060305040502030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rgbClr val="FF0000"/>
                    </a:solidFill>
                    <a:latin typeface="Times New Roman" panose="0202060305040502030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rgbClr val="FF0000"/>
                    </a:solidFill>
                    <a:latin typeface="Times New Roman" panose="0202060305040502030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rgbClr val="FF0000"/>
                    </a:solidFill>
                    <a:latin typeface="Times New Roman" panose="0202060305040502030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3220">
                    <a:solidFill>
                      <a:srgbClr val="FF0000"/>
                    </a:solidFill>
                  </a:rPr>
                  <a:t>I</a:t>
                </a:r>
              </a:p>
            </p:txBody>
          </p:sp>
        </p:grpSp>
      </p:grpSp>
      <p:graphicFrame>
        <p:nvGraphicFramePr>
          <p:cNvPr id="62" name="Object 7">
            <a:extLst>
              <a:ext uri="{FF2B5EF4-FFF2-40B4-BE49-F238E27FC236}">
                <a16:creationId xmlns:a16="http://schemas.microsoft.com/office/drawing/2014/main" id="{416E2E04-C957-44F8-31B7-7987FEFB9771}"/>
              </a:ext>
            </a:extLst>
          </p:cNvPr>
          <p:cNvGraphicFramePr>
            <a:graphicFrameLocks noGrp="1" noChangeAspect="1"/>
          </p:cNvGraphicFramePr>
          <p:nvPr>
            <p:ph idx="1"/>
            <p:custDataLst>
              <p:tags r:id="rId1"/>
            </p:custDataLst>
          </p:nvPr>
        </p:nvGraphicFramePr>
        <p:xfrm>
          <a:off x="6830546" y="2620739"/>
          <a:ext cx="4198510" cy="22346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8897600" imgH="10058400" progId="">
                  <p:embed/>
                </p:oleObj>
              </mc:Choice>
              <mc:Fallback>
                <p:oleObj r:id="rId3" imgW="18897600" imgH="10058400" progId="">
                  <p:embed/>
                  <p:pic>
                    <p:nvPicPr>
                      <p:cNvPr id="62" name="Object 7">
                        <a:extLst>
                          <a:ext uri="{FF2B5EF4-FFF2-40B4-BE49-F238E27FC236}">
                            <a16:creationId xmlns:a16="http://schemas.microsoft.com/office/drawing/2014/main" id="{416E2E04-C957-44F8-31B7-7987FEFB977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830546" y="2620739"/>
                        <a:ext cx="4198510" cy="2234691"/>
                      </a:xfrm>
                      <a:prstGeom prst="rect">
                        <a:avLst/>
                      </a:prstGeom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ln w="19050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31859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文本占位符 13313"/>
          <p:cNvSpPr>
            <a:spLocks noGrp="1" noChangeArrowheads="1"/>
          </p:cNvSpPr>
          <p:nvPr>
            <p:ph type="body" idx="1"/>
          </p:nvPr>
        </p:nvSpPr>
        <p:spPr>
          <a:xfrm>
            <a:off x="429904" y="1698769"/>
            <a:ext cx="11332191" cy="1219200"/>
          </a:xfrm>
        </p:spPr>
        <p:txBody>
          <a:bodyPr>
            <a:noAutofit/>
          </a:bodyPr>
          <a:lstStyle/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sz="3200" b="1" dirty="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zh-CN" altLang="en-US" sz="3200" b="1" dirty="0">
                <a:latin typeface="Times New Roman" panose="02020603050405020304" pitchFamily="18" charset="0"/>
                <a:ea typeface="楷体_GB2312" pitchFamily="49" charset="-122"/>
              </a:rPr>
              <a:t>、在金属导体中，若</a:t>
            </a:r>
            <a:r>
              <a:rPr lang="en-US" altLang="zh-CN" sz="3200" b="1" dirty="0">
                <a:latin typeface="Times New Roman" panose="02020603050405020304" pitchFamily="18" charset="0"/>
                <a:ea typeface="楷体_GB2312" pitchFamily="49" charset="-122"/>
              </a:rPr>
              <a:t>10s</a:t>
            </a:r>
            <a:r>
              <a:rPr lang="zh-CN" altLang="en-US" sz="3200" b="1" dirty="0">
                <a:latin typeface="Times New Roman" panose="02020603050405020304" pitchFamily="18" charset="0"/>
                <a:ea typeface="楷体_GB2312" pitchFamily="49" charset="-122"/>
              </a:rPr>
              <a:t>内通过横截面的电量为</a:t>
            </a:r>
            <a:r>
              <a:rPr lang="en-US" altLang="zh-CN" sz="3200" b="1" dirty="0">
                <a:latin typeface="Times New Roman" panose="02020603050405020304" pitchFamily="18" charset="0"/>
                <a:ea typeface="楷体_GB2312" pitchFamily="49" charset="-122"/>
              </a:rPr>
              <a:t>10C</a:t>
            </a:r>
            <a:r>
              <a:rPr lang="zh-CN" altLang="en-US" sz="3200" b="1" dirty="0">
                <a:latin typeface="Times New Roman" panose="02020603050405020304" pitchFamily="18" charset="0"/>
                <a:ea typeface="楷体_GB2312" pitchFamily="49" charset="-122"/>
              </a:rPr>
              <a:t>，则导体中的电流为</a:t>
            </a:r>
            <a:r>
              <a:rPr lang="en-US" altLang="zh-CN" sz="3200" b="1" dirty="0">
                <a:latin typeface="Times New Roman" panose="02020603050405020304" pitchFamily="18" charset="0"/>
                <a:ea typeface="楷体_GB2312" pitchFamily="49" charset="-122"/>
              </a:rPr>
              <a:t>________A</a:t>
            </a:r>
            <a:r>
              <a:rPr lang="zh-CN" altLang="en-US" sz="3200" b="1" dirty="0">
                <a:latin typeface="Times New Roman" panose="02020603050405020304" pitchFamily="18" charset="0"/>
                <a:ea typeface="楷体_GB2312" pitchFamily="49" charset="-122"/>
              </a:rPr>
              <a:t>．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3317" name="矩形 13316"/>
          <p:cNvSpPr>
            <a:spLocks noChangeArrowheads="1"/>
          </p:cNvSpPr>
          <p:nvPr/>
        </p:nvSpPr>
        <p:spPr bwMode="auto">
          <a:xfrm>
            <a:off x="429904" y="3497378"/>
            <a:ext cx="11300348" cy="2347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b="1" dirty="0"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zh-CN" altLang="en-US" b="1" dirty="0">
                <a:latin typeface="Times New Roman" panose="02020603050405020304" pitchFamily="18" charset="0"/>
                <a:ea typeface="楷体_GB2312" pitchFamily="49" charset="-122"/>
              </a:rPr>
              <a:t>、一条导线中的电流为</a:t>
            </a:r>
            <a:r>
              <a:rPr lang="en-US" altLang="zh-CN" b="1" dirty="0">
                <a:latin typeface="Times New Roman" panose="02020603050405020304" pitchFamily="18" charset="0"/>
                <a:ea typeface="楷体_GB2312" pitchFamily="49" charset="-122"/>
              </a:rPr>
              <a:t>1.6A</a:t>
            </a:r>
            <a:r>
              <a:rPr lang="zh-CN" altLang="en-US" b="1" dirty="0">
                <a:latin typeface="Times New Roman" panose="02020603050405020304" pitchFamily="18" charset="0"/>
                <a:ea typeface="楷体_GB2312" pitchFamily="49" charset="-122"/>
              </a:rPr>
              <a:t>，在</a:t>
            </a:r>
            <a:r>
              <a:rPr lang="en-US" altLang="zh-CN" b="1" dirty="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zh-CN" altLang="en-US" b="1" dirty="0">
                <a:latin typeface="Times New Roman" panose="02020603050405020304" pitchFamily="18" charset="0"/>
                <a:ea typeface="楷体_GB2312" pitchFamily="49" charset="-122"/>
              </a:rPr>
              <a:t>秒内通过这条导线某一横截面积的电子有</a:t>
            </a:r>
            <a:r>
              <a:rPr lang="en-US" altLang="zh-CN" b="1" dirty="0">
                <a:latin typeface="Times New Roman" panose="02020603050405020304" pitchFamily="18" charset="0"/>
                <a:ea typeface="楷体_GB2312" pitchFamily="49" charset="-122"/>
              </a:rPr>
              <a:t>________</a:t>
            </a:r>
            <a:r>
              <a:rPr lang="zh-CN" altLang="en-US" b="1" dirty="0">
                <a:latin typeface="Times New Roman" panose="02020603050405020304" pitchFamily="18" charset="0"/>
                <a:ea typeface="楷体_GB2312" pitchFamily="49" charset="-122"/>
              </a:rPr>
              <a:t>个．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423079" y="831019"/>
            <a:ext cx="2037737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sz="3600" b="1" dirty="0">
                <a:latin typeface="宋体" panose="02010600030101010101" pitchFamily="2" charset="-122"/>
                <a:ea typeface="宋体" panose="02010600030101010101" pitchFamily="2" charset="-122"/>
              </a:rPr>
              <a:t>课堂练习</a:t>
            </a:r>
          </a:p>
        </p:txBody>
      </p:sp>
      <p:sp>
        <p:nvSpPr>
          <p:cNvPr id="3" name="矩形 2"/>
          <p:cNvSpPr/>
          <p:nvPr/>
        </p:nvSpPr>
        <p:spPr>
          <a:xfrm>
            <a:off x="4165979" y="5159401"/>
            <a:ext cx="382819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sym typeface="Wingdings" panose="05000000000000000000" pitchFamily="2" charset="2"/>
              </a:rPr>
              <a:t>（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sym typeface="Wingdings" panose="05000000000000000000" pitchFamily="2" charset="2"/>
              </a:rPr>
              <a:t>2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）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q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=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It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=1.6C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；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/>
              <p:cNvSpPr/>
              <p:nvPr/>
            </p:nvSpPr>
            <p:spPr>
              <a:xfrm>
                <a:off x="7340460" y="5159401"/>
                <a:ext cx="4389791" cy="108068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3200" b="1" i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n</a:t>
                </a:r>
                <a:r>
                  <a:rPr lang="en-US" altLang="zh-CN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楷体_GB2312" pitchFamily="49" charset="-122"/>
                          </a:rPr>
                        </m:ctrlPr>
                      </m:fPr>
                      <m:num>
                        <m:r>
                          <a:rPr lang="en-US" altLang="zh-CN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楷体_GB2312" pitchFamily="49" charset="-122"/>
                          </a:rPr>
                          <m:t>𝒒</m:t>
                        </m:r>
                      </m:num>
                      <m:den>
                        <m:r>
                          <a:rPr lang="en-US" altLang="zh-CN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楷体_GB2312" pitchFamily="49" charset="-122"/>
                          </a:rPr>
                          <m:t>𝒆</m:t>
                        </m:r>
                      </m:den>
                    </m:f>
                  </m:oMath>
                </a14:m>
                <a:r>
                  <a:rPr lang="en-US" altLang="zh-CN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楷体_GB2312" pitchFamily="49" charset="-122"/>
                          </a:rPr>
                        </m:ctrlPr>
                      </m:fPr>
                      <m:num>
                        <m:r>
                          <a:rPr lang="en-US" altLang="zh-CN" sz="32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楷体_GB2312" pitchFamily="49" charset="-122"/>
                          </a:rPr>
                          <m:t>𝟏</m:t>
                        </m:r>
                        <m:r>
                          <a:rPr lang="en-US" altLang="zh-CN" sz="32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楷体_GB2312" pitchFamily="49" charset="-122"/>
                          </a:rPr>
                          <m:t>.</m:t>
                        </m:r>
                        <m:r>
                          <a:rPr lang="en-US" altLang="zh-CN" sz="32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楷体_GB2312" pitchFamily="49" charset="-122"/>
                          </a:rPr>
                          <m:t>𝟔</m:t>
                        </m:r>
                      </m:num>
                      <m:den>
                        <m:r>
                          <a:rPr lang="en-US" altLang="zh-CN" sz="32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楷体_GB2312" pitchFamily="49" charset="-122"/>
                          </a:rPr>
                          <m:t>𝟏</m:t>
                        </m:r>
                        <m:r>
                          <a:rPr lang="en-US" altLang="zh-CN" sz="32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楷体_GB2312" pitchFamily="49" charset="-122"/>
                          </a:rPr>
                          <m:t>.</m:t>
                        </m:r>
                        <m:r>
                          <a:rPr lang="en-US" altLang="zh-CN" sz="32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楷体_GB2312" pitchFamily="49" charset="-122"/>
                          </a:rPr>
                          <m:t>𝟔</m:t>
                        </m:r>
                        <m:r>
                          <a:rPr lang="en-US" altLang="zh-CN" sz="32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lang="en-US" altLang="zh-CN" sz="32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2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𝟏𝟎</m:t>
                            </m:r>
                          </m:e>
                          <m:sup>
                            <m:r>
                              <a:rPr lang="en-US" altLang="zh-CN" sz="32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32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𝟏𝟗</m:t>
                            </m:r>
                          </m:sup>
                        </m:sSup>
                      </m:den>
                    </m:f>
                  </m:oMath>
                </a14:m>
                <a:r>
                  <a:rPr lang="zh-CN" altLang="en-US" sz="2800" dirty="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个</a:t>
                </a:r>
                <a14:m>
                  <m:oMath xmlns:m="http://schemas.openxmlformats.org/officeDocument/2006/math">
                    <m:r>
                      <a:rPr lang="en-US" altLang="zh-CN" sz="28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楷体_GB2312" pitchFamily="49" charset="-122"/>
                      </a:rPr>
                      <m:t>=</m:t>
                    </m:r>
                    <m:sSup>
                      <m:sSupPr>
                        <m:ctrlPr>
                          <a:rPr lang="en-US" altLang="zh-CN" sz="28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楷体_GB2312" pitchFamily="49" charset="-122"/>
                          </a:rPr>
                        </m:ctrlPr>
                      </m:sSupPr>
                      <m:e>
                        <m:r>
                          <a:rPr lang="en-US" altLang="zh-CN" sz="28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楷体_GB2312" pitchFamily="49" charset="-122"/>
                          </a:rPr>
                          <m:t>𝟏𝟎</m:t>
                        </m:r>
                      </m:e>
                      <m:sup>
                        <m:r>
                          <a:rPr lang="en-US" altLang="zh-CN" sz="28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楷体_GB2312" pitchFamily="49" charset="-122"/>
                          </a:rPr>
                          <m:t>𝟏𝟗</m:t>
                        </m:r>
                      </m:sup>
                    </m:sSup>
                    <m:r>
                      <a:rPr lang="zh-CN" altLang="en-US" sz="28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楷体_GB2312" pitchFamily="49" charset="-122"/>
                      </a:rPr>
                      <m:t>个</m:t>
                    </m:r>
                  </m:oMath>
                </a14:m>
                <a:endParaRPr lang="zh-CN" altLang="en-US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0460" y="5159401"/>
                <a:ext cx="4389791" cy="1080680"/>
              </a:xfrm>
              <a:prstGeom prst="rect">
                <a:avLst/>
              </a:prstGeom>
              <a:blipFill>
                <a:blip r:embed="rId2"/>
                <a:stretch>
                  <a:fillRect l="-34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矩形 9"/>
          <p:cNvSpPr/>
          <p:nvPr/>
        </p:nvSpPr>
        <p:spPr>
          <a:xfrm>
            <a:off x="3173874" y="2533670"/>
            <a:ext cx="38985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endParaRPr lang="zh-CN" alt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/>
              <p:cNvSpPr/>
              <p:nvPr/>
            </p:nvSpPr>
            <p:spPr>
              <a:xfrm>
                <a:off x="3173874" y="4316671"/>
                <a:ext cx="1144288" cy="5959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32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楷体_GB2312" pitchFamily="49" charset="-122"/>
                            </a:rPr>
                          </m:ctrlPr>
                        </m:sSupPr>
                        <m:e>
                          <m:r>
                            <a:rPr lang="en-US" altLang="zh-CN" sz="32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楷体_GB2312" pitchFamily="49" charset="-122"/>
                            </a:rPr>
                            <m:t>𝟏𝟎</m:t>
                          </m:r>
                        </m:e>
                        <m:sup>
                          <m:r>
                            <a:rPr lang="en-US" altLang="zh-CN" sz="32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楷体_GB2312" pitchFamily="49" charset="-122"/>
                            </a:rPr>
                            <m:t>𝟏𝟗</m:t>
                          </m:r>
                        </m:sup>
                      </m:sSup>
                    </m:oMath>
                  </m:oMathPara>
                </a14:m>
                <a:endParaRPr lang="zh-CN" altLang="en-US" sz="3200" dirty="0"/>
              </a:p>
            </p:txBody>
          </p:sp>
        </mc:Choice>
        <mc:Fallback xmlns="">
          <p:sp>
            <p:nvSpPr>
              <p:cNvPr id="11" name="矩形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3874" y="4316671"/>
                <a:ext cx="1144288" cy="5959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矩形 14"/>
              <p:cNvSpPr/>
              <p:nvPr/>
            </p:nvSpPr>
            <p:spPr>
              <a:xfrm>
                <a:off x="377087" y="4994869"/>
                <a:ext cx="3828197" cy="9955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8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解</a:t>
                </a:r>
                <a:r>
                  <a:rPr lang="zh-CN" altLang="en-US" sz="28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  <a:sym typeface="Wingdings" panose="05000000000000000000" pitchFamily="2" charset="2"/>
                  </a:rPr>
                  <a:t>：（</a:t>
                </a:r>
                <a:r>
                  <a:rPr lang="en-US" altLang="zh-CN" sz="28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  <a:sym typeface="Wingdings" panose="05000000000000000000" pitchFamily="2" charset="2"/>
                  </a:rPr>
                  <a:t>1</a:t>
                </a:r>
                <a:r>
                  <a:rPr lang="zh-CN" altLang="en-US" sz="28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）</a:t>
                </a:r>
                <a:r>
                  <a:rPr lang="en-US" altLang="zh-CN" sz="3200" b="1" i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I </a:t>
                </a:r>
                <a:r>
                  <a:rPr lang="en-US" altLang="zh-CN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=</a:t>
                </a:r>
                <a14:m>
                  <m:oMath xmlns:m="http://schemas.openxmlformats.org/officeDocument/2006/math">
                    <m:r>
                      <a:rPr lang="en-US" altLang="zh-CN" sz="3200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楷体_GB2312" pitchFamily="49" charset="-122"/>
                      </a:rPr>
                      <m:t> </m:t>
                    </m:r>
                    <m:f>
                      <m:fPr>
                        <m:ctrlPr>
                          <a:rPr lang="en-US" altLang="zh-CN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楷体_GB2312" pitchFamily="49" charset="-122"/>
                          </a:rPr>
                        </m:ctrlPr>
                      </m:fPr>
                      <m:num>
                        <m:r>
                          <a:rPr lang="en-US" altLang="zh-CN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楷体_GB2312" pitchFamily="49" charset="-122"/>
                          </a:rPr>
                          <m:t>𝒒</m:t>
                        </m:r>
                      </m:num>
                      <m:den>
                        <m:r>
                          <a:rPr lang="en-US" altLang="zh-CN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楷体_GB2312" pitchFamily="49" charset="-122"/>
                          </a:rPr>
                          <m:t>𝒕</m:t>
                        </m:r>
                      </m:den>
                    </m:f>
                    <m:r>
                      <a:rPr lang="en-US" altLang="zh-CN" sz="3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楷体_GB2312" pitchFamily="49" charset="-122"/>
                      </a:rPr>
                      <m:t> </m:t>
                    </m:r>
                  </m:oMath>
                </a14:m>
                <a:r>
                  <a:rPr lang="en-US" altLang="zh-CN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=1A</a:t>
                </a:r>
                <a:r>
                  <a:rPr lang="zh-CN" altLang="en-US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；</a:t>
                </a:r>
                <a:endParaRPr lang="en-US" altLang="zh-CN" sz="32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</mc:Choice>
        <mc:Fallback xmlns="">
          <p:sp>
            <p:nvSpPr>
              <p:cNvPr id="15" name="矩形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087" y="4994869"/>
                <a:ext cx="3828197" cy="995529"/>
              </a:xfrm>
              <a:prstGeom prst="rect">
                <a:avLst/>
              </a:prstGeom>
              <a:blipFill>
                <a:blip r:embed="rId4"/>
                <a:stretch>
                  <a:fillRect l="-3344" r="-2548" b="-79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4220747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10" grpId="0"/>
      <p:bldP spid="11" grpId="0"/>
      <p:bldP spid="1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8" name="矩形 62467"/>
          <p:cNvSpPr>
            <a:spLocks noChangeArrowheads="1"/>
          </p:cNvSpPr>
          <p:nvPr/>
        </p:nvSpPr>
        <p:spPr bwMode="auto">
          <a:xfrm>
            <a:off x="445659" y="1816289"/>
            <a:ext cx="11496131" cy="182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b="1" dirty="0">
                <a:latin typeface="Times New Roman" panose="02020603050405020304" pitchFamily="18" charset="0"/>
                <a:ea typeface="楷体_GB2312" pitchFamily="49" charset="-122"/>
              </a:rPr>
              <a:t>3</a:t>
            </a:r>
            <a:r>
              <a:rPr lang="zh-CN" altLang="en-US" b="1" dirty="0">
                <a:latin typeface="Times New Roman" panose="02020603050405020304" pitchFamily="18" charset="0"/>
                <a:ea typeface="楷体_GB2312" pitchFamily="49" charset="-122"/>
              </a:rPr>
              <a:t>、某电解槽横截面积为</a:t>
            </a:r>
            <a:r>
              <a:rPr lang="en-US" altLang="zh-CN" b="1" dirty="0">
                <a:latin typeface="Times New Roman" panose="02020603050405020304" pitchFamily="18" charset="0"/>
                <a:ea typeface="楷体_GB2312" pitchFamily="49" charset="-122"/>
              </a:rPr>
              <a:t>0.5m</a:t>
            </a:r>
            <a:r>
              <a:rPr lang="en-US" altLang="zh-CN" b="1" baseline="30000" dirty="0"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zh-CN" altLang="en-US" b="1" dirty="0">
                <a:latin typeface="Times New Roman" panose="02020603050405020304" pitchFamily="18" charset="0"/>
                <a:ea typeface="楷体_GB2312" pitchFamily="49" charset="-122"/>
              </a:rPr>
              <a:t>，若</a:t>
            </a:r>
            <a:r>
              <a:rPr lang="en-US" altLang="zh-CN" b="1" dirty="0">
                <a:latin typeface="Times New Roman" panose="02020603050405020304" pitchFamily="18" charset="0"/>
                <a:ea typeface="楷体_GB2312" pitchFamily="49" charset="-122"/>
              </a:rPr>
              <a:t>10s</a:t>
            </a:r>
            <a:r>
              <a:rPr lang="zh-CN" altLang="en-US" b="1" dirty="0">
                <a:latin typeface="Times New Roman" panose="02020603050405020304" pitchFamily="18" charset="0"/>
                <a:ea typeface="楷体_GB2312" pitchFamily="49" charset="-122"/>
              </a:rPr>
              <a:t>内沿相反方向通过横截面的正负离子的电量均为</a:t>
            </a:r>
            <a:r>
              <a:rPr lang="en-US" altLang="zh-CN" b="1" dirty="0">
                <a:latin typeface="Times New Roman" panose="02020603050405020304" pitchFamily="18" charset="0"/>
                <a:ea typeface="楷体_GB2312" pitchFamily="49" charset="-122"/>
              </a:rPr>
              <a:t>10C</a:t>
            </a:r>
            <a:r>
              <a:rPr lang="zh-CN" altLang="en-US" b="1" dirty="0">
                <a:latin typeface="Times New Roman" panose="02020603050405020304" pitchFamily="18" charset="0"/>
                <a:ea typeface="楷体_GB2312" pitchFamily="49" charset="-122"/>
              </a:rPr>
              <a:t>，则电解液中的电流为</a:t>
            </a:r>
            <a:r>
              <a:rPr lang="en-US" altLang="zh-CN" b="1" dirty="0">
                <a:latin typeface="Times New Roman" panose="02020603050405020304" pitchFamily="18" charset="0"/>
                <a:ea typeface="楷体_GB2312" pitchFamily="49" charset="-122"/>
              </a:rPr>
              <a:t>_______A</a:t>
            </a:r>
            <a:r>
              <a:rPr lang="zh-CN" altLang="en-US" b="1" dirty="0">
                <a:latin typeface="Times New Roman" panose="02020603050405020304" pitchFamily="18" charset="0"/>
                <a:ea typeface="楷体_GB2312" pitchFamily="49" charset="-122"/>
              </a:rPr>
              <a:t>．</a:t>
            </a:r>
            <a:endParaRPr lang="en-US" altLang="zh-CN" b="1" dirty="0">
              <a:solidFill>
                <a:srgbClr val="FF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27544" y="925466"/>
            <a:ext cx="2037737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sz="3600" b="1" dirty="0">
                <a:latin typeface="宋体" panose="02010600030101010101" pitchFamily="2" charset="-122"/>
                <a:ea typeface="宋体" panose="02010600030101010101" pitchFamily="2" charset="-122"/>
              </a:rPr>
              <a:t>课堂练习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/>
              <p:cNvSpPr/>
              <p:nvPr/>
            </p:nvSpPr>
            <p:spPr>
              <a:xfrm>
                <a:off x="451182" y="3522260"/>
                <a:ext cx="7232728" cy="109741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解</a:t>
                </a:r>
                <a:r>
                  <a:rPr lang="zh-CN" altLang="en-US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  <a:sym typeface="Wingdings" panose="05000000000000000000" pitchFamily="2" charset="2"/>
                  </a:rPr>
                  <a:t>：</a:t>
                </a:r>
                <a14:m>
                  <m:oMath xmlns:m="http://schemas.openxmlformats.org/officeDocument/2006/math">
                    <m:r>
                      <a:rPr lang="en-US" altLang="zh-CN" sz="3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楷体_GB2312" pitchFamily="49" charset="-122"/>
                      </a:rPr>
                      <m:t>𝑰</m:t>
                    </m:r>
                    <m:r>
                      <a:rPr lang="en-US" altLang="zh-CN" sz="3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楷体_GB2312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楷体_GB2312" pitchFamily="49" charset="-122"/>
                          </a:rPr>
                        </m:ctrlPr>
                      </m:fPr>
                      <m:num>
                        <m:d>
                          <m:dPr>
                            <m:begChr m:val="|"/>
                            <m:endChr m:val="|"/>
                            <m:ctrlPr>
                              <a:rPr lang="en-US" altLang="zh-CN" sz="32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楷体_GB2312" pitchFamily="49" charset="-12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32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楷体_GB2312" pitchFamily="49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2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楷体_GB2312" pitchFamily="49" charset="-122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CN" sz="32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楷体_GB2312" pitchFamily="49" charset="-122"/>
                                  </a:rPr>
                                  <m:t>+</m:t>
                                </m:r>
                              </m:sub>
                            </m:sSub>
                          </m:e>
                        </m:d>
                        <m:r>
                          <a:rPr lang="en-US" altLang="zh-CN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楷体_GB2312" pitchFamily="49" charset="-122"/>
                          </a:rPr>
                          <m:t>+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altLang="zh-CN" sz="32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楷体_GB2312" pitchFamily="49" charset="-12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32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楷体_GB2312" pitchFamily="49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2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楷体_GB2312" pitchFamily="49" charset="-122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CN" sz="32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楷体_GB2312" pitchFamily="49" charset="-122"/>
                                  </a:rPr>
                                  <m:t>−</m:t>
                                </m:r>
                              </m:sub>
                            </m:sSub>
                          </m:e>
                        </m:d>
                      </m:num>
                      <m:den>
                        <m:r>
                          <a:rPr lang="en-US" altLang="zh-CN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楷体_GB2312" pitchFamily="49" charset="-122"/>
                          </a:rPr>
                          <m:t>𝒕</m:t>
                        </m:r>
                      </m:den>
                    </m:f>
                    <m:r>
                      <a:rPr lang="en-US" altLang="zh-CN" sz="3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楷体_GB2312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楷体_GB2312" pitchFamily="49" charset="-122"/>
                          </a:rPr>
                        </m:ctrlPr>
                      </m:fPr>
                      <m:num>
                        <m:r>
                          <a:rPr lang="en-US" altLang="zh-CN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楷体_GB2312" pitchFamily="49" charset="-122"/>
                          </a:rPr>
                          <m:t>𝟐</m:t>
                        </m:r>
                        <m:r>
                          <a:rPr lang="en-US" altLang="zh-CN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楷体_GB2312" pitchFamily="49" charset="-122"/>
                          </a:rPr>
                          <m:t>𝒒</m:t>
                        </m:r>
                      </m:num>
                      <m:den>
                        <m:r>
                          <a:rPr lang="en-US" altLang="zh-CN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楷体_GB2312" pitchFamily="49" charset="-122"/>
                          </a:rPr>
                          <m:t>𝒕</m:t>
                        </m:r>
                      </m:den>
                    </m:f>
                    <m:r>
                      <a:rPr lang="en-US" altLang="zh-CN" sz="3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楷体_GB2312" pitchFamily="49" charset="-122"/>
                      </a:rPr>
                      <m:t> </m:t>
                    </m:r>
                  </m:oMath>
                </a14:m>
                <a:r>
                  <a:rPr lang="en-US" altLang="zh-CN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=2A</a:t>
                </a:r>
                <a:r>
                  <a:rPr lang="zh-CN" altLang="en-US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（与</a:t>
                </a:r>
                <a:r>
                  <a:rPr lang="en-US" altLang="zh-CN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S</a:t>
                </a:r>
                <a:r>
                  <a:rPr lang="zh-CN" altLang="en-US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无关）</a:t>
                </a:r>
                <a:endParaRPr lang="en-US" altLang="zh-CN" sz="32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</mc:Choice>
        <mc:Fallback xmlns="">
          <p:sp>
            <p:nvSpPr>
              <p:cNvPr id="10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182" y="3522260"/>
                <a:ext cx="7232728" cy="1097416"/>
              </a:xfrm>
              <a:prstGeom prst="rect">
                <a:avLst/>
              </a:prstGeom>
              <a:blipFill>
                <a:blip r:embed="rId2"/>
                <a:stretch>
                  <a:fillRect l="-2108" b="-7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本框 1"/>
          <p:cNvSpPr txBox="1"/>
          <p:nvPr/>
        </p:nvSpPr>
        <p:spPr>
          <a:xfrm>
            <a:off x="9908275" y="2594212"/>
            <a:ext cx="4154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3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72975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24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468" grpId="0" build="p"/>
      <p:bldP spid="10" grpId="0"/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35670" y="184666"/>
            <a:ext cx="11491275" cy="3348037"/>
          </a:xfrm>
        </p:spPr>
        <p:txBody>
          <a:bodyPr/>
          <a:lstStyle/>
          <a:p>
            <a:pPr>
              <a:buFontTx/>
              <a:buNone/>
            </a:pPr>
            <a:r>
              <a:rPr lang="zh-CN" altLang="en-US" sz="4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氢原子的核外只有一个电子，设电子在离原子核距离为</a:t>
            </a:r>
            <a:r>
              <a:rPr lang="en-US" altLang="zh-CN" sz="4000" b="1" i="1" dirty="0">
                <a:latin typeface="华文新魏" panose="02010800040101010101" pitchFamily="2" charset="-122"/>
                <a:ea typeface="华文新魏" panose="02010800040101010101" pitchFamily="2" charset="-122"/>
              </a:rPr>
              <a:t>R</a:t>
            </a:r>
            <a:r>
              <a:rPr lang="zh-CN" altLang="en-US" sz="4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的圆轨道上做匀速圆周运动。已知电子的电荷量为</a:t>
            </a:r>
            <a:r>
              <a:rPr lang="en-US" altLang="zh-CN" sz="4000" b="1" i="1" dirty="0">
                <a:latin typeface="华文新魏" panose="02010800040101010101" pitchFamily="2" charset="-122"/>
                <a:ea typeface="华文新魏" panose="02010800040101010101" pitchFamily="2" charset="-122"/>
              </a:rPr>
              <a:t>e</a:t>
            </a:r>
            <a:r>
              <a:rPr lang="zh-CN" altLang="en-US" sz="4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，运动速率为</a:t>
            </a:r>
            <a:r>
              <a:rPr lang="en-US" altLang="zh-CN" sz="4000" b="1" i="1" dirty="0">
                <a:latin typeface="华文新魏" panose="02010800040101010101" pitchFamily="2" charset="-122"/>
                <a:ea typeface="华文新魏" panose="02010800040101010101" pitchFamily="2" charset="-122"/>
              </a:rPr>
              <a:t>v</a:t>
            </a:r>
            <a:r>
              <a:rPr lang="zh-CN" altLang="en-US" sz="4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，求电子绕核运动的等效电流多大？</a:t>
            </a:r>
          </a:p>
        </p:txBody>
      </p:sp>
      <p:sp>
        <p:nvSpPr>
          <p:cNvPr id="98310" name="Rectangle 6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98309" name="Object 5"/>
          <p:cNvGraphicFramePr>
            <a:graphicFrameLocks noChangeAspect="1"/>
          </p:cNvGraphicFramePr>
          <p:nvPr/>
        </p:nvGraphicFramePr>
        <p:xfrm>
          <a:off x="4074704" y="2433409"/>
          <a:ext cx="3168650" cy="1555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799920" imgH="393480" progId="Equation.3">
                  <p:embed/>
                </p:oleObj>
              </mc:Choice>
              <mc:Fallback>
                <p:oleObj name="公式" r:id="rId2" imgW="799920" imgH="393480" progId="Equation.3">
                  <p:embed/>
                  <p:pic>
                    <p:nvPicPr>
                      <p:cNvPr id="9830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74704" y="2433409"/>
                        <a:ext cx="3168650" cy="1555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98276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8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4F4100-C33A-21C7-BF01-D8E26AE2D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电流的微观解释</a:t>
            </a:r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A331912-1EA6-E79C-AAA3-FD03B33A1421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4263231" y="2658268"/>
            <a:ext cx="3665538" cy="1541463"/>
            <a:chOff x="0" y="0"/>
            <a:chExt cx="2016" cy="824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3F155A83-E8B0-C8C0-490F-4B0CFBEFE443}"/>
                </a:ext>
              </a:extLst>
            </p:cNvPr>
            <p:cNvGrpSpPr/>
            <p:nvPr>
              <p:custDataLst>
                <p:tags r:id="rId2"/>
              </p:custDataLst>
            </p:nvPr>
          </p:nvGrpSpPr>
          <p:grpSpPr>
            <a:xfrm>
              <a:off x="0" y="0"/>
              <a:ext cx="2016" cy="824"/>
              <a:chOff x="0" y="0"/>
              <a:chExt cx="2016" cy="824"/>
            </a:xfrm>
          </p:grpSpPr>
          <p:sp>
            <p:nvSpPr>
              <p:cNvPr id="60" name="Oval 5">
                <a:extLst>
                  <a:ext uri="{FF2B5EF4-FFF2-40B4-BE49-F238E27FC236}">
                    <a16:creationId xmlns:a16="http://schemas.microsoft.com/office/drawing/2014/main" id="{963A4D5D-EC60-F4D2-7F54-33E7C4E5CE4D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57"/>
                </p:custDataLst>
              </p:nvPr>
            </p:nvSpPr>
            <p:spPr bwMode="auto">
              <a:xfrm>
                <a:off x="0" y="4"/>
                <a:ext cx="384" cy="816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25400" cmpd="sng">
                <a:solidFill>
                  <a:srgbClr val="002060"/>
                </a:solidFill>
                <a:round/>
              </a:ln>
            </p:spPr>
            <p:txBody>
              <a:bodyPr wrap="none" anchor="ctr" anchorCtr="0">
                <a:noAutofit/>
              </a:bodyPr>
              <a:lstStyle>
                <a:lvl1pPr marL="227013" indent="-227013" algn="l" defTabSz="914400" rtl="0" eaLnBrk="0" fontAlgn="base" hangingPunct="0">
                  <a:lnSpc>
                    <a:spcPct val="90000"/>
                  </a:lnSpc>
                  <a:spcBef>
                    <a:spcPts val="10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8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6842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4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11414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0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5986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0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20558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0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 eaLnBrk="1" hangingPunct="0">
                  <a:lnSpc>
                    <a:spcPct val="120000"/>
                  </a:lnSpc>
                  <a:spcBef>
                    <a:spcPct val="0"/>
                  </a:spcBef>
                  <a:buNone/>
                </a:pPr>
                <a:endParaRPr lang="zh-CN" altLang="en-US" sz="3600" b="1">
                  <a:solidFill>
                    <a:srgbClr val="00B0F0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1" name="Oval 6">
                <a:extLst>
                  <a:ext uri="{FF2B5EF4-FFF2-40B4-BE49-F238E27FC236}">
                    <a16:creationId xmlns:a16="http://schemas.microsoft.com/office/drawing/2014/main" id="{C047DE49-1F3E-9588-C1AE-7E276FCEE9F9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58"/>
                </p:custDataLst>
              </p:nvPr>
            </p:nvSpPr>
            <p:spPr bwMode="auto">
              <a:xfrm>
                <a:off x="816" y="4"/>
                <a:ext cx="382" cy="816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25400" cmpd="sng">
                <a:solidFill>
                  <a:srgbClr val="002060"/>
                </a:solidFill>
                <a:prstDash val="dash"/>
                <a:round/>
              </a:ln>
            </p:spPr>
            <p:txBody>
              <a:bodyPr wrap="none" anchor="ctr" anchorCtr="0">
                <a:noAutofit/>
              </a:bodyPr>
              <a:lstStyle>
                <a:lvl1pPr marL="227013" indent="-227013" algn="l" defTabSz="914400" rtl="0" eaLnBrk="0" fontAlgn="base" hangingPunct="0">
                  <a:lnSpc>
                    <a:spcPct val="90000"/>
                  </a:lnSpc>
                  <a:spcBef>
                    <a:spcPts val="10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8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6842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4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11414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0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5986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0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20558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0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 eaLnBrk="1" hangingPunct="0">
                  <a:lnSpc>
                    <a:spcPct val="120000"/>
                  </a:lnSpc>
                  <a:spcBef>
                    <a:spcPct val="0"/>
                  </a:spcBef>
                  <a:buNone/>
                </a:pPr>
                <a:endParaRPr lang="zh-CN" altLang="en-US" sz="3600" b="1">
                  <a:solidFill>
                    <a:srgbClr val="00B0F0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2" name="Oval 7">
                <a:extLst>
                  <a:ext uri="{FF2B5EF4-FFF2-40B4-BE49-F238E27FC236}">
                    <a16:creationId xmlns:a16="http://schemas.microsoft.com/office/drawing/2014/main" id="{1347C410-173E-D847-2A10-F5618C6CEE45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59"/>
                </p:custDataLst>
              </p:nvPr>
            </p:nvSpPr>
            <p:spPr bwMode="auto">
              <a:xfrm>
                <a:off x="1632" y="4"/>
                <a:ext cx="384" cy="816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25400" cmpd="sng">
                <a:solidFill>
                  <a:srgbClr val="002060"/>
                </a:solidFill>
                <a:prstDash val="dash"/>
                <a:round/>
              </a:ln>
            </p:spPr>
            <p:txBody>
              <a:bodyPr wrap="none" anchor="ctr" anchorCtr="0">
                <a:noAutofit/>
              </a:bodyPr>
              <a:lstStyle>
                <a:lvl1pPr marL="227013" indent="-227013" algn="l" defTabSz="914400" rtl="0" eaLnBrk="0" fontAlgn="base" hangingPunct="0">
                  <a:lnSpc>
                    <a:spcPct val="90000"/>
                  </a:lnSpc>
                  <a:spcBef>
                    <a:spcPts val="10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8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6842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4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11414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0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5986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0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20558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0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 eaLnBrk="1" hangingPunct="0">
                  <a:lnSpc>
                    <a:spcPct val="120000"/>
                  </a:lnSpc>
                  <a:spcBef>
                    <a:spcPct val="0"/>
                  </a:spcBef>
                  <a:buNone/>
                </a:pPr>
                <a:endParaRPr lang="zh-CN" altLang="en-US" sz="3600" b="1">
                  <a:solidFill>
                    <a:srgbClr val="00B0F0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" name="Line 8">
                <a:extLst>
                  <a:ext uri="{FF2B5EF4-FFF2-40B4-BE49-F238E27FC236}">
                    <a16:creationId xmlns:a16="http://schemas.microsoft.com/office/drawing/2014/main" id="{03287954-D00D-6BC4-618A-C4658BC08CF3}"/>
                  </a:ext>
                </a:extLst>
              </p:cNvPr>
              <p:cNvSpPr>
                <a:spLocks noChangeShapeType="1"/>
              </p:cNvSpPr>
              <p:nvPr>
                <p:custDataLst>
                  <p:tags r:id="rId60"/>
                </p:custDataLst>
              </p:nvPr>
            </p:nvSpPr>
            <p:spPr bwMode="auto">
              <a:xfrm>
                <a:off x="192" y="4"/>
                <a:ext cx="1632" cy="0"/>
              </a:xfrm>
              <a:prstGeom prst="line">
                <a:avLst/>
              </a:prstGeom>
              <a:noFill/>
              <a:ln w="25400" cmpd="sng">
                <a:solidFill>
                  <a:srgbClr val="002060"/>
                </a:solidFill>
                <a:round/>
              </a:ln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itchFamily="34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64" name="Line 9">
                <a:extLst>
                  <a:ext uri="{FF2B5EF4-FFF2-40B4-BE49-F238E27FC236}">
                    <a16:creationId xmlns:a16="http://schemas.microsoft.com/office/drawing/2014/main" id="{5FE4A6EE-DB66-D8AA-B1AC-1FA6784C96CB}"/>
                  </a:ext>
                </a:extLst>
              </p:cNvPr>
              <p:cNvSpPr>
                <a:spLocks noChangeShapeType="1"/>
              </p:cNvSpPr>
              <p:nvPr>
                <p:custDataLst>
                  <p:tags r:id="rId61"/>
                </p:custDataLst>
              </p:nvPr>
            </p:nvSpPr>
            <p:spPr bwMode="auto">
              <a:xfrm>
                <a:off x="192" y="820"/>
                <a:ext cx="1632" cy="0"/>
              </a:xfrm>
              <a:prstGeom prst="line">
                <a:avLst/>
              </a:prstGeom>
              <a:noFill/>
              <a:ln w="25400" cmpd="sng">
                <a:solidFill>
                  <a:srgbClr val="002060"/>
                </a:solidFill>
                <a:round/>
              </a:ln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itchFamily="34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65" name="Arc 10">
                <a:extLst>
                  <a:ext uri="{FF2B5EF4-FFF2-40B4-BE49-F238E27FC236}">
                    <a16:creationId xmlns:a16="http://schemas.microsoft.com/office/drawing/2014/main" id="{032D7B00-42DE-8017-D5A6-0BB30AD380C7}"/>
                  </a:ext>
                </a:extLst>
              </p:cNvPr>
              <p:cNvSpPr/>
              <p:nvPr>
                <p:custDataLst>
                  <p:tags r:id="rId62"/>
                </p:custDataLst>
              </p:nvPr>
            </p:nvSpPr>
            <p:spPr bwMode="auto">
              <a:xfrm>
                <a:off x="980" y="0"/>
                <a:ext cx="220" cy="824"/>
              </a:xfrm>
              <a:custGeom>
                <a:avLst/>
                <a:gdLst>
                  <a:gd name="T0" fmla="*/ 0 w 24612"/>
                  <a:gd name="T1" fmla="*/ 0 h 43200"/>
                  <a:gd name="T2" fmla="*/ 0 w 24612"/>
                  <a:gd name="T3" fmla="*/ 0 h 43200"/>
                  <a:gd name="T4" fmla="*/ 0 w 24612"/>
                  <a:gd name="T5" fmla="*/ 0 h 43200"/>
                  <a:gd name="T6" fmla="*/ 0 60000 65536"/>
                  <a:gd name="T7" fmla="*/ 0 60000 65536"/>
                  <a:gd name="T8" fmla="*/ 0 60000 65536"/>
                  <a:gd name="T9" fmla="*/ 0 w 24612"/>
                  <a:gd name="T10" fmla="*/ 0 h 43200"/>
                  <a:gd name="T11" fmla="*/ 24612 w 24612"/>
                  <a:gd name="T12" fmla="*/ 43200 h 432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4612" h="43200" fill="none" extrusionOk="0">
                    <a:moveTo>
                      <a:pt x="3011" y="0"/>
                    </a:moveTo>
                    <a:cubicBezTo>
                      <a:pt x="14941" y="0"/>
                      <a:pt x="24612" y="9670"/>
                      <a:pt x="24612" y="21600"/>
                    </a:cubicBezTo>
                    <a:cubicBezTo>
                      <a:pt x="24612" y="33529"/>
                      <a:pt x="14941" y="43200"/>
                      <a:pt x="3012" y="43200"/>
                    </a:cubicBezTo>
                    <a:cubicBezTo>
                      <a:pt x="2004" y="43200"/>
                      <a:pt x="997" y="43129"/>
                      <a:pt x="0" y="42988"/>
                    </a:cubicBezTo>
                  </a:path>
                  <a:path w="24612" h="43200" stroke="0" extrusionOk="0">
                    <a:moveTo>
                      <a:pt x="3011" y="0"/>
                    </a:moveTo>
                    <a:cubicBezTo>
                      <a:pt x="14941" y="0"/>
                      <a:pt x="24612" y="9670"/>
                      <a:pt x="24612" y="21600"/>
                    </a:cubicBezTo>
                    <a:cubicBezTo>
                      <a:pt x="24612" y="33529"/>
                      <a:pt x="14941" y="43200"/>
                      <a:pt x="3012" y="43200"/>
                    </a:cubicBezTo>
                    <a:cubicBezTo>
                      <a:pt x="2004" y="43200"/>
                      <a:pt x="997" y="43129"/>
                      <a:pt x="0" y="42988"/>
                    </a:cubicBezTo>
                    <a:lnTo>
                      <a:pt x="3012" y="21600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 w="25400" cmpd="sng">
                <a:solidFill>
                  <a:srgbClr val="002060"/>
                </a:solidFill>
                <a:miter lim="800000"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None/>
                  <a:defRPr/>
                </a:pPr>
                <a:endParaRPr kumimoji="0" lang="zh-CN" altLang="en-US" sz="3600" b="1" i="0" u="none" strike="noStrike" kern="0" cap="none" spc="0" normalizeH="0" baseline="0" noProof="0">
                  <a:ln>
                    <a:noFill/>
                  </a:ln>
                  <a:solidFill>
                    <a:srgbClr val="00B0F0"/>
                  </a:solidFill>
                  <a:effectLst/>
                  <a:uLnTx/>
                  <a:uFillTx/>
                  <a:latin typeface="黑体" panose="02010609060101010101" charset="-122"/>
                  <a:ea typeface="黑体" panose="02010609060101010101" charset="-122"/>
                  <a:cs typeface="+mn-cs"/>
                </a:endParaRPr>
              </a:p>
            </p:txBody>
          </p:sp>
          <p:sp>
            <p:nvSpPr>
              <p:cNvPr id="66" name="Arc 11">
                <a:extLst>
                  <a:ext uri="{FF2B5EF4-FFF2-40B4-BE49-F238E27FC236}">
                    <a16:creationId xmlns:a16="http://schemas.microsoft.com/office/drawing/2014/main" id="{F0DD6F3C-7F6F-AC3F-0F36-D50DC5C9D224}"/>
                  </a:ext>
                </a:extLst>
              </p:cNvPr>
              <p:cNvSpPr/>
              <p:nvPr>
                <p:custDataLst>
                  <p:tags r:id="rId63"/>
                </p:custDataLst>
              </p:nvPr>
            </p:nvSpPr>
            <p:spPr bwMode="auto">
              <a:xfrm>
                <a:off x="1796" y="0"/>
                <a:ext cx="220" cy="824"/>
              </a:xfrm>
              <a:custGeom>
                <a:avLst/>
                <a:gdLst>
                  <a:gd name="T0" fmla="*/ 0 w 24612"/>
                  <a:gd name="T1" fmla="*/ 0 h 43200"/>
                  <a:gd name="T2" fmla="*/ 0 w 24612"/>
                  <a:gd name="T3" fmla="*/ 0 h 43200"/>
                  <a:gd name="T4" fmla="*/ 0 w 24612"/>
                  <a:gd name="T5" fmla="*/ 0 h 43200"/>
                  <a:gd name="T6" fmla="*/ 0 60000 65536"/>
                  <a:gd name="T7" fmla="*/ 0 60000 65536"/>
                  <a:gd name="T8" fmla="*/ 0 60000 65536"/>
                  <a:gd name="T9" fmla="*/ 0 w 24612"/>
                  <a:gd name="T10" fmla="*/ 0 h 43200"/>
                  <a:gd name="T11" fmla="*/ 24612 w 24612"/>
                  <a:gd name="T12" fmla="*/ 43200 h 432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4612" h="43200" fill="none" extrusionOk="0">
                    <a:moveTo>
                      <a:pt x="3011" y="0"/>
                    </a:moveTo>
                    <a:cubicBezTo>
                      <a:pt x="14941" y="0"/>
                      <a:pt x="24612" y="9670"/>
                      <a:pt x="24612" y="21600"/>
                    </a:cubicBezTo>
                    <a:cubicBezTo>
                      <a:pt x="24612" y="33529"/>
                      <a:pt x="14941" y="43200"/>
                      <a:pt x="3012" y="43200"/>
                    </a:cubicBezTo>
                    <a:cubicBezTo>
                      <a:pt x="2004" y="43200"/>
                      <a:pt x="997" y="43129"/>
                      <a:pt x="0" y="42988"/>
                    </a:cubicBezTo>
                  </a:path>
                  <a:path w="24612" h="43200" stroke="0" extrusionOk="0">
                    <a:moveTo>
                      <a:pt x="3011" y="0"/>
                    </a:moveTo>
                    <a:cubicBezTo>
                      <a:pt x="14941" y="0"/>
                      <a:pt x="24612" y="9670"/>
                      <a:pt x="24612" y="21600"/>
                    </a:cubicBezTo>
                    <a:cubicBezTo>
                      <a:pt x="24612" y="33529"/>
                      <a:pt x="14941" y="43200"/>
                      <a:pt x="3012" y="43200"/>
                    </a:cubicBezTo>
                    <a:cubicBezTo>
                      <a:pt x="2004" y="43200"/>
                      <a:pt x="997" y="43129"/>
                      <a:pt x="0" y="42988"/>
                    </a:cubicBezTo>
                    <a:lnTo>
                      <a:pt x="3012" y="21600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 w="25400" cmpd="sng">
                <a:solidFill>
                  <a:srgbClr val="002060"/>
                </a:solidFill>
                <a:miter lim="800000"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None/>
                  <a:defRPr/>
                </a:pPr>
                <a:endParaRPr kumimoji="0" lang="zh-CN" altLang="en-US" sz="3600" b="1" i="0" u="none" strike="noStrike" kern="0" cap="none" spc="0" normalizeH="0" baseline="0" noProof="0">
                  <a:ln>
                    <a:noFill/>
                  </a:ln>
                  <a:solidFill>
                    <a:srgbClr val="00B0F0"/>
                  </a:solidFill>
                  <a:effectLst/>
                  <a:uLnTx/>
                  <a:uFillTx/>
                  <a:latin typeface="黑体" panose="02010609060101010101" charset="-122"/>
                  <a:ea typeface="黑体" panose="02010609060101010101" charset="-122"/>
                  <a:cs typeface="+mn-cs"/>
                </a:endParaRPr>
              </a:p>
            </p:txBody>
          </p:sp>
        </p:grpSp>
        <p:grpSp>
          <p:nvGrpSpPr>
            <p:cNvPr id="6" name="Group 12">
              <a:extLst>
                <a:ext uri="{FF2B5EF4-FFF2-40B4-BE49-F238E27FC236}">
                  <a16:creationId xmlns:a16="http://schemas.microsoft.com/office/drawing/2014/main" id="{F9A65B1F-0274-230A-BE32-25F3DD58DD77}"/>
                </a:ext>
              </a:extLst>
            </p:cNvPr>
            <p:cNvGrpSpPr/>
            <p:nvPr>
              <p:custDataLst>
                <p:tags r:id="rId3"/>
              </p:custDataLst>
            </p:nvPr>
          </p:nvGrpSpPr>
          <p:grpSpPr>
            <a:xfrm rot="19440000">
              <a:off x="144" y="288"/>
              <a:ext cx="184" cy="48"/>
              <a:chOff x="0" y="0"/>
              <a:chExt cx="184" cy="48"/>
            </a:xfrm>
          </p:grpSpPr>
          <p:sp>
            <p:nvSpPr>
              <p:cNvPr id="58" name="Oval 13">
                <a:extLst>
                  <a:ext uri="{FF2B5EF4-FFF2-40B4-BE49-F238E27FC236}">
                    <a16:creationId xmlns:a16="http://schemas.microsoft.com/office/drawing/2014/main" id="{3112A070-BB83-DC1B-6580-4A24BFB3C8FC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55"/>
                </p:custDataLst>
              </p:nvPr>
            </p:nvSpPr>
            <p:spPr bwMode="auto">
              <a:xfrm>
                <a:off x="0" y="-2"/>
                <a:ext cx="48" cy="48"/>
              </a:xfrm>
              <a:prstGeom prst="ellipse">
                <a:avLst/>
              </a:prstGeom>
              <a:solidFill>
                <a:srgbClr val="FFFF66"/>
              </a:solidFill>
              <a:ln w="9525" cmpd="sng">
                <a:solidFill>
                  <a:srgbClr val="002060"/>
                </a:solidFill>
                <a:round/>
              </a:ln>
            </p:spPr>
            <p:txBody>
              <a:bodyPr wrap="none" anchor="ctr" anchorCtr="0">
                <a:noAutofit/>
              </a:bodyPr>
              <a:lstStyle>
                <a:lvl1pPr marL="227013" indent="-227013" algn="l" defTabSz="914400" rtl="0" eaLnBrk="0" fontAlgn="base" hangingPunct="0">
                  <a:lnSpc>
                    <a:spcPct val="90000"/>
                  </a:lnSpc>
                  <a:spcBef>
                    <a:spcPts val="10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8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6842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4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11414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0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5986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0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20558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0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 eaLnBrk="1" hangingPunct="0">
                  <a:lnSpc>
                    <a:spcPct val="120000"/>
                  </a:lnSpc>
                  <a:spcBef>
                    <a:spcPct val="0"/>
                  </a:spcBef>
                  <a:buNone/>
                </a:pPr>
                <a:endParaRPr lang="zh-CN" altLang="en-US" sz="3600" b="1">
                  <a:solidFill>
                    <a:srgbClr val="00B0F0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59" name="Line 14">
                <a:extLst>
                  <a:ext uri="{FF2B5EF4-FFF2-40B4-BE49-F238E27FC236}">
                    <a16:creationId xmlns:a16="http://schemas.microsoft.com/office/drawing/2014/main" id="{B97074F0-9BC9-1DE2-1CC7-5B7AB18572B7}"/>
                  </a:ext>
                </a:extLst>
              </p:cNvPr>
              <p:cNvSpPr>
                <a:spLocks noChangeShapeType="1"/>
              </p:cNvSpPr>
              <p:nvPr>
                <p:custDataLst>
                  <p:tags r:id="rId56"/>
                </p:custDataLst>
              </p:nvPr>
            </p:nvSpPr>
            <p:spPr bwMode="auto">
              <a:xfrm>
                <a:off x="40" y="24"/>
                <a:ext cx="144" cy="0"/>
              </a:xfrm>
              <a:prstGeom prst="line">
                <a:avLst/>
              </a:prstGeom>
              <a:noFill/>
              <a:ln w="9525" cmpd="sng">
                <a:solidFill>
                  <a:srgbClr val="002060"/>
                </a:solidFill>
                <a:round/>
                <a:tailEnd type="triangle" w="med" len="med"/>
              </a:ln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itchFamily="34" charset="0"/>
                  <a:ea typeface="宋体" pitchFamily="2" charset="-122"/>
                  <a:cs typeface="+mn-cs"/>
                </a:endParaRPr>
              </a:p>
            </p:txBody>
          </p:sp>
        </p:grpSp>
        <p:grpSp>
          <p:nvGrpSpPr>
            <p:cNvPr id="7" name="Group 15">
              <a:extLst>
                <a:ext uri="{FF2B5EF4-FFF2-40B4-BE49-F238E27FC236}">
                  <a16:creationId xmlns:a16="http://schemas.microsoft.com/office/drawing/2014/main" id="{62E04524-43F8-E8E6-4216-607378A0BADF}"/>
                </a:ext>
              </a:extLst>
            </p:cNvPr>
            <p:cNvGrpSpPr/>
            <p:nvPr>
              <p:custDataLst>
                <p:tags r:id="rId4"/>
              </p:custDataLst>
            </p:nvPr>
          </p:nvGrpSpPr>
          <p:grpSpPr>
            <a:xfrm rot="7800000">
              <a:off x="76" y="652"/>
              <a:ext cx="184" cy="48"/>
              <a:chOff x="0" y="0"/>
              <a:chExt cx="184" cy="48"/>
            </a:xfrm>
          </p:grpSpPr>
          <p:sp>
            <p:nvSpPr>
              <p:cNvPr id="56" name="Oval 16">
                <a:extLst>
                  <a:ext uri="{FF2B5EF4-FFF2-40B4-BE49-F238E27FC236}">
                    <a16:creationId xmlns:a16="http://schemas.microsoft.com/office/drawing/2014/main" id="{0B03253B-5DED-F685-1DF9-B540CA476E20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53"/>
                </p:custDataLst>
              </p:nvPr>
            </p:nvSpPr>
            <p:spPr bwMode="auto">
              <a:xfrm>
                <a:off x="0" y="2"/>
                <a:ext cx="48" cy="48"/>
              </a:xfrm>
              <a:prstGeom prst="ellipse">
                <a:avLst/>
              </a:prstGeom>
              <a:solidFill>
                <a:srgbClr val="FFFF66"/>
              </a:solidFill>
              <a:ln w="9525" cmpd="sng">
                <a:solidFill>
                  <a:srgbClr val="002060"/>
                </a:solidFill>
                <a:round/>
              </a:ln>
            </p:spPr>
            <p:txBody>
              <a:bodyPr wrap="none" anchor="ctr" anchorCtr="0">
                <a:noAutofit/>
              </a:bodyPr>
              <a:lstStyle>
                <a:lvl1pPr marL="227013" indent="-227013" algn="l" defTabSz="914400" rtl="0" eaLnBrk="0" fontAlgn="base" hangingPunct="0">
                  <a:lnSpc>
                    <a:spcPct val="90000"/>
                  </a:lnSpc>
                  <a:spcBef>
                    <a:spcPts val="10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8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6842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4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11414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0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5986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0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20558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0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 eaLnBrk="1" hangingPunct="0">
                  <a:lnSpc>
                    <a:spcPct val="120000"/>
                  </a:lnSpc>
                  <a:spcBef>
                    <a:spcPct val="0"/>
                  </a:spcBef>
                  <a:buNone/>
                </a:pPr>
                <a:endParaRPr lang="zh-CN" altLang="en-US" sz="3600" b="1">
                  <a:solidFill>
                    <a:srgbClr val="00B0F0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57" name="Line 17">
                <a:extLst>
                  <a:ext uri="{FF2B5EF4-FFF2-40B4-BE49-F238E27FC236}">
                    <a16:creationId xmlns:a16="http://schemas.microsoft.com/office/drawing/2014/main" id="{469F67BC-1552-A1C6-086C-4DC4C65CA7A5}"/>
                  </a:ext>
                </a:extLst>
              </p:cNvPr>
              <p:cNvSpPr>
                <a:spLocks noChangeShapeType="1"/>
              </p:cNvSpPr>
              <p:nvPr>
                <p:custDataLst>
                  <p:tags r:id="rId54"/>
                </p:custDataLst>
              </p:nvPr>
            </p:nvSpPr>
            <p:spPr bwMode="auto">
              <a:xfrm>
                <a:off x="38" y="24"/>
                <a:ext cx="144" cy="0"/>
              </a:xfrm>
              <a:prstGeom prst="line">
                <a:avLst/>
              </a:prstGeom>
              <a:noFill/>
              <a:ln w="9525" cmpd="sng">
                <a:solidFill>
                  <a:srgbClr val="002060"/>
                </a:solidFill>
                <a:round/>
                <a:tailEnd type="triangle" w="med" len="med"/>
              </a:ln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itchFamily="34" charset="0"/>
                  <a:ea typeface="宋体" pitchFamily="2" charset="-122"/>
                  <a:cs typeface="+mn-cs"/>
                </a:endParaRPr>
              </a:p>
            </p:txBody>
          </p:sp>
        </p:grpSp>
        <p:grpSp>
          <p:nvGrpSpPr>
            <p:cNvPr id="8" name="Group 18">
              <a:extLst>
                <a:ext uri="{FF2B5EF4-FFF2-40B4-BE49-F238E27FC236}">
                  <a16:creationId xmlns:a16="http://schemas.microsoft.com/office/drawing/2014/main" id="{58EA8AD3-3092-833F-8AD8-ED9F1298B3EE}"/>
                </a:ext>
              </a:extLst>
            </p:cNvPr>
            <p:cNvGrpSpPr/>
            <p:nvPr>
              <p:custDataLst>
                <p:tags r:id="rId5"/>
              </p:custDataLst>
            </p:nvPr>
          </p:nvGrpSpPr>
          <p:grpSpPr>
            <a:xfrm rot="2700000">
              <a:off x="1248" y="96"/>
              <a:ext cx="184" cy="48"/>
              <a:chOff x="0" y="0"/>
              <a:chExt cx="184" cy="48"/>
            </a:xfrm>
          </p:grpSpPr>
          <p:sp>
            <p:nvSpPr>
              <p:cNvPr id="54" name="Oval 19">
                <a:extLst>
                  <a:ext uri="{FF2B5EF4-FFF2-40B4-BE49-F238E27FC236}">
                    <a16:creationId xmlns:a16="http://schemas.microsoft.com/office/drawing/2014/main" id="{C9BE7DEA-E363-6B48-D063-02EF4E2251B1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51"/>
                </p:custDataLst>
              </p:nvPr>
            </p:nvSpPr>
            <p:spPr bwMode="auto">
              <a:xfrm>
                <a:off x="-2" y="1"/>
                <a:ext cx="48" cy="48"/>
              </a:xfrm>
              <a:prstGeom prst="ellipse">
                <a:avLst/>
              </a:prstGeom>
              <a:solidFill>
                <a:srgbClr val="FFFF66"/>
              </a:solidFill>
              <a:ln w="9525" cmpd="sng">
                <a:solidFill>
                  <a:srgbClr val="002060"/>
                </a:solidFill>
                <a:round/>
              </a:ln>
            </p:spPr>
            <p:txBody>
              <a:bodyPr wrap="none" anchor="ctr" anchorCtr="0">
                <a:noAutofit/>
              </a:bodyPr>
              <a:lstStyle>
                <a:lvl1pPr marL="227013" indent="-227013" algn="l" defTabSz="914400" rtl="0" eaLnBrk="0" fontAlgn="base" hangingPunct="0">
                  <a:lnSpc>
                    <a:spcPct val="90000"/>
                  </a:lnSpc>
                  <a:spcBef>
                    <a:spcPts val="10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8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6842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4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11414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0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5986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0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20558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0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 eaLnBrk="1" hangingPunct="0">
                  <a:lnSpc>
                    <a:spcPct val="120000"/>
                  </a:lnSpc>
                  <a:spcBef>
                    <a:spcPct val="0"/>
                  </a:spcBef>
                  <a:buNone/>
                </a:pPr>
                <a:endParaRPr lang="zh-CN" altLang="en-US" sz="3600" b="1">
                  <a:solidFill>
                    <a:srgbClr val="00B0F0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55" name="Line 20">
                <a:extLst>
                  <a:ext uri="{FF2B5EF4-FFF2-40B4-BE49-F238E27FC236}">
                    <a16:creationId xmlns:a16="http://schemas.microsoft.com/office/drawing/2014/main" id="{A47226A5-6C90-7851-0448-A5B739D66F76}"/>
                  </a:ext>
                </a:extLst>
              </p:cNvPr>
              <p:cNvSpPr>
                <a:spLocks noChangeShapeType="1"/>
              </p:cNvSpPr>
              <p:nvPr>
                <p:custDataLst>
                  <p:tags r:id="rId52"/>
                </p:custDataLst>
              </p:nvPr>
            </p:nvSpPr>
            <p:spPr bwMode="auto">
              <a:xfrm>
                <a:off x="40" y="24"/>
                <a:ext cx="144" cy="0"/>
              </a:xfrm>
              <a:prstGeom prst="line">
                <a:avLst/>
              </a:prstGeom>
              <a:noFill/>
              <a:ln w="9525" cmpd="sng">
                <a:solidFill>
                  <a:srgbClr val="002060"/>
                </a:solidFill>
                <a:round/>
                <a:tailEnd type="triangle" w="med" len="med"/>
              </a:ln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itchFamily="34" charset="0"/>
                  <a:ea typeface="宋体" pitchFamily="2" charset="-122"/>
                  <a:cs typeface="+mn-cs"/>
                </a:endParaRPr>
              </a:p>
            </p:txBody>
          </p:sp>
        </p:grpSp>
        <p:grpSp>
          <p:nvGrpSpPr>
            <p:cNvPr id="9" name="Group 21">
              <a:extLst>
                <a:ext uri="{FF2B5EF4-FFF2-40B4-BE49-F238E27FC236}">
                  <a16:creationId xmlns:a16="http://schemas.microsoft.com/office/drawing/2014/main" id="{167534DA-EB27-06FD-BAB7-C3B5187BB27A}"/>
                </a:ext>
              </a:extLst>
            </p:cNvPr>
            <p:cNvGrpSpPr/>
            <p:nvPr>
              <p:custDataLst>
                <p:tags r:id="rId6"/>
              </p:custDataLst>
            </p:nvPr>
          </p:nvGrpSpPr>
          <p:grpSpPr>
            <a:xfrm rot="11880000">
              <a:off x="1728" y="576"/>
              <a:ext cx="184" cy="48"/>
              <a:chOff x="0" y="0"/>
              <a:chExt cx="184" cy="48"/>
            </a:xfrm>
          </p:grpSpPr>
          <p:sp>
            <p:nvSpPr>
              <p:cNvPr id="52" name="Oval 22">
                <a:extLst>
                  <a:ext uri="{FF2B5EF4-FFF2-40B4-BE49-F238E27FC236}">
                    <a16:creationId xmlns:a16="http://schemas.microsoft.com/office/drawing/2014/main" id="{48F21A97-2052-90D4-1070-41B77B569E8C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49"/>
                </p:custDataLst>
              </p:nvPr>
            </p:nvSpPr>
            <p:spPr bwMode="auto">
              <a:xfrm>
                <a:off x="2" y="1"/>
                <a:ext cx="48" cy="48"/>
              </a:xfrm>
              <a:prstGeom prst="ellipse">
                <a:avLst/>
              </a:prstGeom>
              <a:solidFill>
                <a:srgbClr val="FFFF66"/>
              </a:solidFill>
              <a:ln w="9525" cmpd="sng">
                <a:solidFill>
                  <a:srgbClr val="002060"/>
                </a:solidFill>
                <a:round/>
              </a:ln>
            </p:spPr>
            <p:txBody>
              <a:bodyPr wrap="none" anchor="ctr" anchorCtr="0">
                <a:noAutofit/>
              </a:bodyPr>
              <a:lstStyle>
                <a:lvl1pPr marL="227013" indent="-227013" algn="l" defTabSz="914400" rtl="0" eaLnBrk="0" fontAlgn="base" hangingPunct="0">
                  <a:lnSpc>
                    <a:spcPct val="90000"/>
                  </a:lnSpc>
                  <a:spcBef>
                    <a:spcPts val="10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8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6842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4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11414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0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5986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0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20558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0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 eaLnBrk="1" hangingPunct="0">
                  <a:lnSpc>
                    <a:spcPct val="120000"/>
                  </a:lnSpc>
                  <a:spcBef>
                    <a:spcPct val="0"/>
                  </a:spcBef>
                  <a:buNone/>
                </a:pPr>
                <a:endParaRPr lang="zh-CN" altLang="en-US" sz="3600" b="1">
                  <a:solidFill>
                    <a:srgbClr val="00B0F0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53" name="Line 23">
                <a:extLst>
                  <a:ext uri="{FF2B5EF4-FFF2-40B4-BE49-F238E27FC236}">
                    <a16:creationId xmlns:a16="http://schemas.microsoft.com/office/drawing/2014/main" id="{8C4EF9DA-DF8F-1EBC-016B-A8577F92506A}"/>
                  </a:ext>
                </a:extLst>
              </p:cNvPr>
              <p:cNvSpPr>
                <a:spLocks noChangeShapeType="1"/>
              </p:cNvSpPr>
              <p:nvPr>
                <p:custDataLst>
                  <p:tags r:id="rId50"/>
                </p:custDataLst>
              </p:nvPr>
            </p:nvSpPr>
            <p:spPr bwMode="auto">
              <a:xfrm>
                <a:off x="40" y="24"/>
                <a:ext cx="144" cy="0"/>
              </a:xfrm>
              <a:prstGeom prst="line">
                <a:avLst/>
              </a:prstGeom>
              <a:noFill/>
              <a:ln w="9525" cmpd="sng">
                <a:solidFill>
                  <a:srgbClr val="002060"/>
                </a:solidFill>
                <a:round/>
                <a:tailEnd type="triangle" w="med" len="med"/>
              </a:ln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itchFamily="34" charset="0"/>
                  <a:ea typeface="宋体" pitchFamily="2" charset="-122"/>
                  <a:cs typeface="+mn-cs"/>
                </a:endParaRPr>
              </a:p>
            </p:txBody>
          </p:sp>
        </p:grpSp>
        <p:grpSp>
          <p:nvGrpSpPr>
            <p:cNvPr id="10" name="Group 24">
              <a:extLst>
                <a:ext uri="{FF2B5EF4-FFF2-40B4-BE49-F238E27FC236}">
                  <a16:creationId xmlns:a16="http://schemas.microsoft.com/office/drawing/2014/main" id="{6505D4F3-31DB-EE1D-18A3-0EB3EF417D19}"/>
                </a:ext>
              </a:extLst>
            </p:cNvPr>
            <p:cNvGrpSpPr/>
            <p:nvPr>
              <p:custDataLst>
                <p:tags r:id="rId7"/>
              </p:custDataLst>
            </p:nvPr>
          </p:nvGrpSpPr>
          <p:grpSpPr>
            <a:xfrm rot="2100000">
              <a:off x="1680" y="384"/>
              <a:ext cx="184" cy="48"/>
              <a:chOff x="0" y="0"/>
              <a:chExt cx="184" cy="48"/>
            </a:xfrm>
          </p:grpSpPr>
          <p:sp>
            <p:nvSpPr>
              <p:cNvPr id="50" name="Oval 25">
                <a:extLst>
                  <a:ext uri="{FF2B5EF4-FFF2-40B4-BE49-F238E27FC236}">
                    <a16:creationId xmlns:a16="http://schemas.microsoft.com/office/drawing/2014/main" id="{0F864D81-8735-EBB5-DBA4-BCA1865207F6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47"/>
                </p:custDataLst>
              </p:nvPr>
            </p:nvSpPr>
            <p:spPr bwMode="auto">
              <a:xfrm>
                <a:off x="-1" y="1"/>
                <a:ext cx="48" cy="48"/>
              </a:xfrm>
              <a:prstGeom prst="ellipse">
                <a:avLst/>
              </a:prstGeom>
              <a:solidFill>
                <a:srgbClr val="FFFF66"/>
              </a:solidFill>
              <a:ln w="9525" cmpd="sng">
                <a:solidFill>
                  <a:srgbClr val="002060"/>
                </a:solidFill>
                <a:round/>
              </a:ln>
            </p:spPr>
            <p:txBody>
              <a:bodyPr wrap="none" anchor="ctr" anchorCtr="0">
                <a:noAutofit/>
              </a:bodyPr>
              <a:lstStyle>
                <a:lvl1pPr marL="227013" indent="-227013" algn="l" defTabSz="914400" rtl="0" eaLnBrk="0" fontAlgn="base" hangingPunct="0">
                  <a:lnSpc>
                    <a:spcPct val="90000"/>
                  </a:lnSpc>
                  <a:spcBef>
                    <a:spcPts val="10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8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6842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4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11414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0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5986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0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20558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0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 eaLnBrk="1" hangingPunct="0">
                  <a:lnSpc>
                    <a:spcPct val="120000"/>
                  </a:lnSpc>
                  <a:spcBef>
                    <a:spcPct val="0"/>
                  </a:spcBef>
                  <a:buNone/>
                </a:pPr>
                <a:endParaRPr lang="zh-CN" altLang="en-US" sz="3600" b="1">
                  <a:solidFill>
                    <a:srgbClr val="00B0F0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51" name="Line 26">
                <a:extLst>
                  <a:ext uri="{FF2B5EF4-FFF2-40B4-BE49-F238E27FC236}">
                    <a16:creationId xmlns:a16="http://schemas.microsoft.com/office/drawing/2014/main" id="{45F5434A-F14F-1322-7238-3A65CA102178}"/>
                  </a:ext>
                </a:extLst>
              </p:cNvPr>
              <p:cNvSpPr>
                <a:spLocks noChangeShapeType="1"/>
              </p:cNvSpPr>
              <p:nvPr>
                <p:custDataLst>
                  <p:tags r:id="rId48"/>
                </p:custDataLst>
              </p:nvPr>
            </p:nvSpPr>
            <p:spPr bwMode="auto">
              <a:xfrm>
                <a:off x="38" y="24"/>
                <a:ext cx="144" cy="0"/>
              </a:xfrm>
              <a:prstGeom prst="line">
                <a:avLst/>
              </a:prstGeom>
              <a:noFill/>
              <a:ln w="9525" cmpd="sng">
                <a:solidFill>
                  <a:srgbClr val="002060"/>
                </a:solidFill>
                <a:round/>
                <a:tailEnd type="triangle" w="med" len="med"/>
              </a:ln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itchFamily="34" charset="0"/>
                  <a:ea typeface="宋体" pitchFamily="2" charset="-122"/>
                  <a:cs typeface="+mn-cs"/>
                </a:endParaRPr>
              </a:p>
            </p:txBody>
          </p:sp>
        </p:grpSp>
        <p:grpSp>
          <p:nvGrpSpPr>
            <p:cNvPr id="11" name="Group 27">
              <a:extLst>
                <a:ext uri="{FF2B5EF4-FFF2-40B4-BE49-F238E27FC236}">
                  <a16:creationId xmlns:a16="http://schemas.microsoft.com/office/drawing/2014/main" id="{E4CF87D1-7E8E-F8DB-0245-B567BA06C342}"/>
                </a:ext>
              </a:extLst>
            </p:cNvPr>
            <p:cNvGrpSpPr/>
            <p:nvPr>
              <p:custDataLst>
                <p:tags r:id="rId8"/>
              </p:custDataLst>
            </p:nvPr>
          </p:nvGrpSpPr>
          <p:grpSpPr>
            <a:xfrm rot="18240000">
              <a:off x="1708" y="164"/>
              <a:ext cx="184" cy="48"/>
              <a:chOff x="0" y="0"/>
              <a:chExt cx="184" cy="48"/>
            </a:xfrm>
          </p:grpSpPr>
          <p:sp>
            <p:nvSpPr>
              <p:cNvPr id="48" name="Oval 28">
                <a:extLst>
                  <a:ext uri="{FF2B5EF4-FFF2-40B4-BE49-F238E27FC236}">
                    <a16:creationId xmlns:a16="http://schemas.microsoft.com/office/drawing/2014/main" id="{78209B96-2610-49FB-8A24-3A5E77474924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45"/>
                </p:custDataLst>
              </p:nvPr>
            </p:nvSpPr>
            <p:spPr bwMode="auto">
              <a:xfrm>
                <a:off x="0" y="0"/>
                <a:ext cx="48" cy="48"/>
              </a:xfrm>
              <a:prstGeom prst="ellipse">
                <a:avLst/>
              </a:prstGeom>
              <a:solidFill>
                <a:srgbClr val="FFFF66"/>
              </a:solidFill>
              <a:ln w="9525" cmpd="sng">
                <a:solidFill>
                  <a:srgbClr val="002060"/>
                </a:solidFill>
                <a:round/>
              </a:ln>
            </p:spPr>
            <p:txBody>
              <a:bodyPr wrap="none" anchor="ctr" anchorCtr="0">
                <a:noAutofit/>
              </a:bodyPr>
              <a:lstStyle>
                <a:lvl1pPr marL="227013" indent="-227013" algn="l" defTabSz="914400" rtl="0" eaLnBrk="0" fontAlgn="base" hangingPunct="0">
                  <a:lnSpc>
                    <a:spcPct val="90000"/>
                  </a:lnSpc>
                  <a:spcBef>
                    <a:spcPts val="10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8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6842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4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11414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0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5986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0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20558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0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 eaLnBrk="1" hangingPunct="0">
                  <a:lnSpc>
                    <a:spcPct val="120000"/>
                  </a:lnSpc>
                  <a:spcBef>
                    <a:spcPct val="0"/>
                  </a:spcBef>
                  <a:buNone/>
                </a:pPr>
                <a:endParaRPr lang="zh-CN" altLang="en-US" sz="3600" b="1">
                  <a:solidFill>
                    <a:srgbClr val="00B0F0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49" name="Line 29">
                <a:extLst>
                  <a:ext uri="{FF2B5EF4-FFF2-40B4-BE49-F238E27FC236}">
                    <a16:creationId xmlns:a16="http://schemas.microsoft.com/office/drawing/2014/main" id="{4C5D7853-3004-262C-C718-26E1B7C9FC1E}"/>
                  </a:ext>
                </a:extLst>
              </p:cNvPr>
              <p:cNvSpPr>
                <a:spLocks noChangeShapeType="1"/>
              </p:cNvSpPr>
              <p:nvPr>
                <p:custDataLst>
                  <p:tags r:id="rId46"/>
                </p:custDataLst>
              </p:nvPr>
            </p:nvSpPr>
            <p:spPr bwMode="auto">
              <a:xfrm>
                <a:off x="39" y="22"/>
                <a:ext cx="144" cy="0"/>
              </a:xfrm>
              <a:prstGeom prst="line">
                <a:avLst/>
              </a:prstGeom>
              <a:noFill/>
              <a:ln w="9525" cmpd="sng">
                <a:solidFill>
                  <a:srgbClr val="002060"/>
                </a:solidFill>
                <a:round/>
                <a:tailEnd type="triangle" w="med" len="med"/>
              </a:ln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itchFamily="34" charset="0"/>
                  <a:ea typeface="宋体" pitchFamily="2" charset="-122"/>
                  <a:cs typeface="+mn-cs"/>
                </a:endParaRPr>
              </a:p>
            </p:txBody>
          </p:sp>
        </p:grpSp>
        <p:grpSp>
          <p:nvGrpSpPr>
            <p:cNvPr id="12" name="Group 30">
              <a:extLst>
                <a:ext uri="{FF2B5EF4-FFF2-40B4-BE49-F238E27FC236}">
                  <a16:creationId xmlns:a16="http://schemas.microsoft.com/office/drawing/2014/main" id="{5168D487-16CA-7351-A507-2035E245109E}"/>
                </a:ext>
              </a:extLst>
            </p:cNvPr>
            <p:cNvGrpSpPr/>
            <p:nvPr>
              <p:custDataLst>
                <p:tags r:id="rId9"/>
              </p:custDataLst>
            </p:nvPr>
          </p:nvGrpSpPr>
          <p:grpSpPr>
            <a:xfrm rot="3960000">
              <a:off x="960" y="144"/>
              <a:ext cx="184" cy="48"/>
              <a:chOff x="0" y="0"/>
              <a:chExt cx="184" cy="48"/>
            </a:xfrm>
          </p:grpSpPr>
          <p:sp>
            <p:nvSpPr>
              <p:cNvPr id="46" name="Oval 31">
                <a:extLst>
                  <a:ext uri="{FF2B5EF4-FFF2-40B4-BE49-F238E27FC236}">
                    <a16:creationId xmlns:a16="http://schemas.microsoft.com/office/drawing/2014/main" id="{23DD211F-4E6D-0C24-1CC8-062030EA9E1C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43"/>
                </p:custDataLst>
              </p:nvPr>
            </p:nvSpPr>
            <p:spPr bwMode="auto">
              <a:xfrm>
                <a:off x="-1" y="1"/>
                <a:ext cx="48" cy="48"/>
              </a:xfrm>
              <a:prstGeom prst="ellipse">
                <a:avLst/>
              </a:prstGeom>
              <a:solidFill>
                <a:srgbClr val="FFFF66"/>
              </a:solidFill>
              <a:ln w="9525" cmpd="sng">
                <a:solidFill>
                  <a:srgbClr val="002060"/>
                </a:solidFill>
                <a:round/>
              </a:ln>
            </p:spPr>
            <p:txBody>
              <a:bodyPr wrap="none" anchor="ctr" anchorCtr="0">
                <a:noAutofit/>
              </a:bodyPr>
              <a:lstStyle>
                <a:lvl1pPr marL="227013" indent="-227013" algn="l" defTabSz="914400" rtl="0" eaLnBrk="0" fontAlgn="base" hangingPunct="0">
                  <a:lnSpc>
                    <a:spcPct val="90000"/>
                  </a:lnSpc>
                  <a:spcBef>
                    <a:spcPts val="10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8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6842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4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11414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0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5986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0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20558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0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 eaLnBrk="1" hangingPunct="0">
                  <a:lnSpc>
                    <a:spcPct val="120000"/>
                  </a:lnSpc>
                  <a:spcBef>
                    <a:spcPct val="0"/>
                  </a:spcBef>
                  <a:buNone/>
                </a:pPr>
                <a:endParaRPr lang="zh-CN" altLang="en-US" sz="3600" b="1">
                  <a:solidFill>
                    <a:srgbClr val="00B0F0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47" name="Line 32">
                <a:extLst>
                  <a:ext uri="{FF2B5EF4-FFF2-40B4-BE49-F238E27FC236}">
                    <a16:creationId xmlns:a16="http://schemas.microsoft.com/office/drawing/2014/main" id="{EAB07BB4-19D7-DF1B-2183-8411DBA5A01C}"/>
                  </a:ext>
                </a:extLst>
              </p:cNvPr>
              <p:cNvSpPr>
                <a:spLocks noChangeShapeType="1"/>
              </p:cNvSpPr>
              <p:nvPr>
                <p:custDataLst>
                  <p:tags r:id="rId44"/>
                </p:custDataLst>
              </p:nvPr>
            </p:nvSpPr>
            <p:spPr bwMode="auto">
              <a:xfrm>
                <a:off x="40" y="24"/>
                <a:ext cx="143" cy="0"/>
              </a:xfrm>
              <a:prstGeom prst="line">
                <a:avLst/>
              </a:prstGeom>
              <a:noFill/>
              <a:ln w="9525" cmpd="sng">
                <a:solidFill>
                  <a:srgbClr val="002060"/>
                </a:solidFill>
                <a:round/>
                <a:tailEnd type="triangle" w="med" len="med"/>
              </a:ln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itchFamily="34" charset="0"/>
                  <a:ea typeface="宋体" pitchFamily="2" charset="-122"/>
                  <a:cs typeface="+mn-cs"/>
                </a:endParaRPr>
              </a:p>
            </p:txBody>
          </p:sp>
        </p:grpSp>
        <p:grpSp>
          <p:nvGrpSpPr>
            <p:cNvPr id="13" name="Group 33">
              <a:extLst>
                <a:ext uri="{FF2B5EF4-FFF2-40B4-BE49-F238E27FC236}">
                  <a16:creationId xmlns:a16="http://schemas.microsoft.com/office/drawing/2014/main" id="{ABBAA093-BD24-43C1-CC99-320F394C4011}"/>
                </a:ext>
              </a:extLst>
            </p:cNvPr>
            <p:cNvGrpSpPr/>
            <p:nvPr>
              <p:custDataLst>
                <p:tags r:id="rId10"/>
              </p:custDataLst>
            </p:nvPr>
          </p:nvGrpSpPr>
          <p:grpSpPr>
            <a:xfrm rot="17700000">
              <a:off x="960" y="528"/>
              <a:ext cx="184" cy="48"/>
              <a:chOff x="0" y="0"/>
              <a:chExt cx="184" cy="48"/>
            </a:xfrm>
          </p:grpSpPr>
          <p:sp>
            <p:nvSpPr>
              <p:cNvPr id="44" name="Oval 34">
                <a:extLst>
                  <a:ext uri="{FF2B5EF4-FFF2-40B4-BE49-F238E27FC236}">
                    <a16:creationId xmlns:a16="http://schemas.microsoft.com/office/drawing/2014/main" id="{234078E8-EC70-7B6D-3075-FFCFC73EBB13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41"/>
                </p:custDataLst>
              </p:nvPr>
            </p:nvSpPr>
            <p:spPr bwMode="auto">
              <a:xfrm>
                <a:off x="0" y="-2"/>
                <a:ext cx="48" cy="48"/>
              </a:xfrm>
              <a:prstGeom prst="ellipse">
                <a:avLst/>
              </a:prstGeom>
              <a:solidFill>
                <a:srgbClr val="FFFF66"/>
              </a:solidFill>
              <a:ln w="9525" cmpd="sng">
                <a:solidFill>
                  <a:srgbClr val="002060"/>
                </a:solidFill>
                <a:round/>
              </a:ln>
            </p:spPr>
            <p:txBody>
              <a:bodyPr wrap="none" anchor="ctr" anchorCtr="0">
                <a:noAutofit/>
              </a:bodyPr>
              <a:lstStyle>
                <a:lvl1pPr marL="227013" indent="-227013" algn="l" defTabSz="914400" rtl="0" eaLnBrk="0" fontAlgn="base" hangingPunct="0">
                  <a:lnSpc>
                    <a:spcPct val="90000"/>
                  </a:lnSpc>
                  <a:spcBef>
                    <a:spcPts val="10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8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6842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4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11414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0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5986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0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20558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0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 eaLnBrk="1" hangingPunct="0">
                  <a:lnSpc>
                    <a:spcPct val="120000"/>
                  </a:lnSpc>
                  <a:spcBef>
                    <a:spcPct val="0"/>
                  </a:spcBef>
                  <a:buNone/>
                </a:pPr>
                <a:endParaRPr lang="zh-CN" altLang="en-US" sz="3600" b="1">
                  <a:solidFill>
                    <a:srgbClr val="00B0F0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45" name="Line 35">
                <a:extLst>
                  <a:ext uri="{FF2B5EF4-FFF2-40B4-BE49-F238E27FC236}">
                    <a16:creationId xmlns:a16="http://schemas.microsoft.com/office/drawing/2014/main" id="{D6F3405C-0C41-C965-DE2C-52D07DB9FC2C}"/>
                  </a:ext>
                </a:extLst>
              </p:cNvPr>
              <p:cNvSpPr>
                <a:spLocks noChangeShapeType="1"/>
              </p:cNvSpPr>
              <p:nvPr>
                <p:custDataLst>
                  <p:tags r:id="rId42"/>
                </p:custDataLst>
              </p:nvPr>
            </p:nvSpPr>
            <p:spPr bwMode="auto">
              <a:xfrm>
                <a:off x="38" y="22"/>
                <a:ext cx="144" cy="0"/>
              </a:xfrm>
              <a:prstGeom prst="line">
                <a:avLst/>
              </a:prstGeom>
              <a:noFill/>
              <a:ln w="9525" cmpd="sng">
                <a:solidFill>
                  <a:srgbClr val="002060"/>
                </a:solidFill>
                <a:round/>
                <a:tailEnd type="triangle" w="med" len="med"/>
              </a:ln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itchFamily="34" charset="0"/>
                  <a:ea typeface="宋体" pitchFamily="2" charset="-122"/>
                  <a:cs typeface="+mn-cs"/>
                </a:endParaRPr>
              </a:p>
            </p:txBody>
          </p:sp>
        </p:grpSp>
        <p:grpSp>
          <p:nvGrpSpPr>
            <p:cNvPr id="14" name="Group 36">
              <a:extLst>
                <a:ext uri="{FF2B5EF4-FFF2-40B4-BE49-F238E27FC236}">
                  <a16:creationId xmlns:a16="http://schemas.microsoft.com/office/drawing/2014/main" id="{3FF8A3BC-6B95-E4BC-C600-84DDE3313EF8}"/>
                </a:ext>
              </a:extLst>
            </p:cNvPr>
            <p:cNvGrpSpPr/>
            <p:nvPr>
              <p:custDataLst>
                <p:tags r:id="rId11"/>
              </p:custDataLst>
            </p:nvPr>
          </p:nvGrpSpPr>
          <p:grpSpPr>
            <a:xfrm rot="2340000">
              <a:off x="864" y="336"/>
              <a:ext cx="184" cy="48"/>
              <a:chOff x="0" y="0"/>
              <a:chExt cx="184" cy="48"/>
            </a:xfrm>
          </p:grpSpPr>
          <p:sp>
            <p:nvSpPr>
              <p:cNvPr id="42" name="Oval 37">
                <a:extLst>
                  <a:ext uri="{FF2B5EF4-FFF2-40B4-BE49-F238E27FC236}">
                    <a16:creationId xmlns:a16="http://schemas.microsoft.com/office/drawing/2014/main" id="{63B1E921-FA61-E515-A0B4-3FD3CD3A91A6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39"/>
                </p:custDataLst>
              </p:nvPr>
            </p:nvSpPr>
            <p:spPr bwMode="auto">
              <a:xfrm>
                <a:off x="0" y="0"/>
                <a:ext cx="48" cy="48"/>
              </a:xfrm>
              <a:prstGeom prst="ellipse">
                <a:avLst/>
              </a:prstGeom>
              <a:solidFill>
                <a:srgbClr val="FFFF66"/>
              </a:solidFill>
              <a:ln w="9525" cmpd="sng">
                <a:solidFill>
                  <a:srgbClr val="002060"/>
                </a:solidFill>
                <a:round/>
              </a:ln>
            </p:spPr>
            <p:txBody>
              <a:bodyPr wrap="none" anchor="ctr" anchorCtr="0">
                <a:noAutofit/>
              </a:bodyPr>
              <a:lstStyle>
                <a:lvl1pPr marL="227013" indent="-227013" algn="l" defTabSz="914400" rtl="0" eaLnBrk="0" fontAlgn="base" hangingPunct="0">
                  <a:lnSpc>
                    <a:spcPct val="90000"/>
                  </a:lnSpc>
                  <a:spcBef>
                    <a:spcPts val="10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8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6842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4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11414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0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5986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0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20558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0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 eaLnBrk="1" hangingPunct="0">
                  <a:lnSpc>
                    <a:spcPct val="120000"/>
                  </a:lnSpc>
                  <a:spcBef>
                    <a:spcPct val="0"/>
                  </a:spcBef>
                  <a:buNone/>
                </a:pPr>
                <a:endParaRPr lang="zh-CN" altLang="en-US" sz="3600" b="1">
                  <a:solidFill>
                    <a:srgbClr val="00B0F0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43" name="Line 38">
                <a:extLst>
                  <a:ext uri="{FF2B5EF4-FFF2-40B4-BE49-F238E27FC236}">
                    <a16:creationId xmlns:a16="http://schemas.microsoft.com/office/drawing/2014/main" id="{BC9F46FE-6648-CCFB-EAD3-7C9CBBCE311A}"/>
                  </a:ext>
                </a:extLst>
              </p:cNvPr>
              <p:cNvSpPr>
                <a:spLocks noChangeShapeType="1"/>
              </p:cNvSpPr>
              <p:nvPr>
                <p:custDataLst>
                  <p:tags r:id="rId40"/>
                </p:custDataLst>
              </p:nvPr>
            </p:nvSpPr>
            <p:spPr bwMode="auto">
              <a:xfrm>
                <a:off x="41" y="26"/>
                <a:ext cx="142" cy="0"/>
              </a:xfrm>
              <a:prstGeom prst="line">
                <a:avLst/>
              </a:prstGeom>
              <a:noFill/>
              <a:ln w="9525" cmpd="sng">
                <a:solidFill>
                  <a:srgbClr val="002060"/>
                </a:solidFill>
                <a:round/>
                <a:tailEnd type="triangle" w="med" len="med"/>
              </a:ln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itchFamily="34" charset="0"/>
                  <a:ea typeface="宋体" pitchFamily="2" charset="-122"/>
                  <a:cs typeface="+mn-cs"/>
                </a:endParaRPr>
              </a:p>
            </p:txBody>
          </p:sp>
        </p:grpSp>
        <p:grpSp>
          <p:nvGrpSpPr>
            <p:cNvPr id="15" name="Group 39">
              <a:extLst>
                <a:ext uri="{FF2B5EF4-FFF2-40B4-BE49-F238E27FC236}">
                  <a16:creationId xmlns:a16="http://schemas.microsoft.com/office/drawing/2014/main" id="{E368F7A2-0173-F8FC-C2DE-70EBF506F5C4}"/>
                </a:ext>
              </a:extLst>
            </p:cNvPr>
            <p:cNvGrpSpPr/>
            <p:nvPr>
              <p:custDataLst>
                <p:tags r:id="rId12"/>
              </p:custDataLst>
            </p:nvPr>
          </p:nvGrpSpPr>
          <p:grpSpPr>
            <a:xfrm rot="17460000">
              <a:off x="1344" y="624"/>
              <a:ext cx="184" cy="48"/>
              <a:chOff x="0" y="0"/>
              <a:chExt cx="184" cy="48"/>
            </a:xfrm>
          </p:grpSpPr>
          <p:sp>
            <p:nvSpPr>
              <p:cNvPr id="40" name="Oval 40">
                <a:extLst>
                  <a:ext uri="{FF2B5EF4-FFF2-40B4-BE49-F238E27FC236}">
                    <a16:creationId xmlns:a16="http://schemas.microsoft.com/office/drawing/2014/main" id="{F20E8F22-F703-A1C6-B6D6-CECF86480202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37"/>
                </p:custDataLst>
              </p:nvPr>
            </p:nvSpPr>
            <p:spPr bwMode="auto">
              <a:xfrm>
                <a:off x="0" y="-2"/>
                <a:ext cx="48" cy="48"/>
              </a:xfrm>
              <a:prstGeom prst="ellipse">
                <a:avLst/>
              </a:prstGeom>
              <a:solidFill>
                <a:srgbClr val="FFFF66"/>
              </a:solidFill>
              <a:ln w="9525" cmpd="sng">
                <a:solidFill>
                  <a:srgbClr val="002060"/>
                </a:solidFill>
                <a:round/>
              </a:ln>
            </p:spPr>
            <p:txBody>
              <a:bodyPr wrap="none" anchor="ctr" anchorCtr="0">
                <a:noAutofit/>
              </a:bodyPr>
              <a:lstStyle>
                <a:lvl1pPr marL="227013" indent="-227013" algn="l" defTabSz="914400" rtl="0" eaLnBrk="0" fontAlgn="base" hangingPunct="0">
                  <a:lnSpc>
                    <a:spcPct val="90000"/>
                  </a:lnSpc>
                  <a:spcBef>
                    <a:spcPts val="10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8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6842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4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11414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0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5986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0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20558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0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 eaLnBrk="1" hangingPunct="0">
                  <a:lnSpc>
                    <a:spcPct val="120000"/>
                  </a:lnSpc>
                  <a:spcBef>
                    <a:spcPct val="0"/>
                  </a:spcBef>
                  <a:buNone/>
                </a:pPr>
                <a:endParaRPr lang="zh-CN" altLang="en-US" sz="3600" b="1">
                  <a:solidFill>
                    <a:srgbClr val="00B0F0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41" name="Line 41">
                <a:extLst>
                  <a:ext uri="{FF2B5EF4-FFF2-40B4-BE49-F238E27FC236}">
                    <a16:creationId xmlns:a16="http://schemas.microsoft.com/office/drawing/2014/main" id="{DD66DC55-3D80-0252-ED42-742CABA89D34}"/>
                  </a:ext>
                </a:extLst>
              </p:cNvPr>
              <p:cNvSpPr>
                <a:spLocks noChangeShapeType="1"/>
              </p:cNvSpPr>
              <p:nvPr>
                <p:custDataLst>
                  <p:tags r:id="rId38"/>
                </p:custDataLst>
              </p:nvPr>
            </p:nvSpPr>
            <p:spPr bwMode="auto">
              <a:xfrm>
                <a:off x="40" y="24"/>
                <a:ext cx="144" cy="0"/>
              </a:xfrm>
              <a:prstGeom prst="line">
                <a:avLst/>
              </a:prstGeom>
              <a:noFill/>
              <a:ln w="9525" cmpd="sng">
                <a:solidFill>
                  <a:srgbClr val="002060"/>
                </a:solidFill>
                <a:round/>
                <a:tailEnd type="triangle" w="med" len="med"/>
              </a:ln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itchFamily="34" charset="0"/>
                  <a:ea typeface="宋体" pitchFamily="2" charset="-122"/>
                  <a:cs typeface="+mn-cs"/>
                </a:endParaRPr>
              </a:p>
            </p:txBody>
          </p:sp>
        </p:grpSp>
        <p:grpSp>
          <p:nvGrpSpPr>
            <p:cNvPr id="16" name="Group 42">
              <a:extLst>
                <a:ext uri="{FF2B5EF4-FFF2-40B4-BE49-F238E27FC236}">
                  <a16:creationId xmlns:a16="http://schemas.microsoft.com/office/drawing/2014/main" id="{10564FB0-5793-C5F4-0A1F-EFFACA8460A8}"/>
                </a:ext>
              </a:extLst>
            </p:cNvPr>
            <p:cNvGrpSpPr/>
            <p:nvPr>
              <p:custDataLst>
                <p:tags r:id="rId13"/>
              </p:custDataLst>
            </p:nvPr>
          </p:nvGrpSpPr>
          <p:grpSpPr>
            <a:xfrm>
              <a:off x="96" y="144"/>
              <a:ext cx="184" cy="48"/>
              <a:chOff x="0" y="0"/>
              <a:chExt cx="184" cy="48"/>
            </a:xfrm>
          </p:grpSpPr>
          <p:sp>
            <p:nvSpPr>
              <p:cNvPr id="38" name="Oval 43">
                <a:extLst>
                  <a:ext uri="{FF2B5EF4-FFF2-40B4-BE49-F238E27FC236}">
                    <a16:creationId xmlns:a16="http://schemas.microsoft.com/office/drawing/2014/main" id="{C4BA68B0-0B90-609E-292E-4CA44F99FD41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35"/>
                </p:custDataLst>
              </p:nvPr>
            </p:nvSpPr>
            <p:spPr bwMode="auto">
              <a:xfrm>
                <a:off x="0" y="0"/>
                <a:ext cx="48" cy="48"/>
              </a:xfrm>
              <a:prstGeom prst="ellipse">
                <a:avLst/>
              </a:prstGeom>
              <a:solidFill>
                <a:srgbClr val="FFFF66"/>
              </a:solidFill>
              <a:ln w="9525" cmpd="sng">
                <a:solidFill>
                  <a:srgbClr val="002060"/>
                </a:solidFill>
                <a:round/>
              </a:ln>
            </p:spPr>
            <p:txBody>
              <a:bodyPr wrap="none" anchor="ctr" anchorCtr="0">
                <a:noAutofit/>
              </a:bodyPr>
              <a:lstStyle>
                <a:lvl1pPr marL="227013" indent="-227013" algn="l" defTabSz="914400" rtl="0" eaLnBrk="0" fontAlgn="base" hangingPunct="0">
                  <a:lnSpc>
                    <a:spcPct val="90000"/>
                  </a:lnSpc>
                  <a:spcBef>
                    <a:spcPts val="10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8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6842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4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11414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0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5986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0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20558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0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 eaLnBrk="1" hangingPunct="0">
                  <a:lnSpc>
                    <a:spcPct val="120000"/>
                  </a:lnSpc>
                  <a:spcBef>
                    <a:spcPct val="0"/>
                  </a:spcBef>
                  <a:buNone/>
                </a:pPr>
                <a:endParaRPr lang="zh-CN" altLang="en-US" sz="3600" b="1">
                  <a:solidFill>
                    <a:srgbClr val="00B0F0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39" name="Line 44">
                <a:extLst>
                  <a:ext uri="{FF2B5EF4-FFF2-40B4-BE49-F238E27FC236}">
                    <a16:creationId xmlns:a16="http://schemas.microsoft.com/office/drawing/2014/main" id="{9C207B39-354D-FDEE-BCC2-715DFBF26E76}"/>
                  </a:ext>
                </a:extLst>
              </p:cNvPr>
              <p:cNvSpPr>
                <a:spLocks noChangeShapeType="1"/>
              </p:cNvSpPr>
              <p:nvPr>
                <p:custDataLst>
                  <p:tags r:id="rId36"/>
                </p:custDataLst>
              </p:nvPr>
            </p:nvSpPr>
            <p:spPr bwMode="auto">
              <a:xfrm>
                <a:off x="40" y="24"/>
                <a:ext cx="144" cy="0"/>
              </a:xfrm>
              <a:prstGeom prst="line">
                <a:avLst/>
              </a:prstGeom>
              <a:noFill/>
              <a:ln w="9525" cmpd="sng">
                <a:solidFill>
                  <a:srgbClr val="002060"/>
                </a:solidFill>
                <a:round/>
                <a:tailEnd type="triangle" w="med" len="med"/>
              </a:ln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itchFamily="34" charset="0"/>
                  <a:ea typeface="宋体" pitchFamily="2" charset="-122"/>
                  <a:cs typeface="+mn-cs"/>
                </a:endParaRPr>
              </a:p>
            </p:txBody>
          </p:sp>
        </p:grpSp>
        <p:grpSp>
          <p:nvGrpSpPr>
            <p:cNvPr id="17" name="Group 45">
              <a:extLst>
                <a:ext uri="{FF2B5EF4-FFF2-40B4-BE49-F238E27FC236}">
                  <a16:creationId xmlns:a16="http://schemas.microsoft.com/office/drawing/2014/main" id="{FC64CF8C-6C42-C65A-FBE0-E3982B996BE3}"/>
                </a:ext>
              </a:extLst>
            </p:cNvPr>
            <p:cNvGrpSpPr/>
            <p:nvPr>
              <p:custDataLst>
                <p:tags r:id="rId14"/>
              </p:custDataLst>
            </p:nvPr>
          </p:nvGrpSpPr>
          <p:grpSpPr>
            <a:xfrm rot="19560000">
              <a:off x="528" y="528"/>
              <a:ext cx="184" cy="48"/>
              <a:chOff x="0" y="0"/>
              <a:chExt cx="184" cy="48"/>
            </a:xfrm>
          </p:grpSpPr>
          <p:sp>
            <p:nvSpPr>
              <p:cNvPr id="36" name="Oval 46">
                <a:extLst>
                  <a:ext uri="{FF2B5EF4-FFF2-40B4-BE49-F238E27FC236}">
                    <a16:creationId xmlns:a16="http://schemas.microsoft.com/office/drawing/2014/main" id="{D3F598FD-F062-ABD3-ECC6-6986EA3306B7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33"/>
                </p:custDataLst>
              </p:nvPr>
            </p:nvSpPr>
            <p:spPr bwMode="auto">
              <a:xfrm>
                <a:off x="1" y="-2"/>
                <a:ext cx="48" cy="48"/>
              </a:xfrm>
              <a:prstGeom prst="ellipse">
                <a:avLst/>
              </a:prstGeom>
              <a:solidFill>
                <a:srgbClr val="FFFF66"/>
              </a:solidFill>
              <a:ln w="9525" cmpd="sng">
                <a:solidFill>
                  <a:srgbClr val="002060"/>
                </a:solidFill>
                <a:round/>
              </a:ln>
            </p:spPr>
            <p:txBody>
              <a:bodyPr wrap="none" anchor="ctr" anchorCtr="0">
                <a:noAutofit/>
              </a:bodyPr>
              <a:lstStyle>
                <a:lvl1pPr marL="227013" indent="-227013" algn="l" defTabSz="914400" rtl="0" eaLnBrk="0" fontAlgn="base" hangingPunct="0">
                  <a:lnSpc>
                    <a:spcPct val="90000"/>
                  </a:lnSpc>
                  <a:spcBef>
                    <a:spcPts val="10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8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6842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4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11414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0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5986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0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20558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0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 eaLnBrk="1" hangingPunct="0">
                  <a:lnSpc>
                    <a:spcPct val="120000"/>
                  </a:lnSpc>
                  <a:spcBef>
                    <a:spcPct val="0"/>
                  </a:spcBef>
                  <a:buNone/>
                </a:pPr>
                <a:endParaRPr lang="zh-CN" altLang="en-US" sz="3600" b="1">
                  <a:solidFill>
                    <a:srgbClr val="00B0F0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37" name="Line 47">
                <a:extLst>
                  <a:ext uri="{FF2B5EF4-FFF2-40B4-BE49-F238E27FC236}">
                    <a16:creationId xmlns:a16="http://schemas.microsoft.com/office/drawing/2014/main" id="{517E46D7-C82F-5B34-4E69-7FCC316C12C4}"/>
                  </a:ext>
                </a:extLst>
              </p:cNvPr>
              <p:cNvSpPr>
                <a:spLocks noChangeShapeType="1"/>
              </p:cNvSpPr>
              <p:nvPr>
                <p:custDataLst>
                  <p:tags r:id="rId34"/>
                </p:custDataLst>
              </p:nvPr>
            </p:nvSpPr>
            <p:spPr bwMode="auto">
              <a:xfrm>
                <a:off x="40" y="24"/>
                <a:ext cx="142" cy="0"/>
              </a:xfrm>
              <a:prstGeom prst="line">
                <a:avLst/>
              </a:prstGeom>
              <a:noFill/>
              <a:ln w="9525" cmpd="sng">
                <a:solidFill>
                  <a:srgbClr val="002060"/>
                </a:solidFill>
                <a:round/>
                <a:tailEnd type="triangle" w="med" len="med"/>
              </a:ln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itchFamily="34" charset="0"/>
                  <a:ea typeface="宋体" pitchFamily="2" charset="-122"/>
                  <a:cs typeface="+mn-cs"/>
                </a:endParaRPr>
              </a:p>
            </p:txBody>
          </p:sp>
        </p:grpSp>
        <p:grpSp>
          <p:nvGrpSpPr>
            <p:cNvPr id="18" name="Group 48">
              <a:extLst>
                <a:ext uri="{FF2B5EF4-FFF2-40B4-BE49-F238E27FC236}">
                  <a16:creationId xmlns:a16="http://schemas.microsoft.com/office/drawing/2014/main" id="{9C49A948-9B15-F824-C7A2-F97AF9B9D8DE}"/>
                </a:ext>
              </a:extLst>
            </p:cNvPr>
            <p:cNvGrpSpPr/>
            <p:nvPr>
              <p:custDataLst>
                <p:tags r:id="rId15"/>
              </p:custDataLst>
            </p:nvPr>
          </p:nvGrpSpPr>
          <p:grpSpPr>
            <a:xfrm rot="19140000">
              <a:off x="480" y="336"/>
              <a:ext cx="184" cy="48"/>
              <a:chOff x="0" y="0"/>
              <a:chExt cx="184" cy="48"/>
            </a:xfrm>
          </p:grpSpPr>
          <p:sp>
            <p:nvSpPr>
              <p:cNvPr id="34" name="Oval 49">
                <a:extLst>
                  <a:ext uri="{FF2B5EF4-FFF2-40B4-BE49-F238E27FC236}">
                    <a16:creationId xmlns:a16="http://schemas.microsoft.com/office/drawing/2014/main" id="{65846A96-9490-9F6D-6EB1-FEDC1F20D327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31"/>
                </p:custDataLst>
              </p:nvPr>
            </p:nvSpPr>
            <p:spPr bwMode="auto">
              <a:xfrm>
                <a:off x="0" y="-1"/>
                <a:ext cx="48" cy="48"/>
              </a:xfrm>
              <a:prstGeom prst="ellipse">
                <a:avLst/>
              </a:prstGeom>
              <a:solidFill>
                <a:srgbClr val="FFFF66"/>
              </a:solidFill>
              <a:ln w="9525" cmpd="sng">
                <a:solidFill>
                  <a:srgbClr val="002060"/>
                </a:solidFill>
                <a:round/>
              </a:ln>
            </p:spPr>
            <p:txBody>
              <a:bodyPr wrap="none" anchor="ctr" anchorCtr="0">
                <a:noAutofit/>
              </a:bodyPr>
              <a:lstStyle>
                <a:lvl1pPr marL="227013" indent="-227013" algn="l" defTabSz="914400" rtl="0" eaLnBrk="0" fontAlgn="base" hangingPunct="0">
                  <a:lnSpc>
                    <a:spcPct val="90000"/>
                  </a:lnSpc>
                  <a:spcBef>
                    <a:spcPts val="10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8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6842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4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11414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0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5986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0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20558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0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 eaLnBrk="1" hangingPunct="0">
                  <a:lnSpc>
                    <a:spcPct val="120000"/>
                  </a:lnSpc>
                  <a:spcBef>
                    <a:spcPct val="0"/>
                  </a:spcBef>
                  <a:buNone/>
                </a:pPr>
                <a:endParaRPr lang="zh-CN" altLang="en-US" sz="3600" b="1">
                  <a:solidFill>
                    <a:srgbClr val="00B0F0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35" name="Line 50">
                <a:extLst>
                  <a:ext uri="{FF2B5EF4-FFF2-40B4-BE49-F238E27FC236}">
                    <a16:creationId xmlns:a16="http://schemas.microsoft.com/office/drawing/2014/main" id="{CF77F42B-7718-E118-E848-BAA6DBD8AEEA}"/>
                  </a:ext>
                </a:extLst>
              </p:cNvPr>
              <p:cNvSpPr>
                <a:spLocks noChangeShapeType="1"/>
              </p:cNvSpPr>
              <p:nvPr>
                <p:custDataLst>
                  <p:tags r:id="rId32"/>
                </p:custDataLst>
              </p:nvPr>
            </p:nvSpPr>
            <p:spPr bwMode="auto">
              <a:xfrm>
                <a:off x="40" y="24"/>
                <a:ext cx="144" cy="0"/>
              </a:xfrm>
              <a:prstGeom prst="line">
                <a:avLst/>
              </a:prstGeom>
              <a:noFill/>
              <a:ln w="9525" cmpd="sng">
                <a:solidFill>
                  <a:srgbClr val="002060"/>
                </a:solidFill>
                <a:round/>
                <a:tailEnd type="triangle" w="med" len="med"/>
              </a:ln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itchFamily="34" charset="0"/>
                  <a:ea typeface="宋体" pitchFamily="2" charset="-122"/>
                  <a:cs typeface="+mn-cs"/>
                </a:endParaRPr>
              </a:p>
            </p:txBody>
          </p:sp>
        </p:grpSp>
        <p:grpSp>
          <p:nvGrpSpPr>
            <p:cNvPr id="19" name="Group 51">
              <a:extLst>
                <a:ext uri="{FF2B5EF4-FFF2-40B4-BE49-F238E27FC236}">
                  <a16:creationId xmlns:a16="http://schemas.microsoft.com/office/drawing/2014/main" id="{9044142F-A17E-0FCC-0373-7EB129A4B138}"/>
                </a:ext>
              </a:extLst>
            </p:cNvPr>
            <p:cNvGrpSpPr/>
            <p:nvPr>
              <p:custDataLst>
                <p:tags r:id="rId16"/>
              </p:custDataLst>
            </p:nvPr>
          </p:nvGrpSpPr>
          <p:grpSpPr>
            <a:xfrm rot="6000000">
              <a:off x="1420" y="268"/>
              <a:ext cx="184" cy="48"/>
              <a:chOff x="0" y="0"/>
              <a:chExt cx="184" cy="48"/>
            </a:xfrm>
          </p:grpSpPr>
          <p:sp>
            <p:nvSpPr>
              <p:cNvPr id="32" name="Oval 52">
                <a:extLst>
                  <a:ext uri="{FF2B5EF4-FFF2-40B4-BE49-F238E27FC236}">
                    <a16:creationId xmlns:a16="http://schemas.microsoft.com/office/drawing/2014/main" id="{A7336DC0-7BE7-CD36-15B8-359B61644347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29"/>
                </p:custDataLst>
              </p:nvPr>
            </p:nvSpPr>
            <p:spPr bwMode="auto">
              <a:xfrm>
                <a:off x="0" y="0"/>
                <a:ext cx="48" cy="48"/>
              </a:xfrm>
              <a:prstGeom prst="ellipse">
                <a:avLst/>
              </a:prstGeom>
              <a:solidFill>
                <a:srgbClr val="FFFF66"/>
              </a:solidFill>
              <a:ln w="9525" cmpd="sng">
                <a:solidFill>
                  <a:srgbClr val="002060"/>
                </a:solidFill>
                <a:round/>
              </a:ln>
            </p:spPr>
            <p:txBody>
              <a:bodyPr wrap="none" anchor="ctr" anchorCtr="0">
                <a:noAutofit/>
              </a:bodyPr>
              <a:lstStyle>
                <a:lvl1pPr marL="227013" indent="-227013" algn="l" defTabSz="914400" rtl="0" eaLnBrk="0" fontAlgn="base" hangingPunct="0">
                  <a:lnSpc>
                    <a:spcPct val="90000"/>
                  </a:lnSpc>
                  <a:spcBef>
                    <a:spcPts val="10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8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6842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4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11414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0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5986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0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20558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0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 eaLnBrk="1" hangingPunct="0">
                  <a:lnSpc>
                    <a:spcPct val="120000"/>
                  </a:lnSpc>
                  <a:spcBef>
                    <a:spcPct val="0"/>
                  </a:spcBef>
                  <a:buNone/>
                </a:pPr>
                <a:endParaRPr lang="zh-CN" altLang="en-US" sz="3600" b="1">
                  <a:solidFill>
                    <a:srgbClr val="00B0F0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33" name="Line 53">
                <a:extLst>
                  <a:ext uri="{FF2B5EF4-FFF2-40B4-BE49-F238E27FC236}">
                    <a16:creationId xmlns:a16="http://schemas.microsoft.com/office/drawing/2014/main" id="{73B33096-46F4-2A24-A612-D0E7E2AF8E38}"/>
                  </a:ext>
                </a:extLst>
              </p:cNvPr>
              <p:cNvSpPr>
                <a:spLocks noChangeShapeType="1"/>
              </p:cNvSpPr>
              <p:nvPr>
                <p:custDataLst>
                  <p:tags r:id="rId30"/>
                </p:custDataLst>
              </p:nvPr>
            </p:nvSpPr>
            <p:spPr bwMode="auto">
              <a:xfrm>
                <a:off x="40" y="24"/>
                <a:ext cx="144" cy="0"/>
              </a:xfrm>
              <a:prstGeom prst="line">
                <a:avLst/>
              </a:prstGeom>
              <a:noFill/>
              <a:ln w="9525" cmpd="sng">
                <a:solidFill>
                  <a:srgbClr val="002060"/>
                </a:solidFill>
                <a:round/>
                <a:tailEnd type="triangle" w="med" len="med"/>
              </a:ln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itchFamily="34" charset="0"/>
                  <a:ea typeface="宋体" pitchFamily="2" charset="-122"/>
                  <a:cs typeface="+mn-cs"/>
                </a:endParaRPr>
              </a:p>
            </p:txBody>
          </p:sp>
        </p:grpSp>
        <p:grpSp>
          <p:nvGrpSpPr>
            <p:cNvPr id="20" name="Group 54">
              <a:extLst>
                <a:ext uri="{FF2B5EF4-FFF2-40B4-BE49-F238E27FC236}">
                  <a16:creationId xmlns:a16="http://schemas.microsoft.com/office/drawing/2014/main" id="{BDD86690-48BB-DBF6-0890-B8B0AC3131F2}"/>
                </a:ext>
              </a:extLst>
            </p:cNvPr>
            <p:cNvGrpSpPr/>
            <p:nvPr>
              <p:custDataLst>
                <p:tags r:id="rId17"/>
              </p:custDataLst>
            </p:nvPr>
          </p:nvGrpSpPr>
          <p:grpSpPr>
            <a:xfrm rot="13440000">
              <a:off x="528" y="144"/>
              <a:ext cx="184" cy="48"/>
              <a:chOff x="0" y="0"/>
              <a:chExt cx="184" cy="48"/>
            </a:xfrm>
          </p:grpSpPr>
          <p:sp>
            <p:nvSpPr>
              <p:cNvPr id="30" name="Oval 55">
                <a:extLst>
                  <a:ext uri="{FF2B5EF4-FFF2-40B4-BE49-F238E27FC236}">
                    <a16:creationId xmlns:a16="http://schemas.microsoft.com/office/drawing/2014/main" id="{693DB83B-CA93-DB8E-5FA6-106ED7EB5E7C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27"/>
                </p:custDataLst>
              </p:nvPr>
            </p:nvSpPr>
            <p:spPr bwMode="auto">
              <a:xfrm>
                <a:off x="4" y="-1"/>
                <a:ext cx="48" cy="48"/>
              </a:xfrm>
              <a:prstGeom prst="ellipse">
                <a:avLst/>
              </a:prstGeom>
              <a:solidFill>
                <a:srgbClr val="FFFF66"/>
              </a:solidFill>
              <a:ln w="9525" cmpd="sng">
                <a:solidFill>
                  <a:srgbClr val="002060"/>
                </a:solidFill>
                <a:round/>
              </a:ln>
            </p:spPr>
            <p:txBody>
              <a:bodyPr wrap="none" anchor="ctr" anchorCtr="0">
                <a:noAutofit/>
              </a:bodyPr>
              <a:lstStyle>
                <a:lvl1pPr marL="227013" indent="-227013" algn="l" defTabSz="914400" rtl="0" eaLnBrk="0" fontAlgn="base" hangingPunct="0">
                  <a:lnSpc>
                    <a:spcPct val="90000"/>
                  </a:lnSpc>
                  <a:spcBef>
                    <a:spcPts val="10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8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6842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4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11414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0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5986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0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20558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0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 eaLnBrk="1" hangingPunct="0">
                  <a:lnSpc>
                    <a:spcPct val="120000"/>
                  </a:lnSpc>
                  <a:spcBef>
                    <a:spcPct val="0"/>
                  </a:spcBef>
                  <a:buNone/>
                </a:pPr>
                <a:endParaRPr lang="zh-CN" altLang="en-US" sz="3600" b="1">
                  <a:solidFill>
                    <a:srgbClr val="00B0F0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31" name="Line 56">
                <a:extLst>
                  <a:ext uri="{FF2B5EF4-FFF2-40B4-BE49-F238E27FC236}">
                    <a16:creationId xmlns:a16="http://schemas.microsoft.com/office/drawing/2014/main" id="{B0EBA7A0-AB89-6030-B5D1-0C39BE2EFCC0}"/>
                  </a:ext>
                </a:extLst>
              </p:cNvPr>
              <p:cNvSpPr>
                <a:spLocks noChangeShapeType="1"/>
              </p:cNvSpPr>
              <p:nvPr>
                <p:custDataLst>
                  <p:tags r:id="rId28"/>
                </p:custDataLst>
              </p:nvPr>
            </p:nvSpPr>
            <p:spPr bwMode="auto">
              <a:xfrm>
                <a:off x="43" y="23"/>
                <a:ext cx="142" cy="0"/>
              </a:xfrm>
              <a:prstGeom prst="line">
                <a:avLst/>
              </a:prstGeom>
              <a:noFill/>
              <a:ln w="9525" cmpd="sng">
                <a:solidFill>
                  <a:srgbClr val="002060"/>
                </a:solidFill>
                <a:round/>
                <a:tailEnd type="triangle" w="med" len="med"/>
              </a:ln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itchFamily="34" charset="0"/>
                  <a:ea typeface="宋体" pitchFamily="2" charset="-122"/>
                  <a:cs typeface="+mn-cs"/>
                </a:endParaRPr>
              </a:p>
            </p:txBody>
          </p:sp>
        </p:grpSp>
        <p:grpSp>
          <p:nvGrpSpPr>
            <p:cNvPr id="21" name="Group 57">
              <a:extLst>
                <a:ext uri="{FF2B5EF4-FFF2-40B4-BE49-F238E27FC236}">
                  <a16:creationId xmlns:a16="http://schemas.microsoft.com/office/drawing/2014/main" id="{00F8E5F7-0B1F-8E24-BC2C-AD3BA7EBE474}"/>
                </a:ext>
              </a:extLst>
            </p:cNvPr>
            <p:cNvGrpSpPr/>
            <p:nvPr>
              <p:custDataLst>
                <p:tags r:id="rId18"/>
              </p:custDataLst>
            </p:nvPr>
          </p:nvGrpSpPr>
          <p:grpSpPr>
            <a:xfrm rot="1680000">
              <a:off x="1248" y="384"/>
              <a:ext cx="184" cy="48"/>
              <a:chOff x="0" y="0"/>
              <a:chExt cx="184" cy="48"/>
            </a:xfrm>
          </p:grpSpPr>
          <p:sp>
            <p:nvSpPr>
              <p:cNvPr id="28" name="Oval 58">
                <a:extLst>
                  <a:ext uri="{FF2B5EF4-FFF2-40B4-BE49-F238E27FC236}">
                    <a16:creationId xmlns:a16="http://schemas.microsoft.com/office/drawing/2014/main" id="{33DDB5AE-470D-D06E-E224-569709C946F4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25"/>
                </p:custDataLst>
              </p:nvPr>
            </p:nvSpPr>
            <p:spPr bwMode="auto">
              <a:xfrm>
                <a:off x="-2" y="1"/>
                <a:ext cx="48" cy="48"/>
              </a:xfrm>
              <a:prstGeom prst="ellipse">
                <a:avLst/>
              </a:prstGeom>
              <a:solidFill>
                <a:srgbClr val="FFFF66"/>
              </a:solidFill>
              <a:ln w="9525" cmpd="sng">
                <a:solidFill>
                  <a:srgbClr val="002060"/>
                </a:solidFill>
                <a:round/>
              </a:ln>
            </p:spPr>
            <p:txBody>
              <a:bodyPr wrap="none" anchor="ctr" anchorCtr="0">
                <a:noAutofit/>
              </a:bodyPr>
              <a:lstStyle>
                <a:lvl1pPr marL="227013" indent="-227013" algn="l" defTabSz="914400" rtl="0" eaLnBrk="0" fontAlgn="base" hangingPunct="0">
                  <a:lnSpc>
                    <a:spcPct val="90000"/>
                  </a:lnSpc>
                  <a:spcBef>
                    <a:spcPts val="10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8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6842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4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11414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0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5986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0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20558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0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 eaLnBrk="1" hangingPunct="0">
                  <a:lnSpc>
                    <a:spcPct val="120000"/>
                  </a:lnSpc>
                  <a:spcBef>
                    <a:spcPct val="0"/>
                  </a:spcBef>
                  <a:buNone/>
                </a:pPr>
                <a:endParaRPr lang="zh-CN" altLang="en-US" sz="3600" b="1">
                  <a:solidFill>
                    <a:srgbClr val="00B0F0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29" name="Line 59">
                <a:extLst>
                  <a:ext uri="{FF2B5EF4-FFF2-40B4-BE49-F238E27FC236}">
                    <a16:creationId xmlns:a16="http://schemas.microsoft.com/office/drawing/2014/main" id="{3C694D2F-804B-AD2B-D176-ED3BBD224446}"/>
                  </a:ext>
                </a:extLst>
              </p:cNvPr>
              <p:cNvSpPr>
                <a:spLocks noChangeShapeType="1"/>
              </p:cNvSpPr>
              <p:nvPr>
                <p:custDataLst>
                  <p:tags r:id="rId26"/>
                </p:custDataLst>
              </p:nvPr>
            </p:nvSpPr>
            <p:spPr bwMode="auto">
              <a:xfrm>
                <a:off x="40" y="24"/>
                <a:ext cx="144" cy="0"/>
              </a:xfrm>
              <a:prstGeom prst="line">
                <a:avLst/>
              </a:prstGeom>
              <a:noFill/>
              <a:ln w="9525" cmpd="sng">
                <a:solidFill>
                  <a:srgbClr val="002060"/>
                </a:solidFill>
                <a:round/>
                <a:tailEnd type="triangle" w="med" len="med"/>
              </a:ln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itchFamily="34" charset="0"/>
                  <a:ea typeface="宋体" pitchFamily="2" charset="-122"/>
                  <a:cs typeface="+mn-cs"/>
                </a:endParaRPr>
              </a:p>
            </p:txBody>
          </p:sp>
        </p:grpSp>
        <p:grpSp>
          <p:nvGrpSpPr>
            <p:cNvPr id="22" name="Group 60">
              <a:extLst>
                <a:ext uri="{FF2B5EF4-FFF2-40B4-BE49-F238E27FC236}">
                  <a16:creationId xmlns:a16="http://schemas.microsoft.com/office/drawing/2014/main" id="{2E5E7814-6163-BB35-6FEC-5C151673C18D}"/>
                </a:ext>
              </a:extLst>
            </p:cNvPr>
            <p:cNvGrpSpPr/>
            <p:nvPr>
              <p:custDataLst>
                <p:tags r:id="rId19"/>
              </p:custDataLst>
            </p:nvPr>
          </p:nvGrpSpPr>
          <p:grpSpPr>
            <a:xfrm rot="2580000">
              <a:off x="632" y="624"/>
              <a:ext cx="184" cy="48"/>
              <a:chOff x="0" y="0"/>
              <a:chExt cx="184" cy="48"/>
            </a:xfrm>
          </p:grpSpPr>
          <p:sp>
            <p:nvSpPr>
              <p:cNvPr id="26" name="Oval 61">
                <a:extLst>
                  <a:ext uri="{FF2B5EF4-FFF2-40B4-BE49-F238E27FC236}">
                    <a16:creationId xmlns:a16="http://schemas.microsoft.com/office/drawing/2014/main" id="{30A1B279-FDD2-79DE-DE86-81E2EAB957E2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23"/>
                </p:custDataLst>
              </p:nvPr>
            </p:nvSpPr>
            <p:spPr bwMode="auto">
              <a:xfrm>
                <a:off x="-1" y="-1"/>
                <a:ext cx="48" cy="48"/>
              </a:xfrm>
              <a:prstGeom prst="ellipse">
                <a:avLst/>
              </a:prstGeom>
              <a:solidFill>
                <a:srgbClr val="FFFF66"/>
              </a:solidFill>
              <a:ln w="9525" cmpd="sng">
                <a:solidFill>
                  <a:srgbClr val="002060"/>
                </a:solidFill>
                <a:round/>
              </a:ln>
            </p:spPr>
            <p:txBody>
              <a:bodyPr wrap="none" anchor="ctr" anchorCtr="0">
                <a:noAutofit/>
              </a:bodyPr>
              <a:lstStyle>
                <a:lvl1pPr marL="227013" indent="-227013" algn="l" defTabSz="914400" rtl="0" eaLnBrk="0" fontAlgn="base" hangingPunct="0">
                  <a:lnSpc>
                    <a:spcPct val="90000"/>
                  </a:lnSpc>
                  <a:spcBef>
                    <a:spcPts val="10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8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6842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4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11414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0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5986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0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20558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0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 eaLnBrk="1" hangingPunct="0">
                  <a:lnSpc>
                    <a:spcPct val="120000"/>
                  </a:lnSpc>
                  <a:spcBef>
                    <a:spcPct val="0"/>
                  </a:spcBef>
                  <a:buNone/>
                </a:pPr>
                <a:endParaRPr lang="zh-CN" altLang="en-US" sz="3600" b="1">
                  <a:solidFill>
                    <a:srgbClr val="00B0F0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27" name="Line 62">
                <a:extLst>
                  <a:ext uri="{FF2B5EF4-FFF2-40B4-BE49-F238E27FC236}">
                    <a16:creationId xmlns:a16="http://schemas.microsoft.com/office/drawing/2014/main" id="{C57129CF-4279-9C77-D12B-6F20E08AE3D5}"/>
                  </a:ext>
                </a:extLst>
              </p:cNvPr>
              <p:cNvSpPr>
                <a:spLocks noChangeShapeType="1"/>
              </p:cNvSpPr>
              <p:nvPr>
                <p:custDataLst>
                  <p:tags r:id="rId24"/>
                </p:custDataLst>
              </p:nvPr>
            </p:nvSpPr>
            <p:spPr bwMode="auto">
              <a:xfrm>
                <a:off x="40" y="24"/>
                <a:ext cx="144" cy="0"/>
              </a:xfrm>
              <a:prstGeom prst="line">
                <a:avLst/>
              </a:prstGeom>
              <a:noFill/>
              <a:ln w="9525" cmpd="sng">
                <a:solidFill>
                  <a:srgbClr val="002060"/>
                </a:solidFill>
                <a:round/>
                <a:tailEnd type="triangle" w="med" len="med"/>
              </a:ln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itchFamily="34" charset="0"/>
                  <a:ea typeface="宋体" pitchFamily="2" charset="-122"/>
                  <a:cs typeface="+mn-cs"/>
                </a:endParaRPr>
              </a:p>
            </p:txBody>
          </p:sp>
        </p:grpSp>
        <p:grpSp>
          <p:nvGrpSpPr>
            <p:cNvPr id="23" name="Group 63">
              <a:extLst>
                <a:ext uri="{FF2B5EF4-FFF2-40B4-BE49-F238E27FC236}">
                  <a16:creationId xmlns:a16="http://schemas.microsoft.com/office/drawing/2014/main" id="{F4D456BE-DA08-7DF0-B4BE-9710B9D45CE7}"/>
                </a:ext>
              </a:extLst>
            </p:cNvPr>
            <p:cNvGrpSpPr/>
            <p:nvPr>
              <p:custDataLst>
                <p:tags r:id="rId20"/>
              </p:custDataLst>
            </p:nvPr>
          </p:nvGrpSpPr>
          <p:grpSpPr>
            <a:xfrm rot="2880000">
              <a:off x="124" y="452"/>
              <a:ext cx="184" cy="48"/>
              <a:chOff x="0" y="0"/>
              <a:chExt cx="184" cy="48"/>
            </a:xfrm>
          </p:grpSpPr>
          <p:sp>
            <p:nvSpPr>
              <p:cNvPr id="24" name="Oval 64">
                <a:extLst>
                  <a:ext uri="{FF2B5EF4-FFF2-40B4-BE49-F238E27FC236}">
                    <a16:creationId xmlns:a16="http://schemas.microsoft.com/office/drawing/2014/main" id="{440AE244-FF8E-0849-EAFB-5B0954D0FF15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21"/>
                </p:custDataLst>
              </p:nvPr>
            </p:nvSpPr>
            <p:spPr bwMode="auto">
              <a:xfrm>
                <a:off x="0" y="0"/>
                <a:ext cx="48" cy="48"/>
              </a:xfrm>
              <a:prstGeom prst="ellipse">
                <a:avLst/>
              </a:prstGeom>
              <a:solidFill>
                <a:srgbClr val="FFFF66"/>
              </a:solidFill>
              <a:ln w="9525" cmpd="sng">
                <a:solidFill>
                  <a:srgbClr val="002060"/>
                </a:solidFill>
                <a:round/>
              </a:ln>
            </p:spPr>
            <p:txBody>
              <a:bodyPr wrap="none" anchor="ctr" anchorCtr="0">
                <a:noAutofit/>
              </a:bodyPr>
              <a:lstStyle>
                <a:lvl1pPr marL="227013" indent="-227013" algn="l" defTabSz="914400" rtl="0" eaLnBrk="0" fontAlgn="base" hangingPunct="0">
                  <a:lnSpc>
                    <a:spcPct val="90000"/>
                  </a:lnSpc>
                  <a:spcBef>
                    <a:spcPts val="10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8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6842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4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11414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0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5986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0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20558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0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 eaLnBrk="1" hangingPunct="0">
                  <a:lnSpc>
                    <a:spcPct val="120000"/>
                  </a:lnSpc>
                  <a:spcBef>
                    <a:spcPct val="0"/>
                  </a:spcBef>
                  <a:buNone/>
                </a:pPr>
                <a:endParaRPr lang="zh-CN" altLang="en-US" sz="3600" b="1">
                  <a:solidFill>
                    <a:srgbClr val="00B0F0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25" name="Line 65">
                <a:extLst>
                  <a:ext uri="{FF2B5EF4-FFF2-40B4-BE49-F238E27FC236}">
                    <a16:creationId xmlns:a16="http://schemas.microsoft.com/office/drawing/2014/main" id="{5D48F5A7-A160-6D27-56A7-26A737937233}"/>
                  </a:ext>
                </a:extLst>
              </p:cNvPr>
              <p:cNvSpPr>
                <a:spLocks noChangeShapeType="1"/>
              </p:cNvSpPr>
              <p:nvPr>
                <p:custDataLst>
                  <p:tags r:id="rId22"/>
                </p:custDataLst>
              </p:nvPr>
            </p:nvSpPr>
            <p:spPr bwMode="auto">
              <a:xfrm>
                <a:off x="40" y="22"/>
                <a:ext cx="143" cy="0"/>
              </a:xfrm>
              <a:prstGeom prst="line">
                <a:avLst/>
              </a:prstGeom>
              <a:noFill/>
              <a:ln w="9525" cmpd="sng">
                <a:solidFill>
                  <a:srgbClr val="002060"/>
                </a:solidFill>
                <a:round/>
                <a:tailEnd type="triangle" w="med" len="med"/>
              </a:ln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itchFamily="34" charset="0"/>
                  <a:ea typeface="宋体" pitchFamily="2" charset="-122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3377069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4F4100-C33A-21C7-BF01-D8E26AE2D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电流的微观解释</a:t>
            </a:r>
            <a:endParaRPr lang="en-US" dirty="0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5EE6E85F-92CB-C9D3-5F89-271FACB9A21D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4263231" y="2658268"/>
            <a:ext cx="3665538" cy="1541463"/>
            <a:chOff x="0" y="0"/>
            <a:chExt cx="2016" cy="824"/>
          </a:xfrm>
        </p:grpSpPr>
        <p:grpSp>
          <p:nvGrpSpPr>
            <p:cNvPr id="67" name="Group 4">
              <a:extLst>
                <a:ext uri="{FF2B5EF4-FFF2-40B4-BE49-F238E27FC236}">
                  <a16:creationId xmlns:a16="http://schemas.microsoft.com/office/drawing/2014/main" id="{98D6E030-8737-5F87-FC96-2044FD80F4ED}"/>
                </a:ext>
              </a:extLst>
            </p:cNvPr>
            <p:cNvGrpSpPr/>
            <p:nvPr>
              <p:custDataLst>
                <p:tags r:id="rId2"/>
              </p:custDataLst>
            </p:nvPr>
          </p:nvGrpSpPr>
          <p:grpSpPr>
            <a:xfrm>
              <a:off x="0" y="0"/>
              <a:ext cx="2016" cy="824"/>
              <a:chOff x="0" y="0"/>
              <a:chExt cx="2016" cy="824"/>
            </a:xfrm>
          </p:grpSpPr>
          <p:sp>
            <p:nvSpPr>
              <p:cNvPr id="122" name="Oval 5">
                <a:extLst>
                  <a:ext uri="{FF2B5EF4-FFF2-40B4-BE49-F238E27FC236}">
                    <a16:creationId xmlns:a16="http://schemas.microsoft.com/office/drawing/2014/main" id="{53E9D61F-D3F0-978D-575D-6C2A5EA411BB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57"/>
                </p:custDataLst>
              </p:nvPr>
            </p:nvSpPr>
            <p:spPr bwMode="auto">
              <a:xfrm>
                <a:off x="0" y="4"/>
                <a:ext cx="384" cy="816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25400" cmpd="sng">
                <a:solidFill>
                  <a:srgbClr val="002060"/>
                </a:solidFill>
                <a:round/>
              </a:ln>
            </p:spPr>
            <p:txBody>
              <a:bodyPr wrap="none" anchor="ctr" anchorCtr="0">
                <a:noAutofit/>
              </a:bodyPr>
              <a:lstStyle>
                <a:lvl1pPr marL="227013" indent="-227013" algn="l" defTabSz="914400" rtl="0" eaLnBrk="0" fontAlgn="base" hangingPunct="0">
                  <a:lnSpc>
                    <a:spcPct val="90000"/>
                  </a:lnSpc>
                  <a:spcBef>
                    <a:spcPts val="10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8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6842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4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11414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0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5986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0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20558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0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 eaLnBrk="1" hangingPunct="0">
                  <a:lnSpc>
                    <a:spcPct val="120000"/>
                  </a:lnSpc>
                  <a:spcBef>
                    <a:spcPct val="0"/>
                  </a:spcBef>
                  <a:buNone/>
                </a:pPr>
                <a:endParaRPr lang="zh-CN" altLang="en-US" sz="3600" b="1">
                  <a:solidFill>
                    <a:srgbClr val="00B0F0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123" name="Oval 6">
                <a:extLst>
                  <a:ext uri="{FF2B5EF4-FFF2-40B4-BE49-F238E27FC236}">
                    <a16:creationId xmlns:a16="http://schemas.microsoft.com/office/drawing/2014/main" id="{82B518CF-4E18-1DA8-7684-AFFA18AB2FE8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58"/>
                </p:custDataLst>
              </p:nvPr>
            </p:nvSpPr>
            <p:spPr bwMode="auto">
              <a:xfrm>
                <a:off x="816" y="4"/>
                <a:ext cx="382" cy="816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25400" cmpd="sng">
                <a:solidFill>
                  <a:srgbClr val="002060"/>
                </a:solidFill>
                <a:prstDash val="dash"/>
                <a:round/>
              </a:ln>
            </p:spPr>
            <p:txBody>
              <a:bodyPr wrap="none" anchor="ctr" anchorCtr="0">
                <a:noAutofit/>
              </a:bodyPr>
              <a:lstStyle>
                <a:lvl1pPr marL="227013" indent="-227013" algn="l" defTabSz="914400" rtl="0" eaLnBrk="0" fontAlgn="base" hangingPunct="0">
                  <a:lnSpc>
                    <a:spcPct val="90000"/>
                  </a:lnSpc>
                  <a:spcBef>
                    <a:spcPts val="10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8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6842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4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11414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0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5986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0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20558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0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 eaLnBrk="1" hangingPunct="0">
                  <a:lnSpc>
                    <a:spcPct val="120000"/>
                  </a:lnSpc>
                  <a:spcBef>
                    <a:spcPct val="0"/>
                  </a:spcBef>
                  <a:buNone/>
                </a:pPr>
                <a:endParaRPr lang="zh-CN" altLang="en-US" sz="3600" b="1">
                  <a:solidFill>
                    <a:srgbClr val="00B0F0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124" name="Oval 7">
                <a:extLst>
                  <a:ext uri="{FF2B5EF4-FFF2-40B4-BE49-F238E27FC236}">
                    <a16:creationId xmlns:a16="http://schemas.microsoft.com/office/drawing/2014/main" id="{4A99D28B-ABCE-5FF1-E2FC-1256E361C1FC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59"/>
                </p:custDataLst>
              </p:nvPr>
            </p:nvSpPr>
            <p:spPr bwMode="auto">
              <a:xfrm>
                <a:off x="1632" y="4"/>
                <a:ext cx="384" cy="816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25400" cmpd="sng">
                <a:solidFill>
                  <a:srgbClr val="002060"/>
                </a:solidFill>
                <a:prstDash val="dash"/>
                <a:round/>
              </a:ln>
            </p:spPr>
            <p:txBody>
              <a:bodyPr wrap="none" anchor="ctr" anchorCtr="0">
                <a:noAutofit/>
              </a:bodyPr>
              <a:lstStyle>
                <a:lvl1pPr marL="227013" indent="-227013" algn="l" defTabSz="914400" rtl="0" eaLnBrk="0" fontAlgn="base" hangingPunct="0">
                  <a:lnSpc>
                    <a:spcPct val="90000"/>
                  </a:lnSpc>
                  <a:spcBef>
                    <a:spcPts val="10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8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6842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4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11414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0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5986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0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20558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0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 eaLnBrk="1" hangingPunct="0">
                  <a:lnSpc>
                    <a:spcPct val="120000"/>
                  </a:lnSpc>
                  <a:spcBef>
                    <a:spcPct val="0"/>
                  </a:spcBef>
                  <a:buNone/>
                </a:pPr>
                <a:endParaRPr lang="zh-CN" altLang="en-US" sz="3600" b="1">
                  <a:solidFill>
                    <a:srgbClr val="00B0F0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125" name="Line 8">
                <a:extLst>
                  <a:ext uri="{FF2B5EF4-FFF2-40B4-BE49-F238E27FC236}">
                    <a16:creationId xmlns:a16="http://schemas.microsoft.com/office/drawing/2014/main" id="{659D3DCD-6D45-78E7-CC4A-3ECED920F26F}"/>
                  </a:ext>
                </a:extLst>
              </p:cNvPr>
              <p:cNvSpPr>
                <a:spLocks noChangeShapeType="1"/>
              </p:cNvSpPr>
              <p:nvPr>
                <p:custDataLst>
                  <p:tags r:id="rId60"/>
                </p:custDataLst>
              </p:nvPr>
            </p:nvSpPr>
            <p:spPr bwMode="auto">
              <a:xfrm>
                <a:off x="192" y="4"/>
                <a:ext cx="1632" cy="0"/>
              </a:xfrm>
              <a:prstGeom prst="line">
                <a:avLst/>
              </a:prstGeom>
              <a:noFill/>
              <a:ln w="25400" cmpd="sng">
                <a:solidFill>
                  <a:srgbClr val="002060"/>
                </a:solidFill>
                <a:round/>
              </a:ln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itchFamily="34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126" name="Line 9">
                <a:extLst>
                  <a:ext uri="{FF2B5EF4-FFF2-40B4-BE49-F238E27FC236}">
                    <a16:creationId xmlns:a16="http://schemas.microsoft.com/office/drawing/2014/main" id="{B2B1C626-16C1-A585-C11B-C4804A46BF40}"/>
                  </a:ext>
                </a:extLst>
              </p:cNvPr>
              <p:cNvSpPr>
                <a:spLocks noChangeShapeType="1"/>
              </p:cNvSpPr>
              <p:nvPr>
                <p:custDataLst>
                  <p:tags r:id="rId61"/>
                </p:custDataLst>
              </p:nvPr>
            </p:nvSpPr>
            <p:spPr bwMode="auto">
              <a:xfrm>
                <a:off x="192" y="820"/>
                <a:ext cx="1632" cy="0"/>
              </a:xfrm>
              <a:prstGeom prst="line">
                <a:avLst/>
              </a:prstGeom>
              <a:noFill/>
              <a:ln w="25400" cmpd="sng">
                <a:solidFill>
                  <a:srgbClr val="002060"/>
                </a:solidFill>
                <a:round/>
              </a:ln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itchFamily="34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127" name="Arc 10">
                <a:extLst>
                  <a:ext uri="{FF2B5EF4-FFF2-40B4-BE49-F238E27FC236}">
                    <a16:creationId xmlns:a16="http://schemas.microsoft.com/office/drawing/2014/main" id="{A3FD1BE8-1946-F41F-9CCF-9517DE164F03}"/>
                  </a:ext>
                </a:extLst>
              </p:cNvPr>
              <p:cNvSpPr/>
              <p:nvPr>
                <p:custDataLst>
                  <p:tags r:id="rId62"/>
                </p:custDataLst>
              </p:nvPr>
            </p:nvSpPr>
            <p:spPr bwMode="auto">
              <a:xfrm>
                <a:off x="980" y="0"/>
                <a:ext cx="220" cy="824"/>
              </a:xfrm>
              <a:custGeom>
                <a:avLst/>
                <a:gdLst>
                  <a:gd name="T0" fmla="*/ 0 w 24612"/>
                  <a:gd name="T1" fmla="*/ 0 h 43200"/>
                  <a:gd name="T2" fmla="*/ 0 w 24612"/>
                  <a:gd name="T3" fmla="*/ 0 h 43200"/>
                  <a:gd name="T4" fmla="*/ 0 w 24612"/>
                  <a:gd name="T5" fmla="*/ 0 h 43200"/>
                  <a:gd name="T6" fmla="*/ 0 60000 65536"/>
                  <a:gd name="T7" fmla="*/ 0 60000 65536"/>
                  <a:gd name="T8" fmla="*/ 0 60000 65536"/>
                  <a:gd name="T9" fmla="*/ 0 w 24612"/>
                  <a:gd name="T10" fmla="*/ 0 h 43200"/>
                  <a:gd name="T11" fmla="*/ 24612 w 24612"/>
                  <a:gd name="T12" fmla="*/ 43200 h 432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4612" h="43200" fill="none" extrusionOk="0">
                    <a:moveTo>
                      <a:pt x="3011" y="0"/>
                    </a:moveTo>
                    <a:cubicBezTo>
                      <a:pt x="14941" y="0"/>
                      <a:pt x="24612" y="9670"/>
                      <a:pt x="24612" y="21600"/>
                    </a:cubicBezTo>
                    <a:cubicBezTo>
                      <a:pt x="24612" y="33529"/>
                      <a:pt x="14941" y="43200"/>
                      <a:pt x="3012" y="43200"/>
                    </a:cubicBezTo>
                    <a:cubicBezTo>
                      <a:pt x="2004" y="43200"/>
                      <a:pt x="997" y="43129"/>
                      <a:pt x="0" y="42988"/>
                    </a:cubicBezTo>
                  </a:path>
                  <a:path w="24612" h="43200" stroke="0" extrusionOk="0">
                    <a:moveTo>
                      <a:pt x="3011" y="0"/>
                    </a:moveTo>
                    <a:cubicBezTo>
                      <a:pt x="14941" y="0"/>
                      <a:pt x="24612" y="9670"/>
                      <a:pt x="24612" y="21600"/>
                    </a:cubicBezTo>
                    <a:cubicBezTo>
                      <a:pt x="24612" y="33529"/>
                      <a:pt x="14941" y="43200"/>
                      <a:pt x="3012" y="43200"/>
                    </a:cubicBezTo>
                    <a:cubicBezTo>
                      <a:pt x="2004" y="43200"/>
                      <a:pt x="997" y="43129"/>
                      <a:pt x="0" y="42988"/>
                    </a:cubicBezTo>
                    <a:lnTo>
                      <a:pt x="3012" y="21600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 w="25400" cmpd="sng">
                <a:solidFill>
                  <a:srgbClr val="002060"/>
                </a:solidFill>
                <a:miter lim="800000"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None/>
                  <a:defRPr/>
                </a:pPr>
                <a:endParaRPr kumimoji="0" lang="zh-CN" altLang="en-US" sz="3600" b="1" i="0" u="none" strike="noStrike" kern="0" cap="none" spc="0" normalizeH="0" baseline="0" noProof="0">
                  <a:ln>
                    <a:noFill/>
                  </a:ln>
                  <a:solidFill>
                    <a:srgbClr val="00B0F0"/>
                  </a:solidFill>
                  <a:effectLst/>
                  <a:uLnTx/>
                  <a:uFillTx/>
                  <a:latin typeface="黑体" panose="02010609060101010101" charset="-122"/>
                  <a:ea typeface="黑体" panose="02010609060101010101" charset="-122"/>
                  <a:cs typeface="+mn-cs"/>
                </a:endParaRPr>
              </a:p>
            </p:txBody>
          </p:sp>
          <p:sp>
            <p:nvSpPr>
              <p:cNvPr id="128" name="Arc 11">
                <a:extLst>
                  <a:ext uri="{FF2B5EF4-FFF2-40B4-BE49-F238E27FC236}">
                    <a16:creationId xmlns:a16="http://schemas.microsoft.com/office/drawing/2014/main" id="{245AA853-5884-39D7-7B10-FCB8882CCA9A}"/>
                  </a:ext>
                </a:extLst>
              </p:cNvPr>
              <p:cNvSpPr/>
              <p:nvPr>
                <p:custDataLst>
                  <p:tags r:id="rId63"/>
                </p:custDataLst>
              </p:nvPr>
            </p:nvSpPr>
            <p:spPr bwMode="auto">
              <a:xfrm>
                <a:off x="1796" y="0"/>
                <a:ext cx="220" cy="824"/>
              </a:xfrm>
              <a:custGeom>
                <a:avLst/>
                <a:gdLst>
                  <a:gd name="T0" fmla="*/ 0 w 24612"/>
                  <a:gd name="T1" fmla="*/ 0 h 43200"/>
                  <a:gd name="T2" fmla="*/ 0 w 24612"/>
                  <a:gd name="T3" fmla="*/ 0 h 43200"/>
                  <a:gd name="T4" fmla="*/ 0 w 24612"/>
                  <a:gd name="T5" fmla="*/ 0 h 43200"/>
                  <a:gd name="T6" fmla="*/ 0 60000 65536"/>
                  <a:gd name="T7" fmla="*/ 0 60000 65536"/>
                  <a:gd name="T8" fmla="*/ 0 60000 65536"/>
                  <a:gd name="T9" fmla="*/ 0 w 24612"/>
                  <a:gd name="T10" fmla="*/ 0 h 43200"/>
                  <a:gd name="T11" fmla="*/ 24612 w 24612"/>
                  <a:gd name="T12" fmla="*/ 43200 h 432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4612" h="43200" fill="none" extrusionOk="0">
                    <a:moveTo>
                      <a:pt x="3011" y="0"/>
                    </a:moveTo>
                    <a:cubicBezTo>
                      <a:pt x="14941" y="0"/>
                      <a:pt x="24612" y="9670"/>
                      <a:pt x="24612" y="21600"/>
                    </a:cubicBezTo>
                    <a:cubicBezTo>
                      <a:pt x="24612" y="33529"/>
                      <a:pt x="14941" y="43200"/>
                      <a:pt x="3012" y="43200"/>
                    </a:cubicBezTo>
                    <a:cubicBezTo>
                      <a:pt x="2004" y="43200"/>
                      <a:pt x="997" y="43129"/>
                      <a:pt x="0" y="42988"/>
                    </a:cubicBezTo>
                  </a:path>
                  <a:path w="24612" h="43200" stroke="0" extrusionOk="0">
                    <a:moveTo>
                      <a:pt x="3011" y="0"/>
                    </a:moveTo>
                    <a:cubicBezTo>
                      <a:pt x="14941" y="0"/>
                      <a:pt x="24612" y="9670"/>
                      <a:pt x="24612" y="21600"/>
                    </a:cubicBezTo>
                    <a:cubicBezTo>
                      <a:pt x="24612" y="33529"/>
                      <a:pt x="14941" y="43200"/>
                      <a:pt x="3012" y="43200"/>
                    </a:cubicBezTo>
                    <a:cubicBezTo>
                      <a:pt x="2004" y="43200"/>
                      <a:pt x="997" y="43129"/>
                      <a:pt x="0" y="42988"/>
                    </a:cubicBezTo>
                    <a:lnTo>
                      <a:pt x="3012" y="21600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 w="25400" cmpd="sng">
                <a:solidFill>
                  <a:srgbClr val="002060"/>
                </a:solidFill>
                <a:miter lim="800000"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None/>
                  <a:defRPr/>
                </a:pPr>
                <a:endParaRPr kumimoji="0" lang="zh-CN" altLang="en-US" sz="3600" b="1" i="0" u="none" strike="noStrike" kern="0" cap="none" spc="0" normalizeH="0" baseline="0" noProof="0">
                  <a:ln>
                    <a:noFill/>
                  </a:ln>
                  <a:solidFill>
                    <a:srgbClr val="00B0F0"/>
                  </a:solidFill>
                  <a:effectLst/>
                  <a:uLnTx/>
                  <a:uFillTx/>
                  <a:latin typeface="黑体" panose="02010609060101010101" charset="-122"/>
                  <a:ea typeface="黑体" panose="02010609060101010101" charset="-122"/>
                  <a:cs typeface="+mn-cs"/>
                </a:endParaRPr>
              </a:p>
            </p:txBody>
          </p:sp>
        </p:grpSp>
        <p:grpSp>
          <p:nvGrpSpPr>
            <p:cNvPr id="68" name="Group 12">
              <a:extLst>
                <a:ext uri="{FF2B5EF4-FFF2-40B4-BE49-F238E27FC236}">
                  <a16:creationId xmlns:a16="http://schemas.microsoft.com/office/drawing/2014/main" id="{B217C706-76AA-9A9B-6665-39412F687224}"/>
                </a:ext>
              </a:extLst>
            </p:cNvPr>
            <p:cNvGrpSpPr/>
            <p:nvPr>
              <p:custDataLst>
                <p:tags r:id="rId3"/>
              </p:custDataLst>
            </p:nvPr>
          </p:nvGrpSpPr>
          <p:grpSpPr>
            <a:xfrm rot="19440000">
              <a:off x="161" y="294"/>
              <a:ext cx="150" cy="94"/>
              <a:chOff x="0" y="0"/>
              <a:chExt cx="150" cy="94"/>
            </a:xfrm>
          </p:grpSpPr>
          <p:sp>
            <p:nvSpPr>
              <p:cNvPr id="120" name="Oval 13">
                <a:extLst>
                  <a:ext uri="{FF2B5EF4-FFF2-40B4-BE49-F238E27FC236}">
                    <a16:creationId xmlns:a16="http://schemas.microsoft.com/office/drawing/2014/main" id="{EDE14607-C93F-2A16-0795-20A8258793E4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55"/>
                </p:custDataLst>
              </p:nvPr>
            </p:nvSpPr>
            <p:spPr bwMode="auto">
              <a:xfrm>
                <a:off x="0" y="-2"/>
                <a:ext cx="48" cy="48"/>
              </a:xfrm>
              <a:prstGeom prst="ellipse">
                <a:avLst/>
              </a:prstGeom>
              <a:solidFill>
                <a:srgbClr val="FFFF66"/>
              </a:solidFill>
              <a:ln w="9525" cmpd="sng">
                <a:solidFill>
                  <a:srgbClr val="002060"/>
                </a:solidFill>
                <a:round/>
              </a:ln>
            </p:spPr>
            <p:txBody>
              <a:bodyPr wrap="none" anchor="ctr" anchorCtr="0">
                <a:noAutofit/>
              </a:bodyPr>
              <a:lstStyle>
                <a:lvl1pPr marL="227013" indent="-227013" algn="l" defTabSz="914400" rtl="0" eaLnBrk="0" fontAlgn="base" hangingPunct="0">
                  <a:lnSpc>
                    <a:spcPct val="90000"/>
                  </a:lnSpc>
                  <a:spcBef>
                    <a:spcPts val="10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8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6842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4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11414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0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5986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0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20558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0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 eaLnBrk="1" hangingPunct="0">
                  <a:lnSpc>
                    <a:spcPct val="120000"/>
                  </a:lnSpc>
                  <a:spcBef>
                    <a:spcPct val="0"/>
                  </a:spcBef>
                  <a:buNone/>
                </a:pPr>
                <a:endParaRPr lang="zh-CN" altLang="en-US" sz="3600" b="1">
                  <a:solidFill>
                    <a:srgbClr val="00B0F0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121" name="Line 14">
                <a:extLst>
                  <a:ext uri="{FF2B5EF4-FFF2-40B4-BE49-F238E27FC236}">
                    <a16:creationId xmlns:a16="http://schemas.microsoft.com/office/drawing/2014/main" id="{224FDD89-BFAD-63DF-292E-2B8AE46D2E7E}"/>
                  </a:ext>
                </a:extLst>
              </p:cNvPr>
              <p:cNvSpPr>
                <a:spLocks noChangeShapeType="1"/>
              </p:cNvSpPr>
              <p:nvPr>
                <p:custDataLst>
                  <p:tags r:id="rId56"/>
                </p:custDataLst>
              </p:nvPr>
            </p:nvSpPr>
            <p:spPr bwMode="auto">
              <a:xfrm>
                <a:off x="39" y="22"/>
                <a:ext cx="110" cy="70"/>
              </a:xfrm>
              <a:prstGeom prst="line">
                <a:avLst/>
              </a:prstGeom>
              <a:noFill/>
              <a:ln w="9525" cmpd="sng">
                <a:solidFill>
                  <a:srgbClr val="002060"/>
                </a:solidFill>
                <a:round/>
                <a:tailEnd type="triangle" w="med" len="med"/>
              </a:ln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itchFamily="34" charset="0"/>
                  <a:ea typeface="宋体" pitchFamily="2" charset="-122"/>
                  <a:cs typeface="+mn-cs"/>
                </a:endParaRPr>
              </a:p>
            </p:txBody>
          </p:sp>
        </p:grpSp>
        <p:grpSp>
          <p:nvGrpSpPr>
            <p:cNvPr id="69" name="Group 15">
              <a:extLst>
                <a:ext uri="{FF2B5EF4-FFF2-40B4-BE49-F238E27FC236}">
                  <a16:creationId xmlns:a16="http://schemas.microsoft.com/office/drawing/2014/main" id="{2B8FD5D6-1A7C-B400-A1D1-07C106F3D762}"/>
                </a:ext>
              </a:extLst>
            </p:cNvPr>
            <p:cNvGrpSpPr/>
            <p:nvPr>
              <p:custDataLst>
                <p:tags r:id="rId4"/>
              </p:custDataLst>
            </p:nvPr>
          </p:nvGrpSpPr>
          <p:grpSpPr>
            <a:xfrm rot="7800000">
              <a:off x="205" y="565"/>
              <a:ext cx="100" cy="123"/>
              <a:chOff x="-52" y="-75"/>
              <a:chExt cx="100" cy="123"/>
            </a:xfrm>
          </p:grpSpPr>
          <p:sp>
            <p:nvSpPr>
              <p:cNvPr id="118" name="Oval 16">
                <a:extLst>
                  <a:ext uri="{FF2B5EF4-FFF2-40B4-BE49-F238E27FC236}">
                    <a16:creationId xmlns:a16="http://schemas.microsoft.com/office/drawing/2014/main" id="{DBD63256-E376-D372-57B6-C650F67AC66B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53"/>
                </p:custDataLst>
              </p:nvPr>
            </p:nvSpPr>
            <p:spPr bwMode="auto">
              <a:xfrm>
                <a:off x="1" y="2"/>
                <a:ext cx="48" cy="48"/>
              </a:xfrm>
              <a:prstGeom prst="ellipse">
                <a:avLst/>
              </a:prstGeom>
              <a:solidFill>
                <a:srgbClr val="FFFF66"/>
              </a:solidFill>
              <a:ln w="9525" cmpd="sng">
                <a:solidFill>
                  <a:srgbClr val="002060"/>
                </a:solidFill>
                <a:round/>
              </a:ln>
            </p:spPr>
            <p:txBody>
              <a:bodyPr wrap="none" anchor="ctr" anchorCtr="0">
                <a:noAutofit/>
              </a:bodyPr>
              <a:lstStyle>
                <a:lvl1pPr marL="227013" indent="-227013" algn="l" defTabSz="914400" rtl="0" eaLnBrk="0" fontAlgn="base" hangingPunct="0">
                  <a:lnSpc>
                    <a:spcPct val="90000"/>
                  </a:lnSpc>
                  <a:spcBef>
                    <a:spcPts val="10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8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6842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4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11414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0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5986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0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20558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0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 eaLnBrk="1" hangingPunct="0">
                  <a:lnSpc>
                    <a:spcPct val="120000"/>
                  </a:lnSpc>
                  <a:spcBef>
                    <a:spcPct val="0"/>
                  </a:spcBef>
                  <a:buNone/>
                </a:pPr>
                <a:endParaRPr lang="zh-CN" altLang="en-US" sz="3600" b="1">
                  <a:solidFill>
                    <a:srgbClr val="00B0F0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cxnSp>
            <p:nvCxnSpPr>
              <p:cNvPr id="119" name="Line 17">
                <a:extLst>
                  <a:ext uri="{FF2B5EF4-FFF2-40B4-BE49-F238E27FC236}">
                    <a16:creationId xmlns:a16="http://schemas.microsoft.com/office/drawing/2014/main" id="{4B1C4470-4551-4A81-F26C-329CB2D9249B}"/>
                  </a:ext>
                </a:extLst>
              </p:cNvPr>
              <p:cNvCxnSpPr/>
              <p:nvPr>
                <p:custDataLst>
                  <p:tags r:id="rId54"/>
                </p:custDataLst>
              </p:nvPr>
            </p:nvCxnSpPr>
            <p:spPr>
              <a:xfrm flipH="1" flipV="1">
                <a:off x="-51" y="-74"/>
                <a:ext cx="92" cy="100"/>
              </a:xfrm>
              <a:prstGeom prst="line">
                <a:avLst/>
              </a:prstGeom>
              <a:noFill/>
              <a:ln>
                <a:solidFill>
                  <a:srgbClr val="002060"/>
                </a:solidFill>
                <a:miter lim="800000"/>
                <a:tailEnd type="triangle"/>
              </a:ln>
            </p:spPr>
          </p:cxnSp>
        </p:grpSp>
        <p:grpSp>
          <p:nvGrpSpPr>
            <p:cNvPr id="70" name="Group 18">
              <a:extLst>
                <a:ext uri="{FF2B5EF4-FFF2-40B4-BE49-F238E27FC236}">
                  <a16:creationId xmlns:a16="http://schemas.microsoft.com/office/drawing/2014/main" id="{613A5669-7F56-9474-24DC-E88434B28656}"/>
                </a:ext>
              </a:extLst>
            </p:cNvPr>
            <p:cNvGrpSpPr/>
            <p:nvPr>
              <p:custDataLst>
                <p:tags r:id="rId5"/>
              </p:custDataLst>
            </p:nvPr>
          </p:nvGrpSpPr>
          <p:grpSpPr>
            <a:xfrm rot="2700000">
              <a:off x="1285" y="2"/>
              <a:ext cx="135" cy="136"/>
              <a:chOff x="0" y="-88"/>
              <a:chExt cx="135" cy="136"/>
            </a:xfrm>
          </p:grpSpPr>
          <p:sp>
            <p:nvSpPr>
              <p:cNvPr id="116" name="Oval 19">
                <a:extLst>
                  <a:ext uri="{FF2B5EF4-FFF2-40B4-BE49-F238E27FC236}">
                    <a16:creationId xmlns:a16="http://schemas.microsoft.com/office/drawing/2014/main" id="{60822F61-4744-BB2B-3950-ABA934E17E36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51"/>
                </p:custDataLst>
              </p:nvPr>
            </p:nvSpPr>
            <p:spPr bwMode="auto">
              <a:xfrm>
                <a:off x="-2" y="0"/>
                <a:ext cx="48" cy="48"/>
              </a:xfrm>
              <a:prstGeom prst="ellipse">
                <a:avLst/>
              </a:prstGeom>
              <a:solidFill>
                <a:srgbClr val="FFFF66"/>
              </a:solidFill>
              <a:ln w="9525" cmpd="sng">
                <a:solidFill>
                  <a:srgbClr val="002060"/>
                </a:solidFill>
                <a:round/>
              </a:ln>
            </p:spPr>
            <p:txBody>
              <a:bodyPr wrap="none" anchor="ctr" anchorCtr="0">
                <a:noAutofit/>
              </a:bodyPr>
              <a:lstStyle>
                <a:lvl1pPr marL="227013" indent="-227013" algn="l" defTabSz="914400" rtl="0" eaLnBrk="0" fontAlgn="base" hangingPunct="0">
                  <a:lnSpc>
                    <a:spcPct val="90000"/>
                  </a:lnSpc>
                  <a:spcBef>
                    <a:spcPts val="10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8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6842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4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11414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0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5986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0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20558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0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 eaLnBrk="1" hangingPunct="0">
                  <a:lnSpc>
                    <a:spcPct val="120000"/>
                  </a:lnSpc>
                  <a:spcBef>
                    <a:spcPct val="0"/>
                  </a:spcBef>
                  <a:buNone/>
                </a:pPr>
                <a:endParaRPr lang="zh-CN" altLang="en-US" sz="3600" b="1">
                  <a:solidFill>
                    <a:srgbClr val="00B0F0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cxnSp>
            <p:nvCxnSpPr>
              <p:cNvPr id="117" name="Line 20">
                <a:extLst>
                  <a:ext uri="{FF2B5EF4-FFF2-40B4-BE49-F238E27FC236}">
                    <a16:creationId xmlns:a16="http://schemas.microsoft.com/office/drawing/2014/main" id="{601350B4-5880-06BC-BCCE-2A45F36C10B0}"/>
                  </a:ext>
                </a:extLst>
              </p:cNvPr>
              <p:cNvCxnSpPr/>
              <p:nvPr>
                <p:custDataLst>
                  <p:tags r:id="rId52"/>
                </p:custDataLst>
              </p:nvPr>
            </p:nvCxnSpPr>
            <p:spPr>
              <a:xfrm flipV="1">
                <a:off x="37" y="-88"/>
                <a:ext cx="95" cy="104"/>
              </a:xfrm>
              <a:prstGeom prst="line">
                <a:avLst/>
              </a:prstGeom>
              <a:noFill/>
              <a:ln>
                <a:solidFill>
                  <a:srgbClr val="002060"/>
                </a:solidFill>
                <a:miter lim="800000"/>
                <a:tailEnd type="triangle"/>
              </a:ln>
            </p:spPr>
          </p:cxnSp>
        </p:grpSp>
        <p:grpSp>
          <p:nvGrpSpPr>
            <p:cNvPr id="71" name="Group 21">
              <a:extLst>
                <a:ext uri="{FF2B5EF4-FFF2-40B4-BE49-F238E27FC236}">
                  <a16:creationId xmlns:a16="http://schemas.microsoft.com/office/drawing/2014/main" id="{4887D9B1-BBC0-6C60-8989-908432CA2EEC}"/>
                </a:ext>
              </a:extLst>
            </p:cNvPr>
            <p:cNvGrpSpPr/>
            <p:nvPr>
              <p:custDataLst>
                <p:tags r:id="rId6"/>
              </p:custDataLst>
            </p:nvPr>
          </p:nvGrpSpPr>
          <p:grpSpPr>
            <a:xfrm rot="11880000">
              <a:off x="1860" y="601"/>
              <a:ext cx="129" cy="58"/>
              <a:chOff x="-81" y="0"/>
              <a:chExt cx="129" cy="58"/>
            </a:xfrm>
          </p:grpSpPr>
          <p:sp>
            <p:nvSpPr>
              <p:cNvPr id="114" name="Oval 22">
                <a:extLst>
                  <a:ext uri="{FF2B5EF4-FFF2-40B4-BE49-F238E27FC236}">
                    <a16:creationId xmlns:a16="http://schemas.microsoft.com/office/drawing/2014/main" id="{F92C1E3F-8800-F98C-1F95-749042DAB6D0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49"/>
                </p:custDataLst>
              </p:nvPr>
            </p:nvSpPr>
            <p:spPr bwMode="auto">
              <a:xfrm>
                <a:off x="4" y="0"/>
                <a:ext cx="48" cy="48"/>
              </a:xfrm>
              <a:prstGeom prst="ellipse">
                <a:avLst/>
              </a:prstGeom>
              <a:solidFill>
                <a:srgbClr val="FFFF66"/>
              </a:solidFill>
              <a:ln w="9525" cmpd="sng">
                <a:solidFill>
                  <a:srgbClr val="002060"/>
                </a:solidFill>
                <a:round/>
              </a:ln>
            </p:spPr>
            <p:txBody>
              <a:bodyPr wrap="none" anchor="ctr" anchorCtr="0">
                <a:noAutofit/>
              </a:bodyPr>
              <a:lstStyle>
                <a:lvl1pPr marL="227013" indent="-227013" algn="l" defTabSz="914400" rtl="0" eaLnBrk="0" fontAlgn="base" hangingPunct="0">
                  <a:lnSpc>
                    <a:spcPct val="90000"/>
                  </a:lnSpc>
                  <a:spcBef>
                    <a:spcPts val="10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8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6842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4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11414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0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5986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0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20558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0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 eaLnBrk="1" hangingPunct="0">
                  <a:lnSpc>
                    <a:spcPct val="120000"/>
                  </a:lnSpc>
                  <a:spcBef>
                    <a:spcPct val="0"/>
                  </a:spcBef>
                  <a:buNone/>
                </a:pPr>
                <a:endParaRPr lang="zh-CN" altLang="en-US" sz="3600" b="1">
                  <a:solidFill>
                    <a:srgbClr val="00B0F0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cxnSp>
            <p:nvCxnSpPr>
              <p:cNvPr id="115" name="Line 23">
                <a:extLst>
                  <a:ext uri="{FF2B5EF4-FFF2-40B4-BE49-F238E27FC236}">
                    <a16:creationId xmlns:a16="http://schemas.microsoft.com/office/drawing/2014/main" id="{2D749B04-61C3-2E1F-C7DC-CB4BB7FAA40E}"/>
                  </a:ext>
                </a:extLst>
              </p:cNvPr>
              <p:cNvCxnSpPr/>
              <p:nvPr>
                <p:custDataLst>
                  <p:tags r:id="rId50"/>
                </p:custDataLst>
              </p:nvPr>
            </p:nvCxnSpPr>
            <p:spPr>
              <a:xfrm flipH="1">
                <a:off x="-79" y="23"/>
                <a:ext cx="121" cy="35"/>
              </a:xfrm>
              <a:prstGeom prst="line">
                <a:avLst/>
              </a:prstGeom>
              <a:noFill/>
              <a:ln>
                <a:solidFill>
                  <a:srgbClr val="002060"/>
                </a:solidFill>
                <a:miter lim="800000"/>
                <a:tailEnd type="triangle"/>
              </a:ln>
            </p:spPr>
          </p:cxnSp>
        </p:grpSp>
        <p:grpSp>
          <p:nvGrpSpPr>
            <p:cNvPr id="72" name="Group 24">
              <a:extLst>
                <a:ext uri="{FF2B5EF4-FFF2-40B4-BE49-F238E27FC236}">
                  <a16:creationId xmlns:a16="http://schemas.microsoft.com/office/drawing/2014/main" id="{DC2533A5-F937-8881-8591-C861EF27F975}"/>
                </a:ext>
              </a:extLst>
            </p:cNvPr>
            <p:cNvGrpSpPr/>
            <p:nvPr>
              <p:custDataLst>
                <p:tags r:id="rId7"/>
              </p:custDataLst>
            </p:nvPr>
          </p:nvGrpSpPr>
          <p:grpSpPr>
            <a:xfrm rot="2100000">
              <a:off x="1699" y="326"/>
              <a:ext cx="146" cy="100"/>
              <a:chOff x="0" y="-52"/>
              <a:chExt cx="146" cy="100"/>
            </a:xfrm>
          </p:grpSpPr>
          <p:sp>
            <p:nvSpPr>
              <p:cNvPr id="112" name="Oval 25">
                <a:extLst>
                  <a:ext uri="{FF2B5EF4-FFF2-40B4-BE49-F238E27FC236}">
                    <a16:creationId xmlns:a16="http://schemas.microsoft.com/office/drawing/2014/main" id="{1C1A9E3C-42DA-6C07-FE21-CC4E32615E98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47"/>
                </p:custDataLst>
              </p:nvPr>
            </p:nvSpPr>
            <p:spPr bwMode="auto">
              <a:xfrm>
                <a:off x="-2" y="0"/>
                <a:ext cx="48" cy="48"/>
              </a:xfrm>
              <a:prstGeom prst="ellipse">
                <a:avLst/>
              </a:prstGeom>
              <a:solidFill>
                <a:srgbClr val="FFFF66"/>
              </a:solidFill>
              <a:ln w="9525" cmpd="sng">
                <a:solidFill>
                  <a:srgbClr val="002060"/>
                </a:solidFill>
                <a:round/>
              </a:ln>
            </p:spPr>
            <p:txBody>
              <a:bodyPr wrap="none" anchor="ctr" anchorCtr="0">
                <a:noAutofit/>
              </a:bodyPr>
              <a:lstStyle>
                <a:lvl1pPr marL="227013" indent="-227013" algn="l" defTabSz="914400" rtl="0" eaLnBrk="0" fontAlgn="base" hangingPunct="0">
                  <a:lnSpc>
                    <a:spcPct val="90000"/>
                  </a:lnSpc>
                  <a:spcBef>
                    <a:spcPts val="10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8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6842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4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11414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0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5986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0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20558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0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 eaLnBrk="1" hangingPunct="0">
                  <a:lnSpc>
                    <a:spcPct val="120000"/>
                  </a:lnSpc>
                  <a:spcBef>
                    <a:spcPct val="0"/>
                  </a:spcBef>
                  <a:buNone/>
                </a:pPr>
                <a:endParaRPr lang="zh-CN" altLang="en-US" sz="3600" b="1">
                  <a:solidFill>
                    <a:srgbClr val="00B0F0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cxnSp>
            <p:nvCxnSpPr>
              <p:cNvPr id="113" name="Line 26">
                <a:extLst>
                  <a:ext uri="{FF2B5EF4-FFF2-40B4-BE49-F238E27FC236}">
                    <a16:creationId xmlns:a16="http://schemas.microsoft.com/office/drawing/2014/main" id="{1C0F3F8E-BC69-2D26-0627-180CF06D0D84}"/>
                  </a:ext>
                </a:extLst>
              </p:cNvPr>
              <p:cNvCxnSpPr/>
              <p:nvPr>
                <p:custDataLst>
                  <p:tags r:id="rId48"/>
                </p:custDataLst>
              </p:nvPr>
            </p:nvCxnSpPr>
            <p:spPr>
              <a:xfrm flipV="1">
                <a:off x="40" y="-52"/>
                <a:ext cx="106" cy="76"/>
              </a:xfrm>
              <a:prstGeom prst="line">
                <a:avLst/>
              </a:prstGeom>
              <a:noFill/>
              <a:ln>
                <a:solidFill>
                  <a:srgbClr val="002060"/>
                </a:solidFill>
                <a:miter lim="800000"/>
                <a:tailEnd type="triangle"/>
              </a:ln>
            </p:spPr>
          </p:cxnSp>
        </p:grpSp>
        <p:grpSp>
          <p:nvGrpSpPr>
            <p:cNvPr id="73" name="Group 27">
              <a:extLst>
                <a:ext uri="{FF2B5EF4-FFF2-40B4-BE49-F238E27FC236}">
                  <a16:creationId xmlns:a16="http://schemas.microsoft.com/office/drawing/2014/main" id="{FAFDD6ED-9F3A-6BC4-0C0E-33F7E7B23D7A}"/>
                </a:ext>
              </a:extLst>
            </p:cNvPr>
            <p:cNvGrpSpPr/>
            <p:nvPr>
              <p:custDataLst>
                <p:tags r:id="rId8"/>
              </p:custDataLst>
            </p:nvPr>
          </p:nvGrpSpPr>
          <p:grpSpPr>
            <a:xfrm rot="18240000">
              <a:off x="1766" y="171"/>
              <a:ext cx="106" cy="155"/>
              <a:chOff x="0" y="0"/>
              <a:chExt cx="106" cy="155"/>
            </a:xfrm>
          </p:grpSpPr>
          <p:sp>
            <p:nvSpPr>
              <p:cNvPr id="110" name="Oval 28">
                <a:extLst>
                  <a:ext uri="{FF2B5EF4-FFF2-40B4-BE49-F238E27FC236}">
                    <a16:creationId xmlns:a16="http://schemas.microsoft.com/office/drawing/2014/main" id="{57CBEE35-EC92-30DA-7F81-1950D6AE3A48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45"/>
                </p:custDataLst>
              </p:nvPr>
            </p:nvSpPr>
            <p:spPr bwMode="auto">
              <a:xfrm>
                <a:off x="-2" y="-2"/>
                <a:ext cx="48" cy="48"/>
              </a:xfrm>
              <a:prstGeom prst="ellipse">
                <a:avLst/>
              </a:prstGeom>
              <a:solidFill>
                <a:srgbClr val="FFFF66"/>
              </a:solidFill>
              <a:ln w="9525" cmpd="sng">
                <a:solidFill>
                  <a:srgbClr val="002060"/>
                </a:solidFill>
                <a:round/>
              </a:ln>
            </p:spPr>
            <p:txBody>
              <a:bodyPr wrap="none" anchor="ctr" anchorCtr="0">
                <a:noAutofit/>
              </a:bodyPr>
              <a:lstStyle>
                <a:lvl1pPr marL="227013" indent="-227013" algn="l" defTabSz="914400" rtl="0" eaLnBrk="0" fontAlgn="base" hangingPunct="0">
                  <a:lnSpc>
                    <a:spcPct val="90000"/>
                  </a:lnSpc>
                  <a:spcBef>
                    <a:spcPts val="10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8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6842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4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11414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0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5986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0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20558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0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 eaLnBrk="1" hangingPunct="0">
                  <a:lnSpc>
                    <a:spcPct val="120000"/>
                  </a:lnSpc>
                  <a:spcBef>
                    <a:spcPct val="0"/>
                  </a:spcBef>
                  <a:buNone/>
                </a:pPr>
                <a:endParaRPr lang="zh-CN" altLang="en-US" sz="3600" b="1">
                  <a:solidFill>
                    <a:srgbClr val="00B0F0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111" name="Line 29">
                <a:extLst>
                  <a:ext uri="{FF2B5EF4-FFF2-40B4-BE49-F238E27FC236}">
                    <a16:creationId xmlns:a16="http://schemas.microsoft.com/office/drawing/2014/main" id="{4D1920A9-A71F-B64E-614A-C68E497A86DA}"/>
                  </a:ext>
                </a:extLst>
              </p:cNvPr>
              <p:cNvSpPr>
                <a:spLocks noChangeShapeType="1"/>
              </p:cNvSpPr>
              <p:nvPr>
                <p:custDataLst>
                  <p:tags r:id="rId46"/>
                </p:custDataLst>
              </p:nvPr>
            </p:nvSpPr>
            <p:spPr bwMode="auto">
              <a:xfrm>
                <a:off x="37" y="38"/>
                <a:ext cx="67" cy="116"/>
              </a:xfrm>
              <a:prstGeom prst="line">
                <a:avLst/>
              </a:prstGeom>
              <a:noFill/>
              <a:ln w="9525" cmpd="sng">
                <a:solidFill>
                  <a:srgbClr val="002060"/>
                </a:solidFill>
                <a:round/>
                <a:tailEnd type="triangle" w="med" len="med"/>
              </a:ln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itchFamily="34" charset="0"/>
                  <a:ea typeface="宋体" pitchFamily="2" charset="-122"/>
                  <a:cs typeface="+mn-cs"/>
                </a:endParaRPr>
              </a:p>
            </p:txBody>
          </p:sp>
        </p:grpSp>
        <p:grpSp>
          <p:nvGrpSpPr>
            <p:cNvPr id="74" name="Group 30">
              <a:extLst>
                <a:ext uri="{FF2B5EF4-FFF2-40B4-BE49-F238E27FC236}">
                  <a16:creationId xmlns:a16="http://schemas.microsoft.com/office/drawing/2014/main" id="{49C0F4D3-6FEC-C5D8-1F99-EBF494EAC341}"/>
                </a:ext>
              </a:extLst>
            </p:cNvPr>
            <p:cNvGrpSpPr/>
            <p:nvPr>
              <p:custDataLst>
                <p:tags r:id="rId9"/>
              </p:custDataLst>
            </p:nvPr>
          </p:nvGrpSpPr>
          <p:grpSpPr>
            <a:xfrm rot="3960000">
              <a:off x="1032" y="30"/>
              <a:ext cx="71" cy="134"/>
              <a:chOff x="0" y="-86"/>
              <a:chExt cx="71" cy="134"/>
            </a:xfrm>
          </p:grpSpPr>
          <p:sp>
            <p:nvSpPr>
              <p:cNvPr id="108" name="Oval 31">
                <a:extLst>
                  <a:ext uri="{FF2B5EF4-FFF2-40B4-BE49-F238E27FC236}">
                    <a16:creationId xmlns:a16="http://schemas.microsoft.com/office/drawing/2014/main" id="{678E5944-6DB8-D3CA-CF9B-24C077E76FDA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43"/>
                </p:custDataLst>
              </p:nvPr>
            </p:nvSpPr>
            <p:spPr bwMode="auto">
              <a:xfrm>
                <a:off x="-2" y="2"/>
                <a:ext cx="48" cy="48"/>
              </a:xfrm>
              <a:prstGeom prst="ellipse">
                <a:avLst/>
              </a:prstGeom>
              <a:solidFill>
                <a:srgbClr val="FFFF66"/>
              </a:solidFill>
              <a:ln w="9525" cmpd="sng">
                <a:solidFill>
                  <a:srgbClr val="002060"/>
                </a:solidFill>
                <a:round/>
              </a:ln>
            </p:spPr>
            <p:txBody>
              <a:bodyPr wrap="none" anchor="ctr" anchorCtr="0">
                <a:noAutofit/>
              </a:bodyPr>
              <a:lstStyle>
                <a:lvl1pPr marL="227013" indent="-227013" algn="l" defTabSz="914400" rtl="0" eaLnBrk="0" fontAlgn="base" hangingPunct="0">
                  <a:lnSpc>
                    <a:spcPct val="90000"/>
                  </a:lnSpc>
                  <a:spcBef>
                    <a:spcPts val="10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8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6842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4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11414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0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5986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0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20558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0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 eaLnBrk="1" hangingPunct="0">
                  <a:lnSpc>
                    <a:spcPct val="120000"/>
                  </a:lnSpc>
                  <a:spcBef>
                    <a:spcPct val="0"/>
                  </a:spcBef>
                  <a:buNone/>
                </a:pPr>
                <a:endParaRPr lang="zh-CN" altLang="en-US" sz="3600" b="1">
                  <a:solidFill>
                    <a:srgbClr val="00B0F0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cxnSp>
            <p:nvCxnSpPr>
              <p:cNvPr id="109" name="Line 32">
                <a:extLst>
                  <a:ext uri="{FF2B5EF4-FFF2-40B4-BE49-F238E27FC236}">
                    <a16:creationId xmlns:a16="http://schemas.microsoft.com/office/drawing/2014/main" id="{7C9761BD-B7CF-82B0-6AC6-7D8338E9E297}"/>
                  </a:ext>
                </a:extLst>
              </p:cNvPr>
              <p:cNvCxnSpPr/>
              <p:nvPr>
                <p:custDataLst>
                  <p:tags r:id="rId44"/>
                </p:custDataLst>
              </p:nvPr>
            </p:nvCxnSpPr>
            <p:spPr>
              <a:xfrm flipV="1">
                <a:off x="31" y="-87"/>
                <a:ext cx="40" cy="107"/>
              </a:xfrm>
              <a:prstGeom prst="line">
                <a:avLst/>
              </a:prstGeom>
              <a:noFill/>
              <a:ln>
                <a:solidFill>
                  <a:srgbClr val="002060"/>
                </a:solidFill>
                <a:miter lim="800000"/>
                <a:tailEnd type="triangle"/>
              </a:ln>
            </p:spPr>
          </p:cxnSp>
        </p:grpSp>
        <p:grpSp>
          <p:nvGrpSpPr>
            <p:cNvPr id="75" name="Group 33">
              <a:extLst>
                <a:ext uri="{FF2B5EF4-FFF2-40B4-BE49-F238E27FC236}">
                  <a16:creationId xmlns:a16="http://schemas.microsoft.com/office/drawing/2014/main" id="{22CEE40E-A7E6-4CE9-A4D7-7F703B379C8A}"/>
                </a:ext>
              </a:extLst>
            </p:cNvPr>
            <p:cNvGrpSpPr/>
            <p:nvPr>
              <p:custDataLst>
                <p:tags r:id="rId10"/>
              </p:custDataLst>
            </p:nvPr>
          </p:nvGrpSpPr>
          <p:grpSpPr>
            <a:xfrm rot="17700000">
              <a:off x="1033" y="544"/>
              <a:ext cx="81" cy="149"/>
              <a:chOff x="0" y="0"/>
              <a:chExt cx="81" cy="149"/>
            </a:xfrm>
          </p:grpSpPr>
          <p:sp>
            <p:nvSpPr>
              <p:cNvPr id="106" name="Oval 34">
                <a:extLst>
                  <a:ext uri="{FF2B5EF4-FFF2-40B4-BE49-F238E27FC236}">
                    <a16:creationId xmlns:a16="http://schemas.microsoft.com/office/drawing/2014/main" id="{8646950C-C577-0F30-AE8E-596F3D575A2A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41"/>
                </p:custDataLst>
              </p:nvPr>
            </p:nvSpPr>
            <p:spPr bwMode="auto">
              <a:xfrm>
                <a:off x="1" y="-2"/>
                <a:ext cx="48" cy="48"/>
              </a:xfrm>
              <a:prstGeom prst="ellipse">
                <a:avLst/>
              </a:prstGeom>
              <a:solidFill>
                <a:srgbClr val="FFFF66"/>
              </a:solidFill>
              <a:ln w="9525" cmpd="sng">
                <a:solidFill>
                  <a:srgbClr val="002060"/>
                </a:solidFill>
                <a:round/>
              </a:ln>
            </p:spPr>
            <p:txBody>
              <a:bodyPr wrap="none" anchor="ctr" anchorCtr="0">
                <a:noAutofit/>
              </a:bodyPr>
              <a:lstStyle>
                <a:lvl1pPr marL="227013" indent="-227013" algn="l" defTabSz="914400" rtl="0" eaLnBrk="0" fontAlgn="base" hangingPunct="0">
                  <a:lnSpc>
                    <a:spcPct val="90000"/>
                  </a:lnSpc>
                  <a:spcBef>
                    <a:spcPts val="10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8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6842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4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11414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0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5986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0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20558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0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 eaLnBrk="1" hangingPunct="0">
                  <a:lnSpc>
                    <a:spcPct val="120000"/>
                  </a:lnSpc>
                  <a:spcBef>
                    <a:spcPct val="0"/>
                  </a:spcBef>
                  <a:buNone/>
                </a:pPr>
                <a:endParaRPr lang="zh-CN" altLang="en-US" sz="3600" b="1">
                  <a:solidFill>
                    <a:srgbClr val="00B0F0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107" name="Line 35">
                <a:extLst>
                  <a:ext uri="{FF2B5EF4-FFF2-40B4-BE49-F238E27FC236}">
                    <a16:creationId xmlns:a16="http://schemas.microsoft.com/office/drawing/2014/main" id="{F62B5E0B-8930-E483-764F-9318AAA7CB47}"/>
                  </a:ext>
                </a:extLst>
              </p:cNvPr>
              <p:cNvSpPr>
                <a:spLocks noChangeShapeType="1"/>
              </p:cNvSpPr>
              <p:nvPr>
                <p:custDataLst>
                  <p:tags r:id="rId42"/>
                </p:custDataLst>
              </p:nvPr>
            </p:nvSpPr>
            <p:spPr bwMode="auto">
              <a:xfrm>
                <a:off x="17" y="28"/>
                <a:ext cx="64" cy="120"/>
              </a:xfrm>
              <a:prstGeom prst="line">
                <a:avLst/>
              </a:prstGeom>
              <a:noFill/>
              <a:ln w="9525" cmpd="sng">
                <a:solidFill>
                  <a:srgbClr val="002060"/>
                </a:solidFill>
                <a:round/>
                <a:tailEnd type="triangle" w="med" len="med"/>
              </a:ln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itchFamily="34" charset="0"/>
                  <a:ea typeface="宋体" pitchFamily="2" charset="-122"/>
                  <a:cs typeface="+mn-cs"/>
                </a:endParaRPr>
              </a:p>
            </p:txBody>
          </p:sp>
        </p:grpSp>
        <p:grpSp>
          <p:nvGrpSpPr>
            <p:cNvPr id="76" name="Group 36">
              <a:extLst>
                <a:ext uri="{FF2B5EF4-FFF2-40B4-BE49-F238E27FC236}">
                  <a16:creationId xmlns:a16="http://schemas.microsoft.com/office/drawing/2014/main" id="{80D3B096-E538-44E6-117E-086A67263EE9}"/>
                </a:ext>
              </a:extLst>
            </p:cNvPr>
            <p:cNvGrpSpPr/>
            <p:nvPr>
              <p:custDataLst>
                <p:tags r:id="rId11"/>
              </p:custDataLst>
            </p:nvPr>
          </p:nvGrpSpPr>
          <p:grpSpPr>
            <a:xfrm rot="2340000">
              <a:off x="887" y="271"/>
              <a:ext cx="142" cy="106"/>
              <a:chOff x="0" y="-58"/>
              <a:chExt cx="142" cy="106"/>
            </a:xfrm>
          </p:grpSpPr>
          <p:sp>
            <p:nvSpPr>
              <p:cNvPr id="104" name="Oval 37">
                <a:extLst>
                  <a:ext uri="{FF2B5EF4-FFF2-40B4-BE49-F238E27FC236}">
                    <a16:creationId xmlns:a16="http://schemas.microsoft.com/office/drawing/2014/main" id="{396711B6-6F29-9D0E-D74B-9661DE3B7655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39"/>
                </p:custDataLst>
              </p:nvPr>
            </p:nvSpPr>
            <p:spPr bwMode="auto">
              <a:xfrm>
                <a:off x="-1" y="-1"/>
                <a:ext cx="48" cy="48"/>
              </a:xfrm>
              <a:prstGeom prst="ellipse">
                <a:avLst/>
              </a:prstGeom>
              <a:solidFill>
                <a:srgbClr val="FFFF66"/>
              </a:solidFill>
              <a:ln w="9525" cmpd="sng">
                <a:solidFill>
                  <a:srgbClr val="002060"/>
                </a:solidFill>
                <a:round/>
              </a:ln>
            </p:spPr>
            <p:txBody>
              <a:bodyPr wrap="none" anchor="ctr" anchorCtr="0">
                <a:noAutofit/>
              </a:bodyPr>
              <a:lstStyle>
                <a:lvl1pPr marL="227013" indent="-227013" algn="l" defTabSz="914400" rtl="0" eaLnBrk="0" fontAlgn="base" hangingPunct="0">
                  <a:lnSpc>
                    <a:spcPct val="90000"/>
                  </a:lnSpc>
                  <a:spcBef>
                    <a:spcPts val="10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8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6842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4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11414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0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5986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0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20558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0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 eaLnBrk="1" hangingPunct="0">
                  <a:lnSpc>
                    <a:spcPct val="120000"/>
                  </a:lnSpc>
                  <a:spcBef>
                    <a:spcPct val="0"/>
                  </a:spcBef>
                  <a:buNone/>
                </a:pPr>
                <a:endParaRPr lang="zh-CN" altLang="en-US" sz="3600" b="1">
                  <a:solidFill>
                    <a:srgbClr val="00B0F0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cxnSp>
            <p:nvCxnSpPr>
              <p:cNvPr id="105" name="Line 38">
                <a:extLst>
                  <a:ext uri="{FF2B5EF4-FFF2-40B4-BE49-F238E27FC236}">
                    <a16:creationId xmlns:a16="http://schemas.microsoft.com/office/drawing/2014/main" id="{F47273F8-C67C-463B-6E21-F50E3A366C5F}"/>
                  </a:ext>
                </a:extLst>
              </p:cNvPr>
              <p:cNvCxnSpPr/>
              <p:nvPr>
                <p:custDataLst>
                  <p:tags r:id="rId40"/>
                </p:custDataLst>
              </p:nvPr>
            </p:nvCxnSpPr>
            <p:spPr>
              <a:xfrm flipV="1">
                <a:off x="38" y="-59"/>
                <a:ext cx="102" cy="82"/>
              </a:xfrm>
              <a:prstGeom prst="line">
                <a:avLst/>
              </a:prstGeom>
              <a:noFill/>
              <a:ln>
                <a:solidFill>
                  <a:srgbClr val="002060"/>
                </a:solidFill>
                <a:miter lim="800000"/>
                <a:tailEnd type="triangle"/>
              </a:ln>
            </p:spPr>
          </p:cxnSp>
        </p:grpSp>
        <p:grpSp>
          <p:nvGrpSpPr>
            <p:cNvPr id="77" name="Group 39">
              <a:extLst>
                <a:ext uri="{FF2B5EF4-FFF2-40B4-BE49-F238E27FC236}">
                  <a16:creationId xmlns:a16="http://schemas.microsoft.com/office/drawing/2014/main" id="{FB63CAA8-7168-F6DB-AC87-B6546B624968}"/>
                </a:ext>
              </a:extLst>
            </p:cNvPr>
            <p:cNvGrpSpPr/>
            <p:nvPr>
              <p:custDataLst>
                <p:tags r:id="rId12"/>
              </p:custDataLst>
            </p:nvPr>
          </p:nvGrpSpPr>
          <p:grpSpPr>
            <a:xfrm rot="17460000">
              <a:off x="1421" y="635"/>
              <a:ext cx="85" cy="151"/>
              <a:chOff x="0" y="0"/>
              <a:chExt cx="85" cy="151"/>
            </a:xfrm>
          </p:grpSpPr>
          <p:sp>
            <p:nvSpPr>
              <p:cNvPr id="102" name="Oval 40">
                <a:extLst>
                  <a:ext uri="{FF2B5EF4-FFF2-40B4-BE49-F238E27FC236}">
                    <a16:creationId xmlns:a16="http://schemas.microsoft.com/office/drawing/2014/main" id="{0E3F7CBA-AC56-A803-D7A2-8D1437391CF1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37"/>
                </p:custDataLst>
              </p:nvPr>
            </p:nvSpPr>
            <p:spPr bwMode="auto">
              <a:xfrm>
                <a:off x="2" y="-1"/>
                <a:ext cx="48" cy="48"/>
              </a:xfrm>
              <a:prstGeom prst="ellipse">
                <a:avLst/>
              </a:prstGeom>
              <a:solidFill>
                <a:srgbClr val="FFFF66"/>
              </a:solidFill>
              <a:ln w="9525" cmpd="sng">
                <a:solidFill>
                  <a:srgbClr val="002060"/>
                </a:solidFill>
                <a:round/>
              </a:ln>
            </p:spPr>
            <p:txBody>
              <a:bodyPr wrap="none" anchor="ctr" anchorCtr="0">
                <a:noAutofit/>
              </a:bodyPr>
              <a:lstStyle>
                <a:lvl1pPr marL="227013" indent="-227013" algn="l" defTabSz="914400" rtl="0" eaLnBrk="0" fontAlgn="base" hangingPunct="0">
                  <a:lnSpc>
                    <a:spcPct val="90000"/>
                  </a:lnSpc>
                  <a:spcBef>
                    <a:spcPts val="10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8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6842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4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11414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0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5986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0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20558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0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 eaLnBrk="1" hangingPunct="0">
                  <a:lnSpc>
                    <a:spcPct val="120000"/>
                  </a:lnSpc>
                  <a:spcBef>
                    <a:spcPct val="0"/>
                  </a:spcBef>
                  <a:buNone/>
                </a:pPr>
                <a:endParaRPr lang="zh-CN" altLang="en-US" sz="3600" b="1">
                  <a:solidFill>
                    <a:srgbClr val="00B0F0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103" name="Line 41">
                <a:extLst>
                  <a:ext uri="{FF2B5EF4-FFF2-40B4-BE49-F238E27FC236}">
                    <a16:creationId xmlns:a16="http://schemas.microsoft.com/office/drawing/2014/main" id="{994E5278-5945-C837-2073-92257BC0485D}"/>
                  </a:ext>
                </a:extLst>
              </p:cNvPr>
              <p:cNvSpPr>
                <a:spLocks noChangeShapeType="1"/>
              </p:cNvSpPr>
              <p:nvPr>
                <p:custDataLst>
                  <p:tags r:id="rId38"/>
                </p:custDataLst>
              </p:nvPr>
            </p:nvSpPr>
            <p:spPr bwMode="auto">
              <a:xfrm>
                <a:off x="42" y="22"/>
                <a:ext cx="45" cy="127"/>
              </a:xfrm>
              <a:prstGeom prst="line">
                <a:avLst/>
              </a:prstGeom>
              <a:noFill/>
              <a:ln w="9525" cmpd="sng">
                <a:solidFill>
                  <a:srgbClr val="002060"/>
                </a:solidFill>
                <a:round/>
                <a:tailEnd type="triangle" w="med" len="med"/>
              </a:ln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itchFamily="34" charset="0"/>
                  <a:ea typeface="宋体" pitchFamily="2" charset="-122"/>
                  <a:cs typeface="+mn-cs"/>
                </a:endParaRPr>
              </a:p>
            </p:txBody>
          </p:sp>
        </p:grpSp>
        <p:grpSp>
          <p:nvGrpSpPr>
            <p:cNvPr id="78" name="Group 42">
              <a:extLst>
                <a:ext uri="{FF2B5EF4-FFF2-40B4-BE49-F238E27FC236}">
                  <a16:creationId xmlns:a16="http://schemas.microsoft.com/office/drawing/2014/main" id="{1BA17D40-ADBB-67C4-0F49-A03AD3939C76}"/>
                </a:ext>
              </a:extLst>
            </p:cNvPr>
            <p:cNvGrpSpPr/>
            <p:nvPr>
              <p:custDataLst>
                <p:tags r:id="rId13"/>
              </p:custDataLst>
            </p:nvPr>
          </p:nvGrpSpPr>
          <p:grpSpPr>
            <a:xfrm>
              <a:off x="96" y="144"/>
              <a:ext cx="184" cy="48"/>
              <a:chOff x="0" y="0"/>
              <a:chExt cx="184" cy="48"/>
            </a:xfrm>
          </p:grpSpPr>
          <p:sp>
            <p:nvSpPr>
              <p:cNvPr id="100" name="Oval 43">
                <a:extLst>
                  <a:ext uri="{FF2B5EF4-FFF2-40B4-BE49-F238E27FC236}">
                    <a16:creationId xmlns:a16="http://schemas.microsoft.com/office/drawing/2014/main" id="{FC1F8302-7981-E5CB-E48A-515D875FD4EB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35"/>
                </p:custDataLst>
              </p:nvPr>
            </p:nvSpPr>
            <p:spPr bwMode="auto">
              <a:xfrm>
                <a:off x="0" y="0"/>
                <a:ext cx="48" cy="48"/>
              </a:xfrm>
              <a:prstGeom prst="ellipse">
                <a:avLst/>
              </a:prstGeom>
              <a:solidFill>
                <a:srgbClr val="FFFF66"/>
              </a:solidFill>
              <a:ln w="9525" cmpd="sng">
                <a:solidFill>
                  <a:srgbClr val="002060"/>
                </a:solidFill>
                <a:round/>
              </a:ln>
            </p:spPr>
            <p:txBody>
              <a:bodyPr wrap="none" anchor="ctr" anchorCtr="0">
                <a:noAutofit/>
              </a:bodyPr>
              <a:lstStyle>
                <a:lvl1pPr marL="227013" indent="-227013" algn="l" defTabSz="914400" rtl="0" eaLnBrk="0" fontAlgn="base" hangingPunct="0">
                  <a:lnSpc>
                    <a:spcPct val="90000"/>
                  </a:lnSpc>
                  <a:spcBef>
                    <a:spcPts val="10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8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6842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4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11414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0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5986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0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20558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0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 eaLnBrk="1" hangingPunct="0">
                  <a:lnSpc>
                    <a:spcPct val="120000"/>
                  </a:lnSpc>
                  <a:spcBef>
                    <a:spcPct val="0"/>
                  </a:spcBef>
                  <a:buNone/>
                </a:pPr>
                <a:endParaRPr lang="zh-CN" altLang="en-US" sz="3600" b="1">
                  <a:solidFill>
                    <a:srgbClr val="00B0F0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101" name="Line 44">
                <a:extLst>
                  <a:ext uri="{FF2B5EF4-FFF2-40B4-BE49-F238E27FC236}">
                    <a16:creationId xmlns:a16="http://schemas.microsoft.com/office/drawing/2014/main" id="{D32FD3E5-EACB-8811-06F1-4AF250891447}"/>
                  </a:ext>
                </a:extLst>
              </p:cNvPr>
              <p:cNvSpPr>
                <a:spLocks noChangeShapeType="1"/>
              </p:cNvSpPr>
              <p:nvPr>
                <p:custDataLst>
                  <p:tags r:id="rId36"/>
                </p:custDataLst>
              </p:nvPr>
            </p:nvSpPr>
            <p:spPr bwMode="auto">
              <a:xfrm>
                <a:off x="40" y="24"/>
                <a:ext cx="144" cy="0"/>
              </a:xfrm>
              <a:prstGeom prst="line">
                <a:avLst/>
              </a:prstGeom>
              <a:noFill/>
              <a:ln w="9525" cmpd="sng">
                <a:solidFill>
                  <a:srgbClr val="002060"/>
                </a:solidFill>
                <a:round/>
                <a:tailEnd type="triangle" w="med" len="med"/>
              </a:ln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itchFamily="34" charset="0"/>
                  <a:ea typeface="宋体" pitchFamily="2" charset="-122"/>
                  <a:cs typeface="+mn-cs"/>
                </a:endParaRPr>
              </a:p>
            </p:txBody>
          </p:sp>
        </p:grpSp>
        <p:grpSp>
          <p:nvGrpSpPr>
            <p:cNvPr id="79" name="Group 45">
              <a:extLst>
                <a:ext uri="{FF2B5EF4-FFF2-40B4-BE49-F238E27FC236}">
                  <a16:creationId xmlns:a16="http://schemas.microsoft.com/office/drawing/2014/main" id="{1F0148A1-DECB-1256-6EF8-A973016B2823}"/>
                </a:ext>
              </a:extLst>
            </p:cNvPr>
            <p:cNvGrpSpPr/>
            <p:nvPr>
              <p:custDataLst>
                <p:tags r:id="rId14"/>
              </p:custDataLst>
            </p:nvPr>
          </p:nvGrpSpPr>
          <p:grpSpPr>
            <a:xfrm rot="19560000">
              <a:off x="544" y="537"/>
              <a:ext cx="140" cy="91"/>
              <a:chOff x="0" y="0"/>
              <a:chExt cx="140" cy="91"/>
            </a:xfrm>
          </p:grpSpPr>
          <p:sp>
            <p:nvSpPr>
              <p:cNvPr id="98" name="Oval 46">
                <a:extLst>
                  <a:ext uri="{FF2B5EF4-FFF2-40B4-BE49-F238E27FC236}">
                    <a16:creationId xmlns:a16="http://schemas.microsoft.com/office/drawing/2014/main" id="{B5DF04A2-55B1-D287-73FD-21CDB386B960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33"/>
                </p:custDataLst>
              </p:nvPr>
            </p:nvSpPr>
            <p:spPr bwMode="auto">
              <a:xfrm>
                <a:off x="-1" y="-2"/>
                <a:ext cx="48" cy="48"/>
              </a:xfrm>
              <a:prstGeom prst="ellipse">
                <a:avLst/>
              </a:prstGeom>
              <a:solidFill>
                <a:srgbClr val="FFFF66"/>
              </a:solidFill>
              <a:ln w="9525" cmpd="sng">
                <a:solidFill>
                  <a:srgbClr val="002060"/>
                </a:solidFill>
                <a:round/>
              </a:ln>
            </p:spPr>
            <p:txBody>
              <a:bodyPr wrap="none" anchor="ctr" anchorCtr="0">
                <a:noAutofit/>
              </a:bodyPr>
              <a:lstStyle>
                <a:lvl1pPr marL="227013" indent="-227013" algn="l" defTabSz="914400" rtl="0" eaLnBrk="0" fontAlgn="base" hangingPunct="0">
                  <a:lnSpc>
                    <a:spcPct val="90000"/>
                  </a:lnSpc>
                  <a:spcBef>
                    <a:spcPts val="10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8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6842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4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11414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0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5986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0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20558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0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 eaLnBrk="1" hangingPunct="0">
                  <a:lnSpc>
                    <a:spcPct val="120000"/>
                  </a:lnSpc>
                  <a:spcBef>
                    <a:spcPct val="0"/>
                  </a:spcBef>
                  <a:buNone/>
                </a:pPr>
                <a:endParaRPr lang="zh-CN" altLang="en-US" sz="3600" b="1">
                  <a:solidFill>
                    <a:srgbClr val="00B0F0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99" name="Line 47">
                <a:extLst>
                  <a:ext uri="{FF2B5EF4-FFF2-40B4-BE49-F238E27FC236}">
                    <a16:creationId xmlns:a16="http://schemas.microsoft.com/office/drawing/2014/main" id="{A0D0097D-A2AC-903A-9011-EE99C9C30204}"/>
                  </a:ext>
                </a:extLst>
              </p:cNvPr>
              <p:cNvSpPr>
                <a:spLocks noChangeShapeType="1"/>
              </p:cNvSpPr>
              <p:nvPr>
                <p:custDataLst>
                  <p:tags r:id="rId34"/>
                </p:custDataLst>
              </p:nvPr>
            </p:nvSpPr>
            <p:spPr bwMode="auto">
              <a:xfrm>
                <a:off x="40" y="23"/>
                <a:ext cx="100" cy="67"/>
              </a:xfrm>
              <a:prstGeom prst="line">
                <a:avLst/>
              </a:prstGeom>
              <a:noFill/>
              <a:ln w="9525" cmpd="sng">
                <a:solidFill>
                  <a:srgbClr val="002060"/>
                </a:solidFill>
                <a:round/>
                <a:tailEnd type="triangle" w="med" len="med"/>
              </a:ln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itchFamily="34" charset="0"/>
                  <a:ea typeface="宋体" pitchFamily="2" charset="-122"/>
                  <a:cs typeface="+mn-cs"/>
                </a:endParaRPr>
              </a:p>
            </p:txBody>
          </p:sp>
        </p:grpSp>
        <p:grpSp>
          <p:nvGrpSpPr>
            <p:cNvPr id="80" name="Group 48">
              <a:extLst>
                <a:ext uri="{FF2B5EF4-FFF2-40B4-BE49-F238E27FC236}">
                  <a16:creationId xmlns:a16="http://schemas.microsoft.com/office/drawing/2014/main" id="{16AD9821-EDEA-5104-F0DF-75A07A6FDB7B}"/>
                </a:ext>
              </a:extLst>
            </p:cNvPr>
            <p:cNvGrpSpPr/>
            <p:nvPr>
              <p:custDataLst>
                <p:tags r:id="rId15"/>
              </p:custDataLst>
            </p:nvPr>
          </p:nvGrpSpPr>
          <p:grpSpPr>
            <a:xfrm rot="19140000">
              <a:off x="506" y="337"/>
              <a:ext cx="156" cy="118"/>
              <a:chOff x="0" y="0"/>
              <a:chExt cx="156" cy="118"/>
            </a:xfrm>
          </p:grpSpPr>
          <p:sp>
            <p:nvSpPr>
              <p:cNvPr id="96" name="Oval 49">
                <a:extLst>
                  <a:ext uri="{FF2B5EF4-FFF2-40B4-BE49-F238E27FC236}">
                    <a16:creationId xmlns:a16="http://schemas.microsoft.com/office/drawing/2014/main" id="{7938653A-0C54-D2B3-9F58-AD77BC488A3A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31"/>
                </p:custDataLst>
              </p:nvPr>
            </p:nvSpPr>
            <p:spPr bwMode="auto">
              <a:xfrm>
                <a:off x="0" y="-2"/>
                <a:ext cx="48" cy="48"/>
              </a:xfrm>
              <a:prstGeom prst="ellipse">
                <a:avLst/>
              </a:prstGeom>
              <a:solidFill>
                <a:srgbClr val="FFFF66"/>
              </a:solidFill>
              <a:ln w="9525" cmpd="sng">
                <a:solidFill>
                  <a:srgbClr val="002060"/>
                </a:solidFill>
                <a:round/>
              </a:ln>
            </p:spPr>
            <p:txBody>
              <a:bodyPr wrap="none" anchor="ctr" anchorCtr="0">
                <a:noAutofit/>
              </a:bodyPr>
              <a:lstStyle>
                <a:lvl1pPr marL="227013" indent="-227013" algn="l" defTabSz="914400" rtl="0" eaLnBrk="0" fontAlgn="base" hangingPunct="0">
                  <a:lnSpc>
                    <a:spcPct val="90000"/>
                  </a:lnSpc>
                  <a:spcBef>
                    <a:spcPts val="10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8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6842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4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11414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0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5986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0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20558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0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 eaLnBrk="1" hangingPunct="0">
                  <a:lnSpc>
                    <a:spcPct val="120000"/>
                  </a:lnSpc>
                  <a:spcBef>
                    <a:spcPct val="0"/>
                  </a:spcBef>
                  <a:buNone/>
                </a:pPr>
                <a:endParaRPr lang="zh-CN" altLang="en-US" sz="3600" b="1">
                  <a:solidFill>
                    <a:srgbClr val="00B0F0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97" name="Line 50">
                <a:extLst>
                  <a:ext uri="{FF2B5EF4-FFF2-40B4-BE49-F238E27FC236}">
                    <a16:creationId xmlns:a16="http://schemas.microsoft.com/office/drawing/2014/main" id="{68B6892E-6701-EFBA-DB83-263548CBFF7B}"/>
                  </a:ext>
                </a:extLst>
              </p:cNvPr>
              <p:cNvSpPr>
                <a:spLocks noChangeShapeType="1"/>
              </p:cNvSpPr>
              <p:nvPr>
                <p:custDataLst>
                  <p:tags r:id="rId32"/>
                </p:custDataLst>
              </p:nvPr>
            </p:nvSpPr>
            <p:spPr bwMode="auto">
              <a:xfrm>
                <a:off x="41" y="22"/>
                <a:ext cx="114" cy="94"/>
              </a:xfrm>
              <a:prstGeom prst="line">
                <a:avLst/>
              </a:prstGeom>
              <a:noFill/>
              <a:ln w="9525" cmpd="sng">
                <a:solidFill>
                  <a:srgbClr val="002060"/>
                </a:solidFill>
                <a:round/>
                <a:tailEnd type="triangle" w="med" len="med"/>
              </a:ln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itchFamily="34" charset="0"/>
                  <a:ea typeface="宋体" pitchFamily="2" charset="-122"/>
                  <a:cs typeface="+mn-cs"/>
                </a:endParaRPr>
              </a:p>
            </p:txBody>
          </p:sp>
        </p:grpSp>
        <p:grpSp>
          <p:nvGrpSpPr>
            <p:cNvPr id="81" name="Group 51">
              <a:extLst>
                <a:ext uri="{FF2B5EF4-FFF2-40B4-BE49-F238E27FC236}">
                  <a16:creationId xmlns:a16="http://schemas.microsoft.com/office/drawing/2014/main" id="{9A5B24CF-0AE4-9579-980E-4148C588B846}"/>
                </a:ext>
              </a:extLst>
            </p:cNvPr>
            <p:cNvGrpSpPr/>
            <p:nvPr>
              <p:custDataLst>
                <p:tags r:id="rId16"/>
              </p:custDataLst>
            </p:nvPr>
          </p:nvGrpSpPr>
          <p:grpSpPr>
            <a:xfrm rot="6000000">
              <a:off x="1548" y="161"/>
              <a:ext cx="48" cy="146"/>
              <a:chOff x="0" y="-98"/>
              <a:chExt cx="48" cy="146"/>
            </a:xfrm>
          </p:grpSpPr>
          <p:sp>
            <p:nvSpPr>
              <p:cNvPr id="94" name="Oval 52">
                <a:extLst>
                  <a:ext uri="{FF2B5EF4-FFF2-40B4-BE49-F238E27FC236}">
                    <a16:creationId xmlns:a16="http://schemas.microsoft.com/office/drawing/2014/main" id="{59571C8C-19AB-012F-CF6A-DAAA7277C98B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29"/>
                </p:custDataLst>
              </p:nvPr>
            </p:nvSpPr>
            <p:spPr bwMode="auto">
              <a:xfrm>
                <a:off x="-2" y="1"/>
                <a:ext cx="48" cy="48"/>
              </a:xfrm>
              <a:prstGeom prst="ellipse">
                <a:avLst/>
              </a:prstGeom>
              <a:solidFill>
                <a:srgbClr val="FFFF66"/>
              </a:solidFill>
              <a:ln w="9525" cmpd="sng">
                <a:solidFill>
                  <a:srgbClr val="002060"/>
                </a:solidFill>
                <a:round/>
              </a:ln>
            </p:spPr>
            <p:txBody>
              <a:bodyPr wrap="none" anchor="ctr" anchorCtr="0">
                <a:noAutofit/>
              </a:bodyPr>
              <a:lstStyle>
                <a:lvl1pPr marL="227013" indent="-227013" algn="l" defTabSz="914400" rtl="0" eaLnBrk="0" fontAlgn="base" hangingPunct="0">
                  <a:lnSpc>
                    <a:spcPct val="90000"/>
                  </a:lnSpc>
                  <a:spcBef>
                    <a:spcPts val="10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8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6842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4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11414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0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5986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0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20558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0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 eaLnBrk="1" hangingPunct="0">
                  <a:lnSpc>
                    <a:spcPct val="120000"/>
                  </a:lnSpc>
                  <a:spcBef>
                    <a:spcPct val="0"/>
                  </a:spcBef>
                  <a:buNone/>
                </a:pPr>
                <a:endParaRPr lang="zh-CN" altLang="en-US" sz="3600" b="1">
                  <a:solidFill>
                    <a:srgbClr val="00B0F0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cxnSp>
            <p:nvCxnSpPr>
              <p:cNvPr id="95" name="Line 53">
                <a:extLst>
                  <a:ext uri="{FF2B5EF4-FFF2-40B4-BE49-F238E27FC236}">
                    <a16:creationId xmlns:a16="http://schemas.microsoft.com/office/drawing/2014/main" id="{BC531D38-76E8-B86B-BE09-88C73586485A}"/>
                  </a:ext>
                </a:extLst>
              </p:cNvPr>
              <p:cNvCxnSpPr/>
              <p:nvPr>
                <p:custDataLst>
                  <p:tags r:id="rId30"/>
                </p:custDataLst>
              </p:nvPr>
            </p:nvCxnSpPr>
            <p:spPr>
              <a:xfrm flipH="1" flipV="1">
                <a:off x="8" y="-98"/>
                <a:ext cx="32" cy="122"/>
              </a:xfrm>
              <a:prstGeom prst="line">
                <a:avLst/>
              </a:prstGeom>
              <a:noFill/>
              <a:ln>
                <a:solidFill>
                  <a:srgbClr val="002060"/>
                </a:solidFill>
                <a:miter lim="800000"/>
                <a:tailEnd type="triangle"/>
              </a:ln>
            </p:spPr>
          </p:cxnSp>
        </p:grpSp>
        <p:grpSp>
          <p:nvGrpSpPr>
            <p:cNvPr id="82" name="Group 54">
              <a:extLst>
                <a:ext uri="{FF2B5EF4-FFF2-40B4-BE49-F238E27FC236}">
                  <a16:creationId xmlns:a16="http://schemas.microsoft.com/office/drawing/2014/main" id="{0F807A5E-4423-855E-B55B-B8984B2E5847}"/>
                </a:ext>
              </a:extLst>
            </p:cNvPr>
            <p:cNvGrpSpPr/>
            <p:nvPr>
              <p:custDataLst>
                <p:tags r:id="rId17"/>
              </p:custDataLst>
            </p:nvPr>
          </p:nvGrpSpPr>
          <p:grpSpPr>
            <a:xfrm rot="13440000">
              <a:off x="663" y="147"/>
              <a:ext cx="98" cy="121"/>
              <a:chOff x="-50" y="0"/>
              <a:chExt cx="98" cy="121"/>
            </a:xfrm>
          </p:grpSpPr>
          <p:sp>
            <p:nvSpPr>
              <p:cNvPr id="92" name="Oval 55">
                <a:extLst>
                  <a:ext uri="{FF2B5EF4-FFF2-40B4-BE49-F238E27FC236}">
                    <a16:creationId xmlns:a16="http://schemas.microsoft.com/office/drawing/2014/main" id="{3D133711-3319-DB4B-6EE1-93E51EA3D010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27"/>
                </p:custDataLst>
              </p:nvPr>
            </p:nvSpPr>
            <p:spPr bwMode="auto">
              <a:xfrm>
                <a:off x="2" y="0"/>
                <a:ext cx="48" cy="48"/>
              </a:xfrm>
              <a:prstGeom prst="ellipse">
                <a:avLst/>
              </a:prstGeom>
              <a:solidFill>
                <a:srgbClr val="FFFF66"/>
              </a:solidFill>
              <a:ln w="9525" cmpd="sng">
                <a:solidFill>
                  <a:srgbClr val="002060"/>
                </a:solidFill>
                <a:round/>
              </a:ln>
            </p:spPr>
            <p:txBody>
              <a:bodyPr wrap="none" anchor="ctr" anchorCtr="0">
                <a:noAutofit/>
              </a:bodyPr>
              <a:lstStyle>
                <a:lvl1pPr marL="227013" indent="-227013" algn="l" defTabSz="914400" rtl="0" eaLnBrk="0" fontAlgn="base" hangingPunct="0">
                  <a:lnSpc>
                    <a:spcPct val="90000"/>
                  </a:lnSpc>
                  <a:spcBef>
                    <a:spcPts val="10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8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6842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4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11414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0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5986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0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20558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0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 eaLnBrk="1" hangingPunct="0">
                  <a:lnSpc>
                    <a:spcPct val="120000"/>
                  </a:lnSpc>
                  <a:spcBef>
                    <a:spcPct val="0"/>
                  </a:spcBef>
                  <a:buNone/>
                </a:pPr>
                <a:endParaRPr lang="zh-CN" altLang="en-US" sz="3600" b="1">
                  <a:solidFill>
                    <a:srgbClr val="00B0F0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cxnSp>
            <p:nvCxnSpPr>
              <p:cNvPr id="93" name="Line 56">
                <a:extLst>
                  <a:ext uri="{FF2B5EF4-FFF2-40B4-BE49-F238E27FC236}">
                    <a16:creationId xmlns:a16="http://schemas.microsoft.com/office/drawing/2014/main" id="{8B58E39C-7EA5-E9A8-8FA8-A76B5A9BA70B}"/>
                  </a:ext>
                </a:extLst>
              </p:cNvPr>
              <p:cNvCxnSpPr/>
              <p:nvPr>
                <p:custDataLst>
                  <p:tags r:id="rId28"/>
                </p:custDataLst>
              </p:nvPr>
            </p:nvCxnSpPr>
            <p:spPr>
              <a:xfrm flipH="1">
                <a:off x="-50" y="23"/>
                <a:ext cx="92" cy="98"/>
              </a:xfrm>
              <a:prstGeom prst="line">
                <a:avLst/>
              </a:prstGeom>
              <a:noFill/>
              <a:ln>
                <a:solidFill>
                  <a:srgbClr val="002060"/>
                </a:solidFill>
                <a:miter lim="800000"/>
                <a:tailEnd type="triangle"/>
              </a:ln>
            </p:spPr>
          </p:cxnSp>
        </p:grpSp>
        <p:grpSp>
          <p:nvGrpSpPr>
            <p:cNvPr id="83" name="Group 57">
              <a:extLst>
                <a:ext uri="{FF2B5EF4-FFF2-40B4-BE49-F238E27FC236}">
                  <a16:creationId xmlns:a16="http://schemas.microsoft.com/office/drawing/2014/main" id="{D9436AE5-5C9F-1B9C-2F75-6A4F627CDF6B}"/>
                </a:ext>
              </a:extLst>
            </p:cNvPr>
            <p:cNvGrpSpPr/>
            <p:nvPr>
              <p:custDataLst>
                <p:tags r:id="rId18"/>
              </p:custDataLst>
            </p:nvPr>
          </p:nvGrpSpPr>
          <p:grpSpPr>
            <a:xfrm rot="1680000">
              <a:off x="1258" y="345"/>
              <a:ext cx="173" cy="87"/>
              <a:chOff x="0" y="-39"/>
              <a:chExt cx="173" cy="87"/>
            </a:xfrm>
          </p:grpSpPr>
          <p:sp>
            <p:nvSpPr>
              <p:cNvPr id="90" name="Oval 58">
                <a:extLst>
                  <a:ext uri="{FF2B5EF4-FFF2-40B4-BE49-F238E27FC236}">
                    <a16:creationId xmlns:a16="http://schemas.microsoft.com/office/drawing/2014/main" id="{9D7B13CA-EDBC-8645-94F4-25B8FF38B8E1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25"/>
                </p:custDataLst>
              </p:nvPr>
            </p:nvSpPr>
            <p:spPr bwMode="auto">
              <a:xfrm>
                <a:off x="0" y="1"/>
                <a:ext cx="48" cy="48"/>
              </a:xfrm>
              <a:prstGeom prst="ellipse">
                <a:avLst/>
              </a:prstGeom>
              <a:solidFill>
                <a:srgbClr val="FFFF66"/>
              </a:solidFill>
              <a:ln w="9525" cmpd="sng">
                <a:solidFill>
                  <a:srgbClr val="002060"/>
                </a:solidFill>
                <a:round/>
              </a:ln>
            </p:spPr>
            <p:txBody>
              <a:bodyPr wrap="none" anchor="ctr" anchorCtr="0">
                <a:noAutofit/>
              </a:bodyPr>
              <a:lstStyle>
                <a:lvl1pPr marL="227013" indent="-227013" algn="l" defTabSz="914400" rtl="0" eaLnBrk="0" fontAlgn="base" hangingPunct="0">
                  <a:lnSpc>
                    <a:spcPct val="90000"/>
                  </a:lnSpc>
                  <a:spcBef>
                    <a:spcPts val="10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8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6842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4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11414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0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5986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0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20558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0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 eaLnBrk="1" hangingPunct="0">
                  <a:lnSpc>
                    <a:spcPct val="120000"/>
                  </a:lnSpc>
                  <a:spcBef>
                    <a:spcPct val="0"/>
                  </a:spcBef>
                  <a:buNone/>
                </a:pPr>
                <a:endParaRPr lang="zh-CN" altLang="en-US" sz="3600" b="1">
                  <a:solidFill>
                    <a:srgbClr val="00B0F0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cxnSp>
            <p:nvCxnSpPr>
              <p:cNvPr id="91" name="Line 59">
                <a:extLst>
                  <a:ext uri="{FF2B5EF4-FFF2-40B4-BE49-F238E27FC236}">
                    <a16:creationId xmlns:a16="http://schemas.microsoft.com/office/drawing/2014/main" id="{E4491573-2E13-2632-EBF3-03E9B3EEFCFE}"/>
                  </a:ext>
                </a:extLst>
              </p:cNvPr>
              <p:cNvCxnSpPr/>
              <p:nvPr>
                <p:custDataLst>
                  <p:tags r:id="rId26"/>
                </p:custDataLst>
              </p:nvPr>
            </p:nvCxnSpPr>
            <p:spPr>
              <a:xfrm flipV="1">
                <a:off x="39" y="-39"/>
                <a:ext cx="133" cy="63"/>
              </a:xfrm>
              <a:prstGeom prst="line">
                <a:avLst/>
              </a:prstGeom>
              <a:noFill/>
              <a:ln>
                <a:solidFill>
                  <a:srgbClr val="002060"/>
                </a:solidFill>
                <a:miter lim="800000"/>
                <a:tailEnd type="triangle"/>
              </a:ln>
            </p:spPr>
          </p:cxnSp>
        </p:grpSp>
        <p:grpSp>
          <p:nvGrpSpPr>
            <p:cNvPr id="84" name="Group 60">
              <a:extLst>
                <a:ext uri="{FF2B5EF4-FFF2-40B4-BE49-F238E27FC236}">
                  <a16:creationId xmlns:a16="http://schemas.microsoft.com/office/drawing/2014/main" id="{53260FA7-F8EE-7614-DF60-BA2CC8C96ABC}"/>
                </a:ext>
              </a:extLst>
            </p:cNvPr>
            <p:cNvGrpSpPr/>
            <p:nvPr>
              <p:custDataLst>
                <p:tags r:id="rId19"/>
              </p:custDataLst>
            </p:nvPr>
          </p:nvGrpSpPr>
          <p:grpSpPr>
            <a:xfrm rot="2580000">
              <a:off x="552" y="641"/>
              <a:ext cx="151" cy="129"/>
              <a:chOff x="-15" y="68"/>
              <a:chExt cx="151" cy="129"/>
            </a:xfrm>
          </p:grpSpPr>
          <p:sp>
            <p:nvSpPr>
              <p:cNvPr id="88" name="Oval 61">
                <a:extLst>
                  <a:ext uri="{FF2B5EF4-FFF2-40B4-BE49-F238E27FC236}">
                    <a16:creationId xmlns:a16="http://schemas.microsoft.com/office/drawing/2014/main" id="{B56C3535-906D-3DBD-5EB0-EAD67E66F1C5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23"/>
                </p:custDataLst>
              </p:nvPr>
            </p:nvSpPr>
            <p:spPr bwMode="auto">
              <a:xfrm>
                <a:off x="-17" y="148"/>
                <a:ext cx="48" cy="48"/>
              </a:xfrm>
              <a:prstGeom prst="ellipse">
                <a:avLst/>
              </a:prstGeom>
              <a:solidFill>
                <a:srgbClr val="FFFF66"/>
              </a:solidFill>
              <a:ln w="9525" cmpd="sng">
                <a:solidFill>
                  <a:srgbClr val="002060"/>
                </a:solidFill>
                <a:round/>
              </a:ln>
            </p:spPr>
            <p:txBody>
              <a:bodyPr wrap="none" anchor="ctr" anchorCtr="0">
                <a:noAutofit/>
              </a:bodyPr>
              <a:lstStyle>
                <a:lvl1pPr marL="227013" indent="-227013" algn="l" defTabSz="914400" rtl="0" eaLnBrk="0" fontAlgn="base" hangingPunct="0">
                  <a:lnSpc>
                    <a:spcPct val="90000"/>
                  </a:lnSpc>
                  <a:spcBef>
                    <a:spcPts val="10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8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6842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4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11414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0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5986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0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20558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0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 eaLnBrk="1" hangingPunct="0">
                  <a:lnSpc>
                    <a:spcPct val="120000"/>
                  </a:lnSpc>
                  <a:spcBef>
                    <a:spcPct val="0"/>
                  </a:spcBef>
                  <a:buNone/>
                </a:pPr>
                <a:endParaRPr lang="zh-CN" altLang="en-US" sz="3600" b="1">
                  <a:solidFill>
                    <a:srgbClr val="00B0F0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cxnSp>
            <p:nvCxnSpPr>
              <p:cNvPr id="89" name="Line 62">
                <a:extLst>
                  <a:ext uri="{FF2B5EF4-FFF2-40B4-BE49-F238E27FC236}">
                    <a16:creationId xmlns:a16="http://schemas.microsoft.com/office/drawing/2014/main" id="{6FA31F9B-A1C6-4E40-84F4-CB2A64A67EBD}"/>
                  </a:ext>
                </a:extLst>
              </p:cNvPr>
              <p:cNvCxnSpPr/>
              <p:nvPr>
                <p:custDataLst>
                  <p:tags r:id="rId24"/>
                </p:custDataLst>
              </p:nvPr>
            </p:nvCxnSpPr>
            <p:spPr>
              <a:xfrm flipV="1">
                <a:off x="24" y="68"/>
                <a:ext cx="111" cy="97"/>
              </a:xfrm>
              <a:prstGeom prst="line">
                <a:avLst/>
              </a:prstGeom>
              <a:noFill/>
              <a:ln>
                <a:solidFill>
                  <a:srgbClr val="002060"/>
                </a:solidFill>
                <a:miter lim="800000"/>
                <a:tailEnd type="triangle"/>
              </a:ln>
            </p:spPr>
          </p:cxnSp>
        </p:grpSp>
        <p:grpSp>
          <p:nvGrpSpPr>
            <p:cNvPr id="85" name="Group 63">
              <a:extLst>
                <a:ext uri="{FF2B5EF4-FFF2-40B4-BE49-F238E27FC236}">
                  <a16:creationId xmlns:a16="http://schemas.microsoft.com/office/drawing/2014/main" id="{3737A7DE-F723-BE36-B112-37CDFAB9D699}"/>
                </a:ext>
              </a:extLst>
            </p:cNvPr>
            <p:cNvGrpSpPr/>
            <p:nvPr>
              <p:custDataLst>
                <p:tags r:id="rId20"/>
              </p:custDataLst>
            </p:nvPr>
          </p:nvGrpSpPr>
          <p:grpSpPr>
            <a:xfrm rot="2880000">
              <a:off x="162" y="361"/>
              <a:ext cx="132" cy="131"/>
              <a:chOff x="0" y="-83"/>
              <a:chExt cx="132" cy="131"/>
            </a:xfrm>
          </p:grpSpPr>
          <p:sp>
            <p:nvSpPr>
              <p:cNvPr id="86" name="Oval 64">
                <a:extLst>
                  <a:ext uri="{FF2B5EF4-FFF2-40B4-BE49-F238E27FC236}">
                    <a16:creationId xmlns:a16="http://schemas.microsoft.com/office/drawing/2014/main" id="{32869D94-5ED2-877D-FADA-8CDC650AC05C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21"/>
                </p:custDataLst>
              </p:nvPr>
            </p:nvSpPr>
            <p:spPr bwMode="auto">
              <a:xfrm>
                <a:off x="-1" y="2"/>
                <a:ext cx="48" cy="48"/>
              </a:xfrm>
              <a:prstGeom prst="ellipse">
                <a:avLst/>
              </a:prstGeom>
              <a:solidFill>
                <a:srgbClr val="FFFF66"/>
              </a:solidFill>
              <a:ln w="9525" cmpd="sng">
                <a:solidFill>
                  <a:srgbClr val="002060"/>
                </a:solidFill>
                <a:round/>
              </a:ln>
            </p:spPr>
            <p:txBody>
              <a:bodyPr wrap="none" anchor="ctr" anchorCtr="0">
                <a:noAutofit/>
              </a:bodyPr>
              <a:lstStyle>
                <a:lvl1pPr marL="227013" indent="-227013" algn="l" defTabSz="914400" rtl="0" eaLnBrk="0" fontAlgn="base" hangingPunct="0">
                  <a:lnSpc>
                    <a:spcPct val="90000"/>
                  </a:lnSpc>
                  <a:spcBef>
                    <a:spcPts val="10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8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6842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4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11414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0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5986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0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20558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0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 eaLnBrk="1" hangingPunct="0">
                  <a:lnSpc>
                    <a:spcPct val="120000"/>
                  </a:lnSpc>
                  <a:spcBef>
                    <a:spcPct val="0"/>
                  </a:spcBef>
                  <a:buNone/>
                </a:pPr>
                <a:endParaRPr lang="zh-CN" altLang="en-US" sz="3600" b="1">
                  <a:solidFill>
                    <a:srgbClr val="00B0F0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cxnSp>
            <p:nvCxnSpPr>
              <p:cNvPr id="87" name="Line 65">
                <a:extLst>
                  <a:ext uri="{FF2B5EF4-FFF2-40B4-BE49-F238E27FC236}">
                    <a16:creationId xmlns:a16="http://schemas.microsoft.com/office/drawing/2014/main" id="{630E89BA-EE67-D45D-9AE5-05C07BA631BB}"/>
                  </a:ext>
                </a:extLst>
              </p:cNvPr>
              <p:cNvCxnSpPr/>
              <p:nvPr>
                <p:custDataLst>
                  <p:tags r:id="rId22"/>
                </p:custDataLst>
              </p:nvPr>
            </p:nvCxnSpPr>
            <p:spPr>
              <a:xfrm flipV="1">
                <a:off x="39" y="-81"/>
                <a:ext cx="92" cy="107"/>
              </a:xfrm>
              <a:prstGeom prst="line">
                <a:avLst/>
              </a:prstGeom>
              <a:noFill/>
              <a:ln>
                <a:solidFill>
                  <a:srgbClr val="002060"/>
                </a:solidFill>
                <a:miter lim="800000"/>
                <a:tailEnd type="triangle"/>
              </a:ln>
            </p:spPr>
          </p:cxnSp>
        </p:grpSp>
      </p:grpSp>
    </p:spTree>
    <p:extLst>
      <p:ext uri="{BB962C8B-B14F-4D97-AF65-F5344CB8AC3E}">
        <p14:creationId xmlns:p14="http://schemas.microsoft.com/office/powerpoint/2010/main" val="14357470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4F4100-C33A-21C7-BF01-D8E26AE2D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电流的微观解释</a:t>
            </a:r>
            <a:endParaRPr lang="en-US" dirty="0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47ECF1F4-DCBE-6EE5-6D9B-E4B08188116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anchor="ctr"/>
          <a:lstStyle/>
          <a:p>
            <a:pPr marL="0" indent="0"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Times New Roman" pitchFamily="18" charset="0"/>
                <a:ea typeface="微软雅黑" panose="020B0503020204020204" pitchFamily="34" charset="-122"/>
              </a:rPr>
              <a:t>如图设导体的</a:t>
            </a:r>
            <a:r>
              <a:rPr lang="zh-CN" altLang="en-US" sz="2800" b="1" dirty="0">
                <a:solidFill>
                  <a:srgbClr val="FF0000"/>
                </a:solidFill>
                <a:latin typeface="Times New Roman" pitchFamily="18" charset="0"/>
                <a:ea typeface="微软雅黑" panose="020B0503020204020204" pitchFamily="34" charset="-122"/>
              </a:rPr>
              <a:t>横截面积为 </a:t>
            </a:r>
            <a:r>
              <a:rPr lang="en-US" altLang="zh-CN" sz="2800" b="1" dirty="0">
                <a:solidFill>
                  <a:srgbClr val="FF0000"/>
                </a:solidFill>
                <a:latin typeface="Times New Roman" pitchFamily="18" charset="0"/>
                <a:ea typeface="微软雅黑" panose="020B0503020204020204" pitchFamily="34" charset="-122"/>
              </a:rPr>
              <a:t>S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itchFamily="18" charset="0"/>
                <a:ea typeface="微软雅黑" panose="020B0503020204020204" pitchFamily="34" charset="-122"/>
              </a:rPr>
              <a:t>，自由电子数密度（单位体积内的自由电子数）为</a:t>
            </a:r>
            <a:r>
              <a:rPr lang="en-US" altLang="zh-CN" sz="2800" b="1" i="1" dirty="0">
                <a:solidFill>
                  <a:srgbClr val="FF0000"/>
                </a:solidFill>
                <a:latin typeface="Times New Roman" pitchFamily="18" charset="0"/>
                <a:ea typeface="微软雅黑" panose="020B0503020204020204" pitchFamily="34" charset="-122"/>
              </a:rPr>
              <a:t>n</a:t>
            </a:r>
            <a:r>
              <a:rPr lang="zh-CN" altLang="en-US" sz="2800" b="1" dirty="0">
                <a:solidFill>
                  <a:srgbClr val="000000"/>
                </a:solidFill>
                <a:latin typeface="Times New Roman" pitchFamily="18" charset="0"/>
                <a:ea typeface="微软雅黑" panose="020B0503020204020204" pitchFamily="34" charset="-122"/>
              </a:rPr>
              <a:t>，自由电子定向</a:t>
            </a:r>
            <a:r>
              <a:rPr lang="zh-CN" altLang="en-US" sz="2800" b="1" dirty="0">
                <a:solidFill>
                  <a:srgbClr val="FF0000"/>
                </a:solidFill>
                <a:latin typeface="Times New Roman" pitchFamily="18" charset="0"/>
                <a:ea typeface="微软雅黑" panose="020B0503020204020204" pitchFamily="34" charset="-122"/>
              </a:rPr>
              <a:t>移动的平均速率为</a:t>
            </a:r>
            <a:r>
              <a:rPr lang="en-US" altLang="zh-CN" sz="2800" b="1" i="1" dirty="0">
                <a:solidFill>
                  <a:srgbClr val="FF0000"/>
                </a:solidFill>
                <a:latin typeface="Times New Roman" pitchFamily="18" charset="0"/>
                <a:ea typeface="微软雅黑" panose="020B0503020204020204" pitchFamily="34" charset="-122"/>
              </a:rPr>
              <a:t>v</a:t>
            </a:r>
            <a:r>
              <a:rPr lang="zh-CN" altLang="en-US" sz="2800" b="1" i="1" dirty="0">
                <a:solidFill>
                  <a:srgbClr val="FF0000"/>
                </a:solidFill>
                <a:latin typeface="Times New Roman" pitchFamily="18" charset="0"/>
                <a:ea typeface="微软雅黑" panose="020B0503020204020204" pitchFamily="34" charset="-122"/>
              </a:rPr>
              <a:t>，</a:t>
            </a:r>
            <a:r>
              <a:rPr lang="zh-CN" altLang="en-US" sz="2800" b="1" dirty="0">
                <a:solidFill>
                  <a:srgbClr val="000000"/>
                </a:solidFill>
                <a:latin typeface="Times New Roman" pitchFamily="18" charset="0"/>
                <a:ea typeface="微软雅黑" panose="020B0503020204020204" pitchFamily="34" charset="-122"/>
              </a:rPr>
              <a:t>电子电荷量为 </a:t>
            </a:r>
            <a:r>
              <a:rPr lang="en-US" altLang="zh-CN" sz="2800" b="1" i="1" dirty="0">
                <a:solidFill>
                  <a:srgbClr val="FF0000"/>
                </a:solidFill>
                <a:latin typeface="Times New Roman" pitchFamily="18" charset="0"/>
                <a:ea typeface="微软雅黑" panose="020B0503020204020204" pitchFamily="34" charset="-122"/>
              </a:rPr>
              <a:t>e</a:t>
            </a:r>
            <a:r>
              <a:rPr lang="zh-CN" altLang="en-US" sz="2800" b="1" dirty="0">
                <a:solidFill>
                  <a:srgbClr val="000000"/>
                </a:solidFill>
                <a:latin typeface="Times New Roman" pitchFamily="18" charset="0"/>
                <a:ea typeface="微软雅黑" panose="020B0503020204020204" pitchFamily="34" charset="-122"/>
              </a:rPr>
              <a:t>。</a:t>
            </a:r>
            <a:endParaRPr lang="en-US" altLang="zh-CN" sz="2800" b="1" dirty="0">
              <a:solidFill>
                <a:srgbClr val="000000"/>
              </a:solidFill>
              <a:latin typeface="Times New Roman" pitchFamily="18" charset="0"/>
              <a:ea typeface="微软雅黑" panose="020B0503020204020204" pitchFamily="34" charset="-122"/>
            </a:endParaRPr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5EE6E85F-92CB-C9D3-5F89-271FACB9A21D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1596231" y="3230562"/>
            <a:ext cx="3665538" cy="1541463"/>
            <a:chOff x="0" y="0"/>
            <a:chExt cx="2016" cy="824"/>
          </a:xfrm>
        </p:grpSpPr>
        <p:grpSp>
          <p:nvGrpSpPr>
            <p:cNvPr id="67" name="Group 4">
              <a:extLst>
                <a:ext uri="{FF2B5EF4-FFF2-40B4-BE49-F238E27FC236}">
                  <a16:creationId xmlns:a16="http://schemas.microsoft.com/office/drawing/2014/main" id="{98D6E030-8737-5F87-FC96-2044FD80F4ED}"/>
                </a:ext>
              </a:extLst>
            </p:cNvPr>
            <p:cNvGrpSpPr/>
            <p:nvPr>
              <p:custDataLst>
                <p:tags r:id="rId2"/>
              </p:custDataLst>
            </p:nvPr>
          </p:nvGrpSpPr>
          <p:grpSpPr>
            <a:xfrm>
              <a:off x="0" y="0"/>
              <a:ext cx="2016" cy="824"/>
              <a:chOff x="0" y="0"/>
              <a:chExt cx="2016" cy="824"/>
            </a:xfrm>
          </p:grpSpPr>
          <p:sp>
            <p:nvSpPr>
              <p:cNvPr id="122" name="Oval 5">
                <a:extLst>
                  <a:ext uri="{FF2B5EF4-FFF2-40B4-BE49-F238E27FC236}">
                    <a16:creationId xmlns:a16="http://schemas.microsoft.com/office/drawing/2014/main" id="{53E9D61F-D3F0-978D-575D-6C2A5EA411BB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57"/>
                </p:custDataLst>
              </p:nvPr>
            </p:nvSpPr>
            <p:spPr bwMode="auto">
              <a:xfrm>
                <a:off x="0" y="4"/>
                <a:ext cx="384" cy="816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25400" cmpd="sng">
                <a:solidFill>
                  <a:srgbClr val="002060"/>
                </a:solidFill>
                <a:round/>
              </a:ln>
            </p:spPr>
            <p:txBody>
              <a:bodyPr wrap="none" anchor="ctr" anchorCtr="0">
                <a:noAutofit/>
              </a:bodyPr>
              <a:lstStyle>
                <a:lvl1pPr marL="227013" indent="-227013" algn="l" defTabSz="914400" rtl="0" eaLnBrk="0" fontAlgn="base" hangingPunct="0">
                  <a:lnSpc>
                    <a:spcPct val="90000"/>
                  </a:lnSpc>
                  <a:spcBef>
                    <a:spcPts val="10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8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6842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4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11414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0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5986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0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20558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0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 eaLnBrk="1" hangingPunct="0">
                  <a:lnSpc>
                    <a:spcPct val="120000"/>
                  </a:lnSpc>
                  <a:spcBef>
                    <a:spcPct val="0"/>
                  </a:spcBef>
                  <a:buNone/>
                </a:pPr>
                <a:endParaRPr lang="zh-CN" altLang="en-US" sz="3600" b="1">
                  <a:solidFill>
                    <a:srgbClr val="00B0F0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123" name="Oval 6">
                <a:extLst>
                  <a:ext uri="{FF2B5EF4-FFF2-40B4-BE49-F238E27FC236}">
                    <a16:creationId xmlns:a16="http://schemas.microsoft.com/office/drawing/2014/main" id="{82B518CF-4E18-1DA8-7684-AFFA18AB2FE8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58"/>
                </p:custDataLst>
              </p:nvPr>
            </p:nvSpPr>
            <p:spPr bwMode="auto">
              <a:xfrm>
                <a:off x="816" y="4"/>
                <a:ext cx="382" cy="816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25400" cmpd="sng">
                <a:solidFill>
                  <a:srgbClr val="002060"/>
                </a:solidFill>
                <a:prstDash val="dash"/>
                <a:round/>
              </a:ln>
            </p:spPr>
            <p:txBody>
              <a:bodyPr wrap="none" anchor="ctr" anchorCtr="0">
                <a:noAutofit/>
              </a:bodyPr>
              <a:lstStyle>
                <a:lvl1pPr marL="227013" indent="-227013" algn="l" defTabSz="914400" rtl="0" eaLnBrk="0" fontAlgn="base" hangingPunct="0">
                  <a:lnSpc>
                    <a:spcPct val="90000"/>
                  </a:lnSpc>
                  <a:spcBef>
                    <a:spcPts val="10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8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6842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4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11414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0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5986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0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20558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0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 eaLnBrk="1" hangingPunct="0">
                  <a:lnSpc>
                    <a:spcPct val="120000"/>
                  </a:lnSpc>
                  <a:spcBef>
                    <a:spcPct val="0"/>
                  </a:spcBef>
                  <a:buNone/>
                </a:pPr>
                <a:endParaRPr lang="zh-CN" altLang="en-US" sz="3600" b="1">
                  <a:solidFill>
                    <a:srgbClr val="00B0F0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124" name="Oval 7">
                <a:extLst>
                  <a:ext uri="{FF2B5EF4-FFF2-40B4-BE49-F238E27FC236}">
                    <a16:creationId xmlns:a16="http://schemas.microsoft.com/office/drawing/2014/main" id="{4A99D28B-ABCE-5FF1-E2FC-1256E361C1FC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59"/>
                </p:custDataLst>
              </p:nvPr>
            </p:nvSpPr>
            <p:spPr bwMode="auto">
              <a:xfrm>
                <a:off x="1632" y="4"/>
                <a:ext cx="384" cy="816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25400" cmpd="sng">
                <a:solidFill>
                  <a:srgbClr val="002060"/>
                </a:solidFill>
                <a:prstDash val="dash"/>
                <a:round/>
              </a:ln>
            </p:spPr>
            <p:txBody>
              <a:bodyPr wrap="none" anchor="ctr" anchorCtr="0">
                <a:noAutofit/>
              </a:bodyPr>
              <a:lstStyle>
                <a:lvl1pPr marL="227013" indent="-227013" algn="l" defTabSz="914400" rtl="0" eaLnBrk="0" fontAlgn="base" hangingPunct="0">
                  <a:lnSpc>
                    <a:spcPct val="90000"/>
                  </a:lnSpc>
                  <a:spcBef>
                    <a:spcPts val="10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8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6842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4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11414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0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5986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0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20558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0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 eaLnBrk="1" hangingPunct="0">
                  <a:lnSpc>
                    <a:spcPct val="120000"/>
                  </a:lnSpc>
                  <a:spcBef>
                    <a:spcPct val="0"/>
                  </a:spcBef>
                  <a:buNone/>
                </a:pPr>
                <a:endParaRPr lang="zh-CN" altLang="en-US" sz="3600" b="1">
                  <a:solidFill>
                    <a:srgbClr val="00B0F0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125" name="Line 8">
                <a:extLst>
                  <a:ext uri="{FF2B5EF4-FFF2-40B4-BE49-F238E27FC236}">
                    <a16:creationId xmlns:a16="http://schemas.microsoft.com/office/drawing/2014/main" id="{659D3DCD-6D45-78E7-CC4A-3ECED920F26F}"/>
                  </a:ext>
                </a:extLst>
              </p:cNvPr>
              <p:cNvSpPr>
                <a:spLocks noChangeShapeType="1"/>
              </p:cNvSpPr>
              <p:nvPr>
                <p:custDataLst>
                  <p:tags r:id="rId60"/>
                </p:custDataLst>
              </p:nvPr>
            </p:nvSpPr>
            <p:spPr bwMode="auto">
              <a:xfrm>
                <a:off x="192" y="4"/>
                <a:ext cx="1632" cy="0"/>
              </a:xfrm>
              <a:prstGeom prst="line">
                <a:avLst/>
              </a:prstGeom>
              <a:noFill/>
              <a:ln w="25400" cmpd="sng">
                <a:solidFill>
                  <a:srgbClr val="002060"/>
                </a:solidFill>
                <a:round/>
              </a:ln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itchFamily="34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126" name="Line 9">
                <a:extLst>
                  <a:ext uri="{FF2B5EF4-FFF2-40B4-BE49-F238E27FC236}">
                    <a16:creationId xmlns:a16="http://schemas.microsoft.com/office/drawing/2014/main" id="{B2B1C626-16C1-A585-C11B-C4804A46BF40}"/>
                  </a:ext>
                </a:extLst>
              </p:cNvPr>
              <p:cNvSpPr>
                <a:spLocks noChangeShapeType="1"/>
              </p:cNvSpPr>
              <p:nvPr>
                <p:custDataLst>
                  <p:tags r:id="rId61"/>
                </p:custDataLst>
              </p:nvPr>
            </p:nvSpPr>
            <p:spPr bwMode="auto">
              <a:xfrm>
                <a:off x="192" y="820"/>
                <a:ext cx="1632" cy="0"/>
              </a:xfrm>
              <a:prstGeom prst="line">
                <a:avLst/>
              </a:prstGeom>
              <a:noFill/>
              <a:ln w="25400" cmpd="sng">
                <a:solidFill>
                  <a:srgbClr val="002060"/>
                </a:solidFill>
                <a:round/>
              </a:ln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itchFamily="34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127" name="Arc 10">
                <a:extLst>
                  <a:ext uri="{FF2B5EF4-FFF2-40B4-BE49-F238E27FC236}">
                    <a16:creationId xmlns:a16="http://schemas.microsoft.com/office/drawing/2014/main" id="{A3FD1BE8-1946-F41F-9CCF-9517DE164F03}"/>
                  </a:ext>
                </a:extLst>
              </p:cNvPr>
              <p:cNvSpPr/>
              <p:nvPr>
                <p:custDataLst>
                  <p:tags r:id="rId62"/>
                </p:custDataLst>
              </p:nvPr>
            </p:nvSpPr>
            <p:spPr bwMode="auto">
              <a:xfrm>
                <a:off x="980" y="0"/>
                <a:ext cx="220" cy="824"/>
              </a:xfrm>
              <a:custGeom>
                <a:avLst/>
                <a:gdLst>
                  <a:gd name="T0" fmla="*/ 0 w 24612"/>
                  <a:gd name="T1" fmla="*/ 0 h 43200"/>
                  <a:gd name="T2" fmla="*/ 0 w 24612"/>
                  <a:gd name="T3" fmla="*/ 0 h 43200"/>
                  <a:gd name="T4" fmla="*/ 0 w 24612"/>
                  <a:gd name="T5" fmla="*/ 0 h 43200"/>
                  <a:gd name="T6" fmla="*/ 0 60000 65536"/>
                  <a:gd name="T7" fmla="*/ 0 60000 65536"/>
                  <a:gd name="T8" fmla="*/ 0 60000 65536"/>
                  <a:gd name="T9" fmla="*/ 0 w 24612"/>
                  <a:gd name="T10" fmla="*/ 0 h 43200"/>
                  <a:gd name="T11" fmla="*/ 24612 w 24612"/>
                  <a:gd name="T12" fmla="*/ 43200 h 432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4612" h="43200" fill="none" extrusionOk="0">
                    <a:moveTo>
                      <a:pt x="3011" y="0"/>
                    </a:moveTo>
                    <a:cubicBezTo>
                      <a:pt x="14941" y="0"/>
                      <a:pt x="24612" y="9670"/>
                      <a:pt x="24612" y="21600"/>
                    </a:cubicBezTo>
                    <a:cubicBezTo>
                      <a:pt x="24612" y="33529"/>
                      <a:pt x="14941" y="43200"/>
                      <a:pt x="3012" y="43200"/>
                    </a:cubicBezTo>
                    <a:cubicBezTo>
                      <a:pt x="2004" y="43200"/>
                      <a:pt x="997" y="43129"/>
                      <a:pt x="0" y="42988"/>
                    </a:cubicBezTo>
                  </a:path>
                  <a:path w="24612" h="43200" stroke="0" extrusionOk="0">
                    <a:moveTo>
                      <a:pt x="3011" y="0"/>
                    </a:moveTo>
                    <a:cubicBezTo>
                      <a:pt x="14941" y="0"/>
                      <a:pt x="24612" y="9670"/>
                      <a:pt x="24612" y="21600"/>
                    </a:cubicBezTo>
                    <a:cubicBezTo>
                      <a:pt x="24612" y="33529"/>
                      <a:pt x="14941" y="43200"/>
                      <a:pt x="3012" y="43200"/>
                    </a:cubicBezTo>
                    <a:cubicBezTo>
                      <a:pt x="2004" y="43200"/>
                      <a:pt x="997" y="43129"/>
                      <a:pt x="0" y="42988"/>
                    </a:cubicBezTo>
                    <a:lnTo>
                      <a:pt x="3012" y="21600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 w="25400" cmpd="sng">
                <a:solidFill>
                  <a:srgbClr val="002060"/>
                </a:solidFill>
                <a:miter lim="800000"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None/>
                  <a:defRPr/>
                </a:pPr>
                <a:endParaRPr kumimoji="0" lang="zh-CN" altLang="en-US" sz="3600" b="1" i="0" u="none" strike="noStrike" kern="0" cap="none" spc="0" normalizeH="0" baseline="0" noProof="0">
                  <a:ln>
                    <a:noFill/>
                  </a:ln>
                  <a:solidFill>
                    <a:srgbClr val="00B0F0"/>
                  </a:solidFill>
                  <a:effectLst/>
                  <a:uLnTx/>
                  <a:uFillTx/>
                  <a:latin typeface="黑体" panose="02010609060101010101" charset="-122"/>
                  <a:ea typeface="黑体" panose="02010609060101010101" charset="-122"/>
                  <a:cs typeface="+mn-cs"/>
                </a:endParaRPr>
              </a:p>
            </p:txBody>
          </p:sp>
          <p:sp>
            <p:nvSpPr>
              <p:cNvPr id="128" name="Arc 11">
                <a:extLst>
                  <a:ext uri="{FF2B5EF4-FFF2-40B4-BE49-F238E27FC236}">
                    <a16:creationId xmlns:a16="http://schemas.microsoft.com/office/drawing/2014/main" id="{245AA853-5884-39D7-7B10-FCB8882CCA9A}"/>
                  </a:ext>
                </a:extLst>
              </p:cNvPr>
              <p:cNvSpPr/>
              <p:nvPr>
                <p:custDataLst>
                  <p:tags r:id="rId63"/>
                </p:custDataLst>
              </p:nvPr>
            </p:nvSpPr>
            <p:spPr bwMode="auto">
              <a:xfrm>
                <a:off x="1796" y="0"/>
                <a:ext cx="220" cy="824"/>
              </a:xfrm>
              <a:custGeom>
                <a:avLst/>
                <a:gdLst>
                  <a:gd name="T0" fmla="*/ 0 w 24612"/>
                  <a:gd name="T1" fmla="*/ 0 h 43200"/>
                  <a:gd name="T2" fmla="*/ 0 w 24612"/>
                  <a:gd name="T3" fmla="*/ 0 h 43200"/>
                  <a:gd name="T4" fmla="*/ 0 w 24612"/>
                  <a:gd name="T5" fmla="*/ 0 h 43200"/>
                  <a:gd name="T6" fmla="*/ 0 60000 65536"/>
                  <a:gd name="T7" fmla="*/ 0 60000 65536"/>
                  <a:gd name="T8" fmla="*/ 0 60000 65536"/>
                  <a:gd name="T9" fmla="*/ 0 w 24612"/>
                  <a:gd name="T10" fmla="*/ 0 h 43200"/>
                  <a:gd name="T11" fmla="*/ 24612 w 24612"/>
                  <a:gd name="T12" fmla="*/ 43200 h 432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4612" h="43200" fill="none" extrusionOk="0">
                    <a:moveTo>
                      <a:pt x="3011" y="0"/>
                    </a:moveTo>
                    <a:cubicBezTo>
                      <a:pt x="14941" y="0"/>
                      <a:pt x="24612" y="9670"/>
                      <a:pt x="24612" y="21600"/>
                    </a:cubicBezTo>
                    <a:cubicBezTo>
                      <a:pt x="24612" y="33529"/>
                      <a:pt x="14941" y="43200"/>
                      <a:pt x="3012" y="43200"/>
                    </a:cubicBezTo>
                    <a:cubicBezTo>
                      <a:pt x="2004" y="43200"/>
                      <a:pt x="997" y="43129"/>
                      <a:pt x="0" y="42988"/>
                    </a:cubicBezTo>
                  </a:path>
                  <a:path w="24612" h="43200" stroke="0" extrusionOk="0">
                    <a:moveTo>
                      <a:pt x="3011" y="0"/>
                    </a:moveTo>
                    <a:cubicBezTo>
                      <a:pt x="14941" y="0"/>
                      <a:pt x="24612" y="9670"/>
                      <a:pt x="24612" y="21600"/>
                    </a:cubicBezTo>
                    <a:cubicBezTo>
                      <a:pt x="24612" y="33529"/>
                      <a:pt x="14941" y="43200"/>
                      <a:pt x="3012" y="43200"/>
                    </a:cubicBezTo>
                    <a:cubicBezTo>
                      <a:pt x="2004" y="43200"/>
                      <a:pt x="997" y="43129"/>
                      <a:pt x="0" y="42988"/>
                    </a:cubicBezTo>
                    <a:lnTo>
                      <a:pt x="3012" y="21600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 w="25400" cmpd="sng">
                <a:solidFill>
                  <a:srgbClr val="002060"/>
                </a:solidFill>
                <a:miter lim="800000"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None/>
                  <a:defRPr/>
                </a:pPr>
                <a:endParaRPr kumimoji="0" lang="zh-CN" altLang="en-US" sz="3600" b="1" i="0" u="none" strike="noStrike" kern="0" cap="none" spc="0" normalizeH="0" baseline="0" noProof="0">
                  <a:ln>
                    <a:noFill/>
                  </a:ln>
                  <a:solidFill>
                    <a:srgbClr val="00B0F0"/>
                  </a:solidFill>
                  <a:effectLst/>
                  <a:uLnTx/>
                  <a:uFillTx/>
                  <a:latin typeface="黑体" panose="02010609060101010101" charset="-122"/>
                  <a:ea typeface="黑体" panose="02010609060101010101" charset="-122"/>
                  <a:cs typeface="+mn-cs"/>
                </a:endParaRPr>
              </a:p>
            </p:txBody>
          </p:sp>
        </p:grpSp>
        <p:grpSp>
          <p:nvGrpSpPr>
            <p:cNvPr id="68" name="Group 12">
              <a:extLst>
                <a:ext uri="{FF2B5EF4-FFF2-40B4-BE49-F238E27FC236}">
                  <a16:creationId xmlns:a16="http://schemas.microsoft.com/office/drawing/2014/main" id="{B217C706-76AA-9A9B-6665-39412F687224}"/>
                </a:ext>
              </a:extLst>
            </p:cNvPr>
            <p:cNvGrpSpPr/>
            <p:nvPr>
              <p:custDataLst>
                <p:tags r:id="rId3"/>
              </p:custDataLst>
            </p:nvPr>
          </p:nvGrpSpPr>
          <p:grpSpPr>
            <a:xfrm rot="19440000">
              <a:off x="161" y="294"/>
              <a:ext cx="150" cy="94"/>
              <a:chOff x="0" y="0"/>
              <a:chExt cx="150" cy="94"/>
            </a:xfrm>
          </p:grpSpPr>
          <p:sp>
            <p:nvSpPr>
              <p:cNvPr id="120" name="Oval 13">
                <a:extLst>
                  <a:ext uri="{FF2B5EF4-FFF2-40B4-BE49-F238E27FC236}">
                    <a16:creationId xmlns:a16="http://schemas.microsoft.com/office/drawing/2014/main" id="{EDE14607-C93F-2A16-0795-20A8258793E4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55"/>
                </p:custDataLst>
              </p:nvPr>
            </p:nvSpPr>
            <p:spPr bwMode="auto">
              <a:xfrm>
                <a:off x="0" y="-2"/>
                <a:ext cx="48" cy="48"/>
              </a:xfrm>
              <a:prstGeom prst="ellipse">
                <a:avLst/>
              </a:prstGeom>
              <a:solidFill>
                <a:srgbClr val="FFFF66"/>
              </a:solidFill>
              <a:ln w="9525" cmpd="sng">
                <a:solidFill>
                  <a:srgbClr val="002060"/>
                </a:solidFill>
                <a:round/>
              </a:ln>
            </p:spPr>
            <p:txBody>
              <a:bodyPr wrap="none" anchor="ctr" anchorCtr="0">
                <a:noAutofit/>
              </a:bodyPr>
              <a:lstStyle>
                <a:lvl1pPr marL="227013" indent="-227013" algn="l" defTabSz="914400" rtl="0" eaLnBrk="0" fontAlgn="base" hangingPunct="0">
                  <a:lnSpc>
                    <a:spcPct val="90000"/>
                  </a:lnSpc>
                  <a:spcBef>
                    <a:spcPts val="10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8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6842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4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11414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0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5986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0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20558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0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 eaLnBrk="1" hangingPunct="0">
                  <a:lnSpc>
                    <a:spcPct val="120000"/>
                  </a:lnSpc>
                  <a:spcBef>
                    <a:spcPct val="0"/>
                  </a:spcBef>
                  <a:buNone/>
                </a:pPr>
                <a:endParaRPr lang="zh-CN" altLang="en-US" sz="3600" b="1">
                  <a:solidFill>
                    <a:srgbClr val="00B0F0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121" name="Line 14">
                <a:extLst>
                  <a:ext uri="{FF2B5EF4-FFF2-40B4-BE49-F238E27FC236}">
                    <a16:creationId xmlns:a16="http://schemas.microsoft.com/office/drawing/2014/main" id="{224FDD89-BFAD-63DF-292E-2B8AE46D2E7E}"/>
                  </a:ext>
                </a:extLst>
              </p:cNvPr>
              <p:cNvSpPr>
                <a:spLocks noChangeShapeType="1"/>
              </p:cNvSpPr>
              <p:nvPr>
                <p:custDataLst>
                  <p:tags r:id="rId56"/>
                </p:custDataLst>
              </p:nvPr>
            </p:nvSpPr>
            <p:spPr bwMode="auto">
              <a:xfrm>
                <a:off x="39" y="22"/>
                <a:ext cx="110" cy="70"/>
              </a:xfrm>
              <a:prstGeom prst="line">
                <a:avLst/>
              </a:prstGeom>
              <a:noFill/>
              <a:ln w="9525" cmpd="sng">
                <a:solidFill>
                  <a:srgbClr val="002060"/>
                </a:solidFill>
                <a:round/>
                <a:tailEnd type="triangle" w="med" len="med"/>
              </a:ln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itchFamily="34" charset="0"/>
                  <a:ea typeface="宋体" pitchFamily="2" charset="-122"/>
                  <a:cs typeface="+mn-cs"/>
                </a:endParaRPr>
              </a:p>
            </p:txBody>
          </p:sp>
        </p:grpSp>
        <p:grpSp>
          <p:nvGrpSpPr>
            <p:cNvPr id="69" name="Group 15">
              <a:extLst>
                <a:ext uri="{FF2B5EF4-FFF2-40B4-BE49-F238E27FC236}">
                  <a16:creationId xmlns:a16="http://schemas.microsoft.com/office/drawing/2014/main" id="{2B8FD5D6-1A7C-B400-A1D1-07C106F3D762}"/>
                </a:ext>
              </a:extLst>
            </p:cNvPr>
            <p:cNvGrpSpPr/>
            <p:nvPr>
              <p:custDataLst>
                <p:tags r:id="rId4"/>
              </p:custDataLst>
            </p:nvPr>
          </p:nvGrpSpPr>
          <p:grpSpPr>
            <a:xfrm rot="7800000">
              <a:off x="205" y="565"/>
              <a:ext cx="100" cy="123"/>
              <a:chOff x="-52" y="-75"/>
              <a:chExt cx="100" cy="123"/>
            </a:xfrm>
          </p:grpSpPr>
          <p:sp>
            <p:nvSpPr>
              <p:cNvPr id="118" name="Oval 16">
                <a:extLst>
                  <a:ext uri="{FF2B5EF4-FFF2-40B4-BE49-F238E27FC236}">
                    <a16:creationId xmlns:a16="http://schemas.microsoft.com/office/drawing/2014/main" id="{DBD63256-E376-D372-57B6-C650F67AC66B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53"/>
                </p:custDataLst>
              </p:nvPr>
            </p:nvSpPr>
            <p:spPr bwMode="auto">
              <a:xfrm>
                <a:off x="1" y="2"/>
                <a:ext cx="48" cy="48"/>
              </a:xfrm>
              <a:prstGeom prst="ellipse">
                <a:avLst/>
              </a:prstGeom>
              <a:solidFill>
                <a:srgbClr val="FFFF66"/>
              </a:solidFill>
              <a:ln w="9525" cmpd="sng">
                <a:solidFill>
                  <a:srgbClr val="002060"/>
                </a:solidFill>
                <a:round/>
              </a:ln>
            </p:spPr>
            <p:txBody>
              <a:bodyPr wrap="none" anchor="ctr" anchorCtr="0">
                <a:noAutofit/>
              </a:bodyPr>
              <a:lstStyle>
                <a:lvl1pPr marL="227013" indent="-227013" algn="l" defTabSz="914400" rtl="0" eaLnBrk="0" fontAlgn="base" hangingPunct="0">
                  <a:lnSpc>
                    <a:spcPct val="90000"/>
                  </a:lnSpc>
                  <a:spcBef>
                    <a:spcPts val="10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8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6842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4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11414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0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5986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0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20558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0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 eaLnBrk="1" hangingPunct="0">
                  <a:lnSpc>
                    <a:spcPct val="120000"/>
                  </a:lnSpc>
                  <a:spcBef>
                    <a:spcPct val="0"/>
                  </a:spcBef>
                  <a:buNone/>
                </a:pPr>
                <a:endParaRPr lang="zh-CN" altLang="en-US" sz="3600" b="1">
                  <a:solidFill>
                    <a:srgbClr val="00B0F0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cxnSp>
            <p:nvCxnSpPr>
              <p:cNvPr id="119" name="Line 17">
                <a:extLst>
                  <a:ext uri="{FF2B5EF4-FFF2-40B4-BE49-F238E27FC236}">
                    <a16:creationId xmlns:a16="http://schemas.microsoft.com/office/drawing/2014/main" id="{4B1C4470-4551-4A81-F26C-329CB2D9249B}"/>
                  </a:ext>
                </a:extLst>
              </p:cNvPr>
              <p:cNvCxnSpPr/>
              <p:nvPr>
                <p:custDataLst>
                  <p:tags r:id="rId54"/>
                </p:custDataLst>
              </p:nvPr>
            </p:nvCxnSpPr>
            <p:spPr>
              <a:xfrm flipH="1" flipV="1">
                <a:off x="-51" y="-74"/>
                <a:ext cx="92" cy="100"/>
              </a:xfrm>
              <a:prstGeom prst="line">
                <a:avLst/>
              </a:prstGeom>
              <a:noFill/>
              <a:ln>
                <a:solidFill>
                  <a:srgbClr val="002060"/>
                </a:solidFill>
                <a:miter lim="800000"/>
                <a:tailEnd type="triangle"/>
              </a:ln>
            </p:spPr>
          </p:cxnSp>
        </p:grpSp>
        <p:grpSp>
          <p:nvGrpSpPr>
            <p:cNvPr id="70" name="Group 18">
              <a:extLst>
                <a:ext uri="{FF2B5EF4-FFF2-40B4-BE49-F238E27FC236}">
                  <a16:creationId xmlns:a16="http://schemas.microsoft.com/office/drawing/2014/main" id="{613A5669-7F56-9474-24DC-E88434B28656}"/>
                </a:ext>
              </a:extLst>
            </p:cNvPr>
            <p:cNvGrpSpPr/>
            <p:nvPr>
              <p:custDataLst>
                <p:tags r:id="rId5"/>
              </p:custDataLst>
            </p:nvPr>
          </p:nvGrpSpPr>
          <p:grpSpPr>
            <a:xfrm rot="2700000">
              <a:off x="1285" y="2"/>
              <a:ext cx="135" cy="136"/>
              <a:chOff x="0" y="-88"/>
              <a:chExt cx="135" cy="136"/>
            </a:xfrm>
          </p:grpSpPr>
          <p:sp>
            <p:nvSpPr>
              <p:cNvPr id="116" name="Oval 19">
                <a:extLst>
                  <a:ext uri="{FF2B5EF4-FFF2-40B4-BE49-F238E27FC236}">
                    <a16:creationId xmlns:a16="http://schemas.microsoft.com/office/drawing/2014/main" id="{60822F61-4744-BB2B-3950-ABA934E17E36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51"/>
                </p:custDataLst>
              </p:nvPr>
            </p:nvSpPr>
            <p:spPr bwMode="auto">
              <a:xfrm>
                <a:off x="-2" y="0"/>
                <a:ext cx="48" cy="48"/>
              </a:xfrm>
              <a:prstGeom prst="ellipse">
                <a:avLst/>
              </a:prstGeom>
              <a:solidFill>
                <a:srgbClr val="FFFF66"/>
              </a:solidFill>
              <a:ln w="9525" cmpd="sng">
                <a:solidFill>
                  <a:srgbClr val="002060"/>
                </a:solidFill>
                <a:round/>
              </a:ln>
            </p:spPr>
            <p:txBody>
              <a:bodyPr wrap="none" anchor="ctr" anchorCtr="0">
                <a:noAutofit/>
              </a:bodyPr>
              <a:lstStyle>
                <a:lvl1pPr marL="227013" indent="-227013" algn="l" defTabSz="914400" rtl="0" eaLnBrk="0" fontAlgn="base" hangingPunct="0">
                  <a:lnSpc>
                    <a:spcPct val="90000"/>
                  </a:lnSpc>
                  <a:spcBef>
                    <a:spcPts val="10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8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6842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4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11414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0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5986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0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20558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0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 eaLnBrk="1" hangingPunct="0">
                  <a:lnSpc>
                    <a:spcPct val="120000"/>
                  </a:lnSpc>
                  <a:spcBef>
                    <a:spcPct val="0"/>
                  </a:spcBef>
                  <a:buNone/>
                </a:pPr>
                <a:endParaRPr lang="zh-CN" altLang="en-US" sz="3600" b="1">
                  <a:solidFill>
                    <a:srgbClr val="00B0F0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cxnSp>
            <p:nvCxnSpPr>
              <p:cNvPr id="117" name="Line 20">
                <a:extLst>
                  <a:ext uri="{FF2B5EF4-FFF2-40B4-BE49-F238E27FC236}">
                    <a16:creationId xmlns:a16="http://schemas.microsoft.com/office/drawing/2014/main" id="{601350B4-5880-06BC-BCCE-2A45F36C10B0}"/>
                  </a:ext>
                </a:extLst>
              </p:cNvPr>
              <p:cNvCxnSpPr/>
              <p:nvPr>
                <p:custDataLst>
                  <p:tags r:id="rId52"/>
                </p:custDataLst>
              </p:nvPr>
            </p:nvCxnSpPr>
            <p:spPr>
              <a:xfrm flipV="1">
                <a:off x="37" y="-88"/>
                <a:ext cx="95" cy="104"/>
              </a:xfrm>
              <a:prstGeom prst="line">
                <a:avLst/>
              </a:prstGeom>
              <a:noFill/>
              <a:ln>
                <a:solidFill>
                  <a:srgbClr val="002060"/>
                </a:solidFill>
                <a:miter lim="800000"/>
                <a:tailEnd type="triangle"/>
              </a:ln>
            </p:spPr>
          </p:cxnSp>
        </p:grpSp>
        <p:grpSp>
          <p:nvGrpSpPr>
            <p:cNvPr id="71" name="Group 21">
              <a:extLst>
                <a:ext uri="{FF2B5EF4-FFF2-40B4-BE49-F238E27FC236}">
                  <a16:creationId xmlns:a16="http://schemas.microsoft.com/office/drawing/2014/main" id="{4887D9B1-BBC0-6C60-8989-908432CA2EEC}"/>
                </a:ext>
              </a:extLst>
            </p:cNvPr>
            <p:cNvGrpSpPr/>
            <p:nvPr>
              <p:custDataLst>
                <p:tags r:id="rId6"/>
              </p:custDataLst>
            </p:nvPr>
          </p:nvGrpSpPr>
          <p:grpSpPr>
            <a:xfrm rot="11880000">
              <a:off x="1860" y="601"/>
              <a:ext cx="129" cy="58"/>
              <a:chOff x="-81" y="0"/>
              <a:chExt cx="129" cy="58"/>
            </a:xfrm>
          </p:grpSpPr>
          <p:sp>
            <p:nvSpPr>
              <p:cNvPr id="114" name="Oval 22">
                <a:extLst>
                  <a:ext uri="{FF2B5EF4-FFF2-40B4-BE49-F238E27FC236}">
                    <a16:creationId xmlns:a16="http://schemas.microsoft.com/office/drawing/2014/main" id="{F92C1E3F-8800-F98C-1F95-749042DAB6D0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49"/>
                </p:custDataLst>
              </p:nvPr>
            </p:nvSpPr>
            <p:spPr bwMode="auto">
              <a:xfrm>
                <a:off x="4" y="0"/>
                <a:ext cx="48" cy="48"/>
              </a:xfrm>
              <a:prstGeom prst="ellipse">
                <a:avLst/>
              </a:prstGeom>
              <a:solidFill>
                <a:srgbClr val="FFFF66"/>
              </a:solidFill>
              <a:ln w="9525" cmpd="sng">
                <a:solidFill>
                  <a:srgbClr val="002060"/>
                </a:solidFill>
                <a:round/>
              </a:ln>
            </p:spPr>
            <p:txBody>
              <a:bodyPr wrap="none" anchor="ctr" anchorCtr="0">
                <a:noAutofit/>
              </a:bodyPr>
              <a:lstStyle>
                <a:lvl1pPr marL="227013" indent="-227013" algn="l" defTabSz="914400" rtl="0" eaLnBrk="0" fontAlgn="base" hangingPunct="0">
                  <a:lnSpc>
                    <a:spcPct val="90000"/>
                  </a:lnSpc>
                  <a:spcBef>
                    <a:spcPts val="10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8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6842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4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11414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0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5986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0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20558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0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 eaLnBrk="1" hangingPunct="0">
                  <a:lnSpc>
                    <a:spcPct val="120000"/>
                  </a:lnSpc>
                  <a:spcBef>
                    <a:spcPct val="0"/>
                  </a:spcBef>
                  <a:buNone/>
                </a:pPr>
                <a:endParaRPr lang="zh-CN" altLang="en-US" sz="3600" b="1">
                  <a:solidFill>
                    <a:srgbClr val="00B0F0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cxnSp>
            <p:nvCxnSpPr>
              <p:cNvPr id="115" name="Line 23">
                <a:extLst>
                  <a:ext uri="{FF2B5EF4-FFF2-40B4-BE49-F238E27FC236}">
                    <a16:creationId xmlns:a16="http://schemas.microsoft.com/office/drawing/2014/main" id="{2D749B04-61C3-2E1F-C7DC-CB4BB7FAA40E}"/>
                  </a:ext>
                </a:extLst>
              </p:cNvPr>
              <p:cNvCxnSpPr/>
              <p:nvPr>
                <p:custDataLst>
                  <p:tags r:id="rId50"/>
                </p:custDataLst>
              </p:nvPr>
            </p:nvCxnSpPr>
            <p:spPr>
              <a:xfrm flipH="1">
                <a:off x="-79" y="23"/>
                <a:ext cx="121" cy="35"/>
              </a:xfrm>
              <a:prstGeom prst="line">
                <a:avLst/>
              </a:prstGeom>
              <a:noFill/>
              <a:ln>
                <a:solidFill>
                  <a:srgbClr val="002060"/>
                </a:solidFill>
                <a:miter lim="800000"/>
                <a:tailEnd type="triangle"/>
              </a:ln>
            </p:spPr>
          </p:cxnSp>
        </p:grpSp>
        <p:grpSp>
          <p:nvGrpSpPr>
            <p:cNvPr id="72" name="Group 24">
              <a:extLst>
                <a:ext uri="{FF2B5EF4-FFF2-40B4-BE49-F238E27FC236}">
                  <a16:creationId xmlns:a16="http://schemas.microsoft.com/office/drawing/2014/main" id="{DC2533A5-F937-8881-8591-C861EF27F975}"/>
                </a:ext>
              </a:extLst>
            </p:cNvPr>
            <p:cNvGrpSpPr/>
            <p:nvPr>
              <p:custDataLst>
                <p:tags r:id="rId7"/>
              </p:custDataLst>
            </p:nvPr>
          </p:nvGrpSpPr>
          <p:grpSpPr>
            <a:xfrm rot="2100000">
              <a:off x="1699" y="326"/>
              <a:ext cx="146" cy="100"/>
              <a:chOff x="0" y="-52"/>
              <a:chExt cx="146" cy="100"/>
            </a:xfrm>
          </p:grpSpPr>
          <p:sp>
            <p:nvSpPr>
              <p:cNvPr id="112" name="Oval 25">
                <a:extLst>
                  <a:ext uri="{FF2B5EF4-FFF2-40B4-BE49-F238E27FC236}">
                    <a16:creationId xmlns:a16="http://schemas.microsoft.com/office/drawing/2014/main" id="{1C1A9E3C-42DA-6C07-FE21-CC4E32615E98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47"/>
                </p:custDataLst>
              </p:nvPr>
            </p:nvSpPr>
            <p:spPr bwMode="auto">
              <a:xfrm>
                <a:off x="-2" y="0"/>
                <a:ext cx="48" cy="48"/>
              </a:xfrm>
              <a:prstGeom prst="ellipse">
                <a:avLst/>
              </a:prstGeom>
              <a:solidFill>
                <a:srgbClr val="FFFF66"/>
              </a:solidFill>
              <a:ln w="9525" cmpd="sng">
                <a:solidFill>
                  <a:srgbClr val="002060"/>
                </a:solidFill>
                <a:round/>
              </a:ln>
            </p:spPr>
            <p:txBody>
              <a:bodyPr wrap="none" anchor="ctr" anchorCtr="0">
                <a:noAutofit/>
              </a:bodyPr>
              <a:lstStyle>
                <a:lvl1pPr marL="227013" indent="-227013" algn="l" defTabSz="914400" rtl="0" eaLnBrk="0" fontAlgn="base" hangingPunct="0">
                  <a:lnSpc>
                    <a:spcPct val="90000"/>
                  </a:lnSpc>
                  <a:spcBef>
                    <a:spcPts val="10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8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6842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4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11414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0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5986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0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20558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0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 eaLnBrk="1" hangingPunct="0">
                  <a:lnSpc>
                    <a:spcPct val="120000"/>
                  </a:lnSpc>
                  <a:spcBef>
                    <a:spcPct val="0"/>
                  </a:spcBef>
                  <a:buNone/>
                </a:pPr>
                <a:endParaRPr lang="zh-CN" altLang="en-US" sz="3600" b="1">
                  <a:solidFill>
                    <a:srgbClr val="00B0F0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cxnSp>
            <p:nvCxnSpPr>
              <p:cNvPr id="113" name="Line 26">
                <a:extLst>
                  <a:ext uri="{FF2B5EF4-FFF2-40B4-BE49-F238E27FC236}">
                    <a16:creationId xmlns:a16="http://schemas.microsoft.com/office/drawing/2014/main" id="{1C0F3F8E-BC69-2D26-0627-180CF06D0D84}"/>
                  </a:ext>
                </a:extLst>
              </p:cNvPr>
              <p:cNvCxnSpPr/>
              <p:nvPr>
                <p:custDataLst>
                  <p:tags r:id="rId48"/>
                </p:custDataLst>
              </p:nvPr>
            </p:nvCxnSpPr>
            <p:spPr>
              <a:xfrm flipV="1">
                <a:off x="40" y="-52"/>
                <a:ext cx="106" cy="76"/>
              </a:xfrm>
              <a:prstGeom prst="line">
                <a:avLst/>
              </a:prstGeom>
              <a:noFill/>
              <a:ln>
                <a:solidFill>
                  <a:srgbClr val="002060"/>
                </a:solidFill>
                <a:miter lim="800000"/>
                <a:tailEnd type="triangle"/>
              </a:ln>
            </p:spPr>
          </p:cxnSp>
        </p:grpSp>
        <p:grpSp>
          <p:nvGrpSpPr>
            <p:cNvPr id="73" name="Group 27">
              <a:extLst>
                <a:ext uri="{FF2B5EF4-FFF2-40B4-BE49-F238E27FC236}">
                  <a16:creationId xmlns:a16="http://schemas.microsoft.com/office/drawing/2014/main" id="{FAFDD6ED-9F3A-6BC4-0C0E-33F7E7B23D7A}"/>
                </a:ext>
              </a:extLst>
            </p:cNvPr>
            <p:cNvGrpSpPr/>
            <p:nvPr>
              <p:custDataLst>
                <p:tags r:id="rId8"/>
              </p:custDataLst>
            </p:nvPr>
          </p:nvGrpSpPr>
          <p:grpSpPr>
            <a:xfrm rot="18240000">
              <a:off x="1766" y="171"/>
              <a:ext cx="106" cy="155"/>
              <a:chOff x="0" y="0"/>
              <a:chExt cx="106" cy="155"/>
            </a:xfrm>
          </p:grpSpPr>
          <p:sp>
            <p:nvSpPr>
              <p:cNvPr id="110" name="Oval 28">
                <a:extLst>
                  <a:ext uri="{FF2B5EF4-FFF2-40B4-BE49-F238E27FC236}">
                    <a16:creationId xmlns:a16="http://schemas.microsoft.com/office/drawing/2014/main" id="{57CBEE35-EC92-30DA-7F81-1950D6AE3A48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45"/>
                </p:custDataLst>
              </p:nvPr>
            </p:nvSpPr>
            <p:spPr bwMode="auto">
              <a:xfrm>
                <a:off x="-2" y="-2"/>
                <a:ext cx="48" cy="48"/>
              </a:xfrm>
              <a:prstGeom prst="ellipse">
                <a:avLst/>
              </a:prstGeom>
              <a:solidFill>
                <a:srgbClr val="FFFF66"/>
              </a:solidFill>
              <a:ln w="9525" cmpd="sng">
                <a:solidFill>
                  <a:srgbClr val="002060"/>
                </a:solidFill>
                <a:round/>
              </a:ln>
            </p:spPr>
            <p:txBody>
              <a:bodyPr wrap="none" anchor="ctr" anchorCtr="0">
                <a:noAutofit/>
              </a:bodyPr>
              <a:lstStyle>
                <a:lvl1pPr marL="227013" indent="-227013" algn="l" defTabSz="914400" rtl="0" eaLnBrk="0" fontAlgn="base" hangingPunct="0">
                  <a:lnSpc>
                    <a:spcPct val="90000"/>
                  </a:lnSpc>
                  <a:spcBef>
                    <a:spcPts val="10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8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6842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4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11414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0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5986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0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20558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0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 eaLnBrk="1" hangingPunct="0">
                  <a:lnSpc>
                    <a:spcPct val="120000"/>
                  </a:lnSpc>
                  <a:spcBef>
                    <a:spcPct val="0"/>
                  </a:spcBef>
                  <a:buNone/>
                </a:pPr>
                <a:endParaRPr lang="zh-CN" altLang="en-US" sz="3600" b="1">
                  <a:solidFill>
                    <a:srgbClr val="00B0F0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111" name="Line 29">
                <a:extLst>
                  <a:ext uri="{FF2B5EF4-FFF2-40B4-BE49-F238E27FC236}">
                    <a16:creationId xmlns:a16="http://schemas.microsoft.com/office/drawing/2014/main" id="{4D1920A9-A71F-B64E-614A-C68E497A86DA}"/>
                  </a:ext>
                </a:extLst>
              </p:cNvPr>
              <p:cNvSpPr>
                <a:spLocks noChangeShapeType="1"/>
              </p:cNvSpPr>
              <p:nvPr>
                <p:custDataLst>
                  <p:tags r:id="rId46"/>
                </p:custDataLst>
              </p:nvPr>
            </p:nvSpPr>
            <p:spPr bwMode="auto">
              <a:xfrm>
                <a:off x="37" y="38"/>
                <a:ext cx="67" cy="116"/>
              </a:xfrm>
              <a:prstGeom prst="line">
                <a:avLst/>
              </a:prstGeom>
              <a:noFill/>
              <a:ln w="9525" cmpd="sng">
                <a:solidFill>
                  <a:srgbClr val="002060"/>
                </a:solidFill>
                <a:round/>
                <a:tailEnd type="triangle" w="med" len="med"/>
              </a:ln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itchFamily="34" charset="0"/>
                  <a:ea typeface="宋体" pitchFamily="2" charset="-122"/>
                  <a:cs typeface="+mn-cs"/>
                </a:endParaRPr>
              </a:p>
            </p:txBody>
          </p:sp>
        </p:grpSp>
        <p:grpSp>
          <p:nvGrpSpPr>
            <p:cNvPr id="74" name="Group 30">
              <a:extLst>
                <a:ext uri="{FF2B5EF4-FFF2-40B4-BE49-F238E27FC236}">
                  <a16:creationId xmlns:a16="http://schemas.microsoft.com/office/drawing/2014/main" id="{49C0F4D3-6FEC-C5D8-1F99-EBF494EAC341}"/>
                </a:ext>
              </a:extLst>
            </p:cNvPr>
            <p:cNvGrpSpPr/>
            <p:nvPr>
              <p:custDataLst>
                <p:tags r:id="rId9"/>
              </p:custDataLst>
            </p:nvPr>
          </p:nvGrpSpPr>
          <p:grpSpPr>
            <a:xfrm rot="3960000">
              <a:off x="1032" y="30"/>
              <a:ext cx="71" cy="134"/>
              <a:chOff x="0" y="-86"/>
              <a:chExt cx="71" cy="134"/>
            </a:xfrm>
          </p:grpSpPr>
          <p:sp>
            <p:nvSpPr>
              <p:cNvPr id="108" name="Oval 31">
                <a:extLst>
                  <a:ext uri="{FF2B5EF4-FFF2-40B4-BE49-F238E27FC236}">
                    <a16:creationId xmlns:a16="http://schemas.microsoft.com/office/drawing/2014/main" id="{678E5944-6DB8-D3CA-CF9B-24C077E76FDA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43"/>
                </p:custDataLst>
              </p:nvPr>
            </p:nvSpPr>
            <p:spPr bwMode="auto">
              <a:xfrm>
                <a:off x="-2" y="2"/>
                <a:ext cx="48" cy="48"/>
              </a:xfrm>
              <a:prstGeom prst="ellipse">
                <a:avLst/>
              </a:prstGeom>
              <a:solidFill>
                <a:srgbClr val="FFFF66"/>
              </a:solidFill>
              <a:ln w="9525" cmpd="sng">
                <a:solidFill>
                  <a:srgbClr val="002060"/>
                </a:solidFill>
                <a:round/>
              </a:ln>
            </p:spPr>
            <p:txBody>
              <a:bodyPr wrap="none" anchor="ctr" anchorCtr="0">
                <a:noAutofit/>
              </a:bodyPr>
              <a:lstStyle>
                <a:lvl1pPr marL="227013" indent="-227013" algn="l" defTabSz="914400" rtl="0" eaLnBrk="0" fontAlgn="base" hangingPunct="0">
                  <a:lnSpc>
                    <a:spcPct val="90000"/>
                  </a:lnSpc>
                  <a:spcBef>
                    <a:spcPts val="10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8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6842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4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11414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0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5986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0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20558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0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 eaLnBrk="1" hangingPunct="0">
                  <a:lnSpc>
                    <a:spcPct val="120000"/>
                  </a:lnSpc>
                  <a:spcBef>
                    <a:spcPct val="0"/>
                  </a:spcBef>
                  <a:buNone/>
                </a:pPr>
                <a:endParaRPr lang="zh-CN" altLang="en-US" sz="3600" b="1">
                  <a:solidFill>
                    <a:srgbClr val="00B0F0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cxnSp>
            <p:nvCxnSpPr>
              <p:cNvPr id="109" name="Line 32">
                <a:extLst>
                  <a:ext uri="{FF2B5EF4-FFF2-40B4-BE49-F238E27FC236}">
                    <a16:creationId xmlns:a16="http://schemas.microsoft.com/office/drawing/2014/main" id="{7C9761BD-B7CF-82B0-6AC6-7D8338E9E297}"/>
                  </a:ext>
                </a:extLst>
              </p:cNvPr>
              <p:cNvCxnSpPr/>
              <p:nvPr>
                <p:custDataLst>
                  <p:tags r:id="rId44"/>
                </p:custDataLst>
              </p:nvPr>
            </p:nvCxnSpPr>
            <p:spPr>
              <a:xfrm flipV="1">
                <a:off x="31" y="-87"/>
                <a:ext cx="40" cy="107"/>
              </a:xfrm>
              <a:prstGeom prst="line">
                <a:avLst/>
              </a:prstGeom>
              <a:noFill/>
              <a:ln>
                <a:solidFill>
                  <a:srgbClr val="002060"/>
                </a:solidFill>
                <a:miter lim="800000"/>
                <a:tailEnd type="triangle"/>
              </a:ln>
            </p:spPr>
          </p:cxnSp>
        </p:grpSp>
        <p:grpSp>
          <p:nvGrpSpPr>
            <p:cNvPr id="75" name="Group 33">
              <a:extLst>
                <a:ext uri="{FF2B5EF4-FFF2-40B4-BE49-F238E27FC236}">
                  <a16:creationId xmlns:a16="http://schemas.microsoft.com/office/drawing/2014/main" id="{22CEE40E-A7E6-4CE9-A4D7-7F703B379C8A}"/>
                </a:ext>
              </a:extLst>
            </p:cNvPr>
            <p:cNvGrpSpPr/>
            <p:nvPr>
              <p:custDataLst>
                <p:tags r:id="rId10"/>
              </p:custDataLst>
            </p:nvPr>
          </p:nvGrpSpPr>
          <p:grpSpPr>
            <a:xfrm rot="17700000">
              <a:off x="1033" y="544"/>
              <a:ext cx="81" cy="149"/>
              <a:chOff x="0" y="0"/>
              <a:chExt cx="81" cy="149"/>
            </a:xfrm>
          </p:grpSpPr>
          <p:sp>
            <p:nvSpPr>
              <p:cNvPr id="106" name="Oval 34">
                <a:extLst>
                  <a:ext uri="{FF2B5EF4-FFF2-40B4-BE49-F238E27FC236}">
                    <a16:creationId xmlns:a16="http://schemas.microsoft.com/office/drawing/2014/main" id="{8646950C-C577-0F30-AE8E-596F3D575A2A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41"/>
                </p:custDataLst>
              </p:nvPr>
            </p:nvSpPr>
            <p:spPr bwMode="auto">
              <a:xfrm>
                <a:off x="1" y="-2"/>
                <a:ext cx="48" cy="48"/>
              </a:xfrm>
              <a:prstGeom prst="ellipse">
                <a:avLst/>
              </a:prstGeom>
              <a:solidFill>
                <a:srgbClr val="FFFF66"/>
              </a:solidFill>
              <a:ln w="9525" cmpd="sng">
                <a:solidFill>
                  <a:srgbClr val="002060"/>
                </a:solidFill>
                <a:round/>
              </a:ln>
            </p:spPr>
            <p:txBody>
              <a:bodyPr wrap="none" anchor="ctr" anchorCtr="0">
                <a:noAutofit/>
              </a:bodyPr>
              <a:lstStyle>
                <a:lvl1pPr marL="227013" indent="-227013" algn="l" defTabSz="914400" rtl="0" eaLnBrk="0" fontAlgn="base" hangingPunct="0">
                  <a:lnSpc>
                    <a:spcPct val="90000"/>
                  </a:lnSpc>
                  <a:spcBef>
                    <a:spcPts val="10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8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6842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4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11414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0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5986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0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20558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0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 eaLnBrk="1" hangingPunct="0">
                  <a:lnSpc>
                    <a:spcPct val="120000"/>
                  </a:lnSpc>
                  <a:spcBef>
                    <a:spcPct val="0"/>
                  </a:spcBef>
                  <a:buNone/>
                </a:pPr>
                <a:endParaRPr lang="zh-CN" altLang="en-US" sz="3600" b="1">
                  <a:solidFill>
                    <a:srgbClr val="00B0F0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107" name="Line 35">
                <a:extLst>
                  <a:ext uri="{FF2B5EF4-FFF2-40B4-BE49-F238E27FC236}">
                    <a16:creationId xmlns:a16="http://schemas.microsoft.com/office/drawing/2014/main" id="{F62B5E0B-8930-E483-764F-9318AAA7CB47}"/>
                  </a:ext>
                </a:extLst>
              </p:cNvPr>
              <p:cNvSpPr>
                <a:spLocks noChangeShapeType="1"/>
              </p:cNvSpPr>
              <p:nvPr>
                <p:custDataLst>
                  <p:tags r:id="rId42"/>
                </p:custDataLst>
              </p:nvPr>
            </p:nvSpPr>
            <p:spPr bwMode="auto">
              <a:xfrm>
                <a:off x="17" y="28"/>
                <a:ext cx="64" cy="120"/>
              </a:xfrm>
              <a:prstGeom prst="line">
                <a:avLst/>
              </a:prstGeom>
              <a:noFill/>
              <a:ln w="9525" cmpd="sng">
                <a:solidFill>
                  <a:srgbClr val="002060"/>
                </a:solidFill>
                <a:round/>
                <a:tailEnd type="triangle" w="med" len="med"/>
              </a:ln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itchFamily="34" charset="0"/>
                  <a:ea typeface="宋体" pitchFamily="2" charset="-122"/>
                  <a:cs typeface="+mn-cs"/>
                </a:endParaRPr>
              </a:p>
            </p:txBody>
          </p:sp>
        </p:grpSp>
        <p:grpSp>
          <p:nvGrpSpPr>
            <p:cNvPr id="76" name="Group 36">
              <a:extLst>
                <a:ext uri="{FF2B5EF4-FFF2-40B4-BE49-F238E27FC236}">
                  <a16:creationId xmlns:a16="http://schemas.microsoft.com/office/drawing/2014/main" id="{80D3B096-E538-44E6-117E-086A67263EE9}"/>
                </a:ext>
              </a:extLst>
            </p:cNvPr>
            <p:cNvGrpSpPr/>
            <p:nvPr>
              <p:custDataLst>
                <p:tags r:id="rId11"/>
              </p:custDataLst>
            </p:nvPr>
          </p:nvGrpSpPr>
          <p:grpSpPr>
            <a:xfrm rot="2340000">
              <a:off x="887" y="271"/>
              <a:ext cx="142" cy="106"/>
              <a:chOff x="0" y="-58"/>
              <a:chExt cx="142" cy="106"/>
            </a:xfrm>
          </p:grpSpPr>
          <p:sp>
            <p:nvSpPr>
              <p:cNvPr id="104" name="Oval 37">
                <a:extLst>
                  <a:ext uri="{FF2B5EF4-FFF2-40B4-BE49-F238E27FC236}">
                    <a16:creationId xmlns:a16="http://schemas.microsoft.com/office/drawing/2014/main" id="{396711B6-6F29-9D0E-D74B-9661DE3B7655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39"/>
                </p:custDataLst>
              </p:nvPr>
            </p:nvSpPr>
            <p:spPr bwMode="auto">
              <a:xfrm>
                <a:off x="-1" y="-1"/>
                <a:ext cx="48" cy="48"/>
              </a:xfrm>
              <a:prstGeom prst="ellipse">
                <a:avLst/>
              </a:prstGeom>
              <a:solidFill>
                <a:srgbClr val="FFFF66"/>
              </a:solidFill>
              <a:ln w="9525" cmpd="sng">
                <a:solidFill>
                  <a:srgbClr val="002060"/>
                </a:solidFill>
                <a:round/>
              </a:ln>
            </p:spPr>
            <p:txBody>
              <a:bodyPr wrap="none" anchor="ctr" anchorCtr="0">
                <a:noAutofit/>
              </a:bodyPr>
              <a:lstStyle>
                <a:lvl1pPr marL="227013" indent="-227013" algn="l" defTabSz="914400" rtl="0" eaLnBrk="0" fontAlgn="base" hangingPunct="0">
                  <a:lnSpc>
                    <a:spcPct val="90000"/>
                  </a:lnSpc>
                  <a:spcBef>
                    <a:spcPts val="10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8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6842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4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11414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0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5986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0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20558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0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 eaLnBrk="1" hangingPunct="0">
                  <a:lnSpc>
                    <a:spcPct val="120000"/>
                  </a:lnSpc>
                  <a:spcBef>
                    <a:spcPct val="0"/>
                  </a:spcBef>
                  <a:buNone/>
                </a:pPr>
                <a:endParaRPr lang="zh-CN" altLang="en-US" sz="3600" b="1">
                  <a:solidFill>
                    <a:srgbClr val="00B0F0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cxnSp>
            <p:nvCxnSpPr>
              <p:cNvPr id="105" name="Line 38">
                <a:extLst>
                  <a:ext uri="{FF2B5EF4-FFF2-40B4-BE49-F238E27FC236}">
                    <a16:creationId xmlns:a16="http://schemas.microsoft.com/office/drawing/2014/main" id="{F47273F8-C67C-463B-6E21-F50E3A366C5F}"/>
                  </a:ext>
                </a:extLst>
              </p:cNvPr>
              <p:cNvCxnSpPr/>
              <p:nvPr>
                <p:custDataLst>
                  <p:tags r:id="rId40"/>
                </p:custDataLst>
              </p:nvPr>
            </p:nvCxnSpPr>
            <p:spPr>
              <a:xfrm flipV="1">
                <a:off x="38" y="-59"/>
                <a:ext cx="102" cy="82"/>
              </a:xfrm>
              <a:prstGeom prst="line">
                <a:avLst/>
              </a:prstGeom>
              <a:noFill/>
              <a:ln>
                <a:solidFill>
                  <a:srgbClr val="002060"/>
                </a:solidFill>
                <a:miter lim="800000"/>
                <a:tailEnd type="triangle"/>
              </a:ln>
            </p:spPr>
          </p:cxnSp>
        </p:grpSp>
        <p:grpSp>
          <p:nvGrpSpPr>
            <p:cNvPr id="77" name="Group 39">
              <a:extLst>
                <a:ext uri="{FF2B5EF4-FFF2-40B4-BE49-F238E27FC236}">
                  <a16:creationId xmlns:a16="http://schemas.microsoft.com/office/drawing/2014/main" id="{FB63CAA8-7168-F6DB-AC87-B6546B624968}"/>
                </a:ext>
              </a:extLst>
            </p:cNvPr>
            <p:cNvGrpSpPr/>
            <p:nvPr>
              <p:custDataLst>
                <p:tags r:id="rId12"/>
              </p:custDataLst>
            </p:nvPr>
          </p:nvGrpSpPr>
          <p:grpSpPr>
            <a:xfrm rot="17460000">
              <a:off x="1421" y="635"/>
              <a:ext cx="85" cy="151"/>
              <a:chOff x="0" y="0"/>
              <a:chExt cx="85" cy="151"/>
            </a:xfrm>
          </p:grpSpPr>
          <p:sp>
            <p:nvSpPr>
              <p:cNvPr id="102" name="Oval 40">
                <a:extLst>
                  <a:ext uri="{FF2B5EF4-FFF2-40B4-BE49-F238E27FC236}">
                    <a16:creationId xmlns:a16="http://schemas.microsoft.com/office/drawing/2014/main" id="{0E3F7CBA-AC56-A803-D7A2-8D1437391CF1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37"/>
                </p:custDataLst>
              </p:nvPr>
            </p:nvSpPr>
            <p:spPr bwMode="auto">
              <a:xfrm>
                <a:off x="2" y="-1"/>
                <a:ext cx="48" cy="48"/>
              </a:xfrm>
              <a:prstGeom prst="ellipse">
                <a:avLst/>
              </a:prstGeom>
              <a:solidFill>
                <a:srgbClr val="FFFF66"/>
              </a:solidFill>
              <a:ln w="9525" cmpd="sng">
                <a:solidFill>
                  <a:srgbClr val="002060"/>
                </a:solidFill>
                <a:round/>
              </a:ln>
            </p:spPr>
            <p:txBody>
              <a:bodyPr wrap="none" anchor="ctr" anchorCtr="0">
                <a:noAutofit/>
              </a:bodyPr>
              <a:lstStyle>
                <a:lvl1pPr marL="227013" indent="-227013" algn="l" defTabSz="914400" rtl="0" eaLnBrk="0" fontAlgn="base" hangingPunct="0">
                  <a:lnSpc>
                    <a:spcPct val="90000"/>
                  </a:lnSpc>
                  <a:spcBef>
                    <a:spcPts val="10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8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6842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4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11414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0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5986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0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20558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0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 eaLnBrk="1" hangingPunct="0">
                  <a:lnSpc>
                    <a:spcPct val="120000"/>
                  </a:lnSpc>
                  <a:spcBef>
                    <a:spcPct val="0"/>
                  </a:spcBef>
                  <a:buNone/>
                </a:pPr>
                <a:endParaRPr lang="zh-CN" altLang="en-US" sz="3600" b="1">
                  <a:solidFill>
                    <a:srgbClr val="00B0F0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103" name="Line 41">
                <a:extLst>
                  <a:ext uri="{FF2B5EF4-FFF2-40B4-BE49-F238E27FC236}">
                    <a16:creationId xmlns:a16="http://schemas.microsoft.com/office/drawing/2014/main" id="{994E5278-5945-C837-2073-92257BC0485D}"/>
                  </a:ext>
                </a:extLst>
              </p:cNvPr>
              <p:cNvSpPr>
                <a:spLocks noChangeShapeType="1"/>
              </p:cNvSpPr>
              <p:nvPr>
                <p:custDataLst>
                  <p:tags r:id="rId38"/>
                </p:custDataLst>
              </p:nvPr>
            </p:nvSpPr>
            <p:spPr bwMode="auto">
              <a:xfrm>
                <a:off x="42" y="22"/>
                <a:ext cx="45" cy="127"/>
              </a:xfrm>
              <a:prstGeom prst="line">
                <a:avLst/>
              </a:prstGeom>
              <a:noFill/>
              <a:ln w="9525" cmpd="sng">
                <a:solidFill>
                  <a:srgbClr val="002060"/>
                </a:solidFill>
                <a:round/>
                <a:tailEnd type="triangle" w="med" len="med"/>
              </a:ln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itchFamily="34" charset="0"/>
                  <a:ea typeface="宋体" pitchFamily="2" charset="-122"/>
                  <a:cs typeface="+mn-cs"/>
                </a:endParaRPr>
              </a:p>
            </p:txBody>
          </p:sp>
        </p:grpSp>
        <p:grpSp>
          <p:nvGrpSpPr>
            <p:cNvPr id="78" name="Group 42">
              <a:extLst>
                <a:ext uri="{FF2B5EF4-FFF2-40B4-BE49-F238E27FC236}">
                  <a16:creationId xmlns:a16="http://schemas.microsoft.com/office/drawing/2014/main" id="{1BA17D40-ADBB-67C4-0F49-A03AD3939C76}"/>
                </a:ext>
              </a:extLst>
            </p:cNvPr>
            <p:cNvGrpSpPr/>
            <p:nvPr>
              <p:custDataLst>
                <p:tags r:id="rId13"/>
              </p:custDataLst>
            </p:nvPr>
          </p:nvGrpSpPr>
          <p:grpSpPr>
            <a:xfrm>
              <a:off x="96" y="144"/>
              <a:ext cx="184" cy="48"/>
              <a:chOff x="0" y="0"/>
              <a:chExt cx="184" cy="48"/>
            </a:xfrm>
          </p:grpSpPr>
          <p:sp>
            <p:nvSpPr>
              <p:cNvPr id="100" name="Oval 43">
                <a:extLst>
                  <a:ext uri="{FF2B5EF4-FFF2-40B4-BE49-F238E27FC236}">
                    <a16:creationId xmlns:a16="http://schemas.microsoft.com/office/drawing/2014/main" id="{FC1F8302-7981-E5CB-E48A-515D875FD4EB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35"/>
                </p:custDataLst>
              </p:nvPr>
            </p:nvSpPr>
            <p:spPr bwMode="auto">
              <a:xfrm>
                <a:off x="0" y="0"/>
                <a:ext cx="48" cy="48"/>
              </a:xfrm>
              <a:prstGeom prst="ellipse">
                <a:avLst/>
              </a:prstGeom>
              <a:solidFill>
                <a:srgbClr val="FFFF66"/>
              </a:solidFill>
              <a:ln w="9525" cmpd="sng">
                <a:solidFill>
                  <a:srgbClr val="002060"/>
                </a:solidFill>
                <a:round/>
              </a:ln>
            </p:spPr>
            <p:txBody>
              <a:bodyPr wrap="none" anchor="ctr" anchorCtr="0">
                <a:noAutofit/>
              </a:bodyPr>
              <a:lstStyle>
                <a:lvl1pPr marL="227013" indent="-227013" algn="l" defTabSz="914400" rtl="0" eaLnBrk="0" fontAlgn="base" hangingPunct="0">
                  <a:lnSpc>
                    <a:spcPct val="90000"/>
                  </a:lnSpc>
                  <a:spcBef>
                    <a:spcPts val="10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8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6842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4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11414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0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5986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0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20558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0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 eaLnBrk="1" hangingPunct="0">
                  <a:lnSpc>
                    <a:spcPct val="120000"/>
                  </a:lnSpc>
                  <a:spcBef>
                    <a:spcPct val="0"/>
                  </a:spcBef>
                  <a:buNone/>
                </a:pPr>
                <a:endParaRPr lang="zh-CN" altLang="en-US" sz="3600" b="1">
                  <a:solidFill>
                    <a:srgbClr val="00B0F0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101" name="Line 44">
                <a:extLst>
                  <a:ext uri="{FF2B5EF4-FFF2-40B4-BE49-F238E27FC236}">
                    <a16:creationId xmlns:a16="http://schemas.microsoft.com/office/drawing/2014/main" id="{D32FD3E5-EACB-8811-06F1-4AF250891447}"/>
                  </a:ext>
                </a:extLst>
              </p:cNvPr>
              <p:cNvSpPr>
                <a:spLocks noChangeShapeType="1"/>
              </p:cNvSpPr>
              <p:nvPr>
                <p:custDataLst>
                  <p:tags r:id="rId36"/>
                </p:custDataLst>
              </p:nvPr>
            </p:nvSpPr>
            <p:spPr bwMode="auto">
              <a:xfrm>
                <a:off x="40" y="24"/>
                <a:ext cx="144" cy="0"/>
              </a:xfrm>
              <a:prstGeom prst="line">
                <a:avLst/>
              </a:prstGeom>
              <a:noFill/>
              <a:ln w="9525" cmpd="sng">
                <a:solidFill>
                  <a:srgbClr val="002060"/>
                </a:solidFill>
                <a:round/>
                <a:tailEnd type="triangle" w="med" len="med"/>
              </a:ln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itchFamily="34" charset="0"/>
                  <a:ea typeface="宋体" pitchFamily="2" charset="-122"/>
                  <a:cs typeface="+mn-cs"/>
                </a:endParaRPr>
              </a:p>
            </p:txBody>
          </p:sp>
        </p:grpSp>
        <p:grpSp>
          <p:nvGrpSpPr>
            <p:cNvPr id="79" name="Group 45">
              <a:extLst>
                <a:ext uri="{FF2B5EF4-FFF2-40B4-BE49-F238E27FC236}">
                  <a16:creationId xmlns:a16="http://schemas.microsoft.com/office/drawing/2014/main" id="{1F0148A1-DECB-1256-6EF8-A973016B2823}"/>
                </a:ext>
              </a:extLst>
            </p:cNvPr>
            <p:cNvGrpSpPr/>
            <p:nvPr>
              <p:custDataLst>
                <p:tags r:id="rId14"/>
              </p:custDataLst>
            </p:nvPr>
          </p:nvGrpSpPr>
          <p:grpSpPr>
            <a:xfrm rot="19560000">
              <a:off x="544" y="537"/>
              <a:ext cx="140" cy="91"/>
              <a:chOff x="0" y="0"/>
              <a:chExt cx="140" cy="91"/>
            </a:xfrm>
          </p:grpSpPr>
          <p:sp>
            <p:nvSpPr>
              <p:cNvPr id="98" name="Oval 46">
                <a:extLst>
                  <a:ext uri="{FF2B5EF4-FFF2-40B4-BE49-F238E27FC236}">
                    <a16:creationId xmlns:a16="http://schemas.microsoft.com/office/drawing/2014/main" id="{B5DF04A2-55B1-D287-73FD-21CDB386B960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33"/>
                </p:custDataLst>
              </p:nvPr>
            </p:nvSpPr>
            <p:spPr bwMode="auto">
              <a:xfrm>
                <a:off x="-1" y="-2"/>
                <a:ext cx="48" cy="48"/>
              </a:xfrm>
              <a:prstGeom prst="ellipse">
                <a:avLst/>
              </a:prstGeom>
              <a:solidFill>
                <a:srgbClr val="FFFF66"/>
              </a:solidFill>
              <a:ln w="9525" cmpd="sng">
                <a:solidFill>
                  <a:srgbClr val="002060"/>
                </a:solidFill>
                <a:round/>
              </a:ln>
            </p:spPr>
            <p:txBody>
              <a:bodyPr wrap="none" anchor="ctr" anchorCtr="0">
                <a:noAutofit/>
              </a:bodyPr>
              <a:lstStyle>
                <a:lvl1pPr marL="227013" indent="-227013" algn="l" defTabSz="914400" rtl="0" eaLnBrk="0" fontAlgn="base" hangingPunct="0">
                  <a:lnSpc>
                    <a:spcPct val="90000"/>
                  </a:lnSpc>
                  <a:spcBef>
                    <a:spcPts val="10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8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6842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4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11414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0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5986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0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20558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0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 eaLnBrk="1" hangingPunct="0">
                  <a:lnSpc>
                    <a:spcPct val="120000"/>
                  </a:lnSpc>
                  <a:spcBef>
                    <a:spcPct val="0"/>
                  </a:spcBef>
                  <a:buNone/>
                </a:pPr>
                <a:endParaRPr lang="zh-CN" altLang="en-US" sz="3600" b="1">
                  <a:solidFill>
                    <a:srgbClr val="00B0F0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99" name="Line 47">
                <a:extLst>
                  <a:ext uri="{FF2B5EF4-FFF2-40B4-BE49-F238E27FC236}">
                    <a16:creationId xmlns:a16="http://schemas.microsoft.com/office/drawing/2014/main" id="{A0D0097D-A2AC-903A-9011-EE99C9C30204}"/>
                  </a:ext>
                </a:extLst>
              </p:cNvPr>
              <p:cNvSpPr>
                <a:spLocks noChangeShapeType="1"/>
              </p:cNvSpPr>
              <p:nvPr>
                <p:custDataLst>
                  <p:tags r:id="rId34"/>
                </p:custDataLst>
              </p:nvPr>
            </p:nvSpPr>
            <p:spPr bwMode="auto">
              <a:xfrm>
                <a:off x="40" y="23"/>
                <a:ext cx="100" cy="67"/>
              </a:xfrm>
              <a:prstGeom prst="line">
                <a:avLst/>
              </a:prstGeom>
              <a:noFill/>
              <a:ln w="9525" cmpd="sng">
                <a:solidFill>
                  <a:srgbClr val="002060"/>
                </a:solidFill>
                <a:round/>
                <a:tailEnd type="triangle" w="med" len="med"/>
              </a:ln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itchFamily="34" charset="0"/>
                  <a:ea typeface="宋体" pitchFamily="2" charset="-122"/>
                  <a:cs typeface="+mn-cs"/>
                </a:endParaRPr>
              </a:p>
            </p:txBody>
          </p:sp>
        </p:grpSp>
        <p:grpSp>
          <p:nvGrpSpPr>
            <p:cNvPr id="80" name="Group 48">
              <a:extLst>
                <a:ext uri="{FF2B5EF4-FFF2-40B4-BE49-F238E27FC236}">
                  <a16:creationId xmlns:a16="http://schemas.microsoft.com/office/drawing/2014/main" id="{16AD9821-EDEA-5104-F0DF-75A07A6FDB7B}"/>
                </a:ext>
              </a:extLst>
            </p:cNvPr>
            <p:cNvGrpSpPr/>
            <p:nvPr>
              <p:custDataLst>
                <p:tags r:id="rId15"/>
              </p:custDataLst>
            </p:nvPr>
          </p:nvGrpSpPr>
          <p:grpSpPr>
            <a:xfrm rot="19140000">
              <a:off x="506" y="337"/>
              <a:ext cx="156" cy="118"/>
              <a:chOff x="0" y="0"/>
              <a:chExt cx="156" cy="118"/>
            </a:xfrm>
          </p:grpSpPr>
          <p:sp>
            <p:nvSpPr>
              <p:cNvPr id="96" name="Oval 49">
                <a:extLst>
                  <a:ext uri="{FF2B5EF4-FFF2-40B4-BE49-F238E27FC236}">
                    <a16:creationId xmlns:a16="http://schemas.microsoft.com/office/drawing/2014/main" id="{7938653A-0C54-D2B3-9F58-AD77BC488A3A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31"/>
                </p:custDataLst>
              </p:nvPr>
            </p:nvSpPr>
            <p:spPr bwMode="auto">
              <a:xfrm>
                <a:off x="0" y="-2"/>
                <a:ext cx="48" cy="48"/>
              </a:xfrm>
              <a:prstGeom prst="ellipse">
                <a:avLst/>
              </a:prstGeom>
              <a:solidFill>
                <a:srgbClr val="FFFF66"/>
              </a:solidFill>
              <a:ln w="9525" cmpd="sng">
                <a:solidFill>
                  <a:srgbClr val="002060"/>
                </a:solidFill>
                <a:round/>
              </a:ln>
            </p:spPr>
            <p:txBody>
              <a:bodyPr wrap="none" anchor="ctr" anchorCtr="0">
                <a:noAutofit/>
              </a:bodyPr>
              <a:lstStyle>
                <a:lvl1pPr marL="227013" indent="-227013" algn="l" defTabSz="914400" rtl="0" eaLnBrk="0" fontAlgn="base" hangingPunct="0">
                  <a:lnSpc>
                    <a:spcPct val="90000"/>
                  </a:lnSpc>
                  <a:spcBef>
                    <a:spcPts val="10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8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6842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4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11414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0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5986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0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20558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0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 eaLnBrk="1" hangingPunct="0">
                  <a:lnSpc>
                    <a:spcPct val="120000"/>
                  </a:lnSpc>
                  <a:spcBef>
                    <a:spcPct val="0"/>
                  </a:spcBef>
                  <a:buNone/>
                </a:pPr>
                <a:endParaRPr lang="zh-CN" altLang="en-US" sz="3600" b="1">
                  <a:solidFill>
                    <a:srgbClr val="00B0F0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97" name="Line 50">
                <a:extLst>
                  <a:ext uri="{FF2B5EF4-FFF2-40B4-BE49-F238E27FC236}">
                    <a16:creationId xmlns:a16="http://schemas.microsoft.com/office/drawing/2014/main" id="{68B6892E-6701-EFBA-DB83-263548CBFF7B}"/>
                  </a:ext>
                </a:extLst>
              </p:cNvPr>
              <p:cNvSpPr>
                <a:spLocks noChangeShapeType="1"/>
              </p:cNvSpPr>
              <p:nvPr>
                <p:custDataLst>
                  <p:tags r:id="rId32"/>
                </p:custDataLst>
              </p:nvPr>
            </p:nvSpPr>
            <p:spPr bwMode="auto">
              <a:xfrm>
                <a:off x="41" y="22"/>
                <a:ext cx="114" cy="94"/>
              </a:xfrm>
              <a:prstGeom prst="line">
                <a:avLst/>
              </a:prstGeom>
              <a:noFill/>
              <a:ln w="9525" cmpd="sng">
                <a:solidFill>
                  <a:srgbClr val="002060"/>
                </a:solidFill>
                <a:round/>
                <a:tailEnd type="triangle" w="med" len="med"/>
              </a:ln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itchFamily="34" charset="0"/>
                  <a:ea typeface="宋体" pitchFamily="2" charset="-122"/>
                  <a:cs typeface="+mn-cs"/>
                </a:endParaRPr>
              </a:p>
            </p:txBody>
          </p:sp>
        </p:grpSp>
        <p:grpSp>
          <p:nvGrpSpPr>
            <p:cNvPr id="81" name="Group 51">
              <a:extLst>
                <a:ext uri="{FF2B5EF4-FFF2-40B4-BE49-F238E27FC236}">
                  <a16:creationId xmlns:a16="http://schemas.microsoft.com/office/drawing/2014/main" id="{9A5B24CF-0AE4-9579-980E-4148C588B846}"/>
                </a:ext>
              </a:extLst>
            </p:cNvPr>
            <p:cNvGrpSpPr/>
            <p:nvPr>
              <p:custDataLst>
                <p:tags r:id="rId16"/>
              </p:custDataLst>
            </p:nvPr>
          </p:nvGrpSpPr>
          <p:grpSpPr>
            <a:xfrm rot="6000000">
              <a:off x="1548" y="161"/>
              <a:ext cx="48" cy="146"/>
              <a:chOff x="0" y="-98"/>
              <a:chExt cx="48" cy="146"/>
            </a:xfrm>
          </p:grpSpPr>
          <p:sp>
            <p:nvSpPr>
              <p:cNvPr id="94" name="Oval 52">
                <a:extLst>
                  <a:ext uri="{FF2B5EF4-FFF2-40B4-BE49-F238E27FC236}">
                    <a16:creationId xmlns:a16="http://schemas.microsoft.com/office/drawing/2014/main" id="{59571C8C-19AB-012F-CF6A-DAAA7277C98B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29"/>
                </p:custDataLst>
              </p:nvPr>
            </p:nvSpPr>
            <p:spPr bwMode="auto">
              <a:xfrm>
                <a:off x="-2" y="1"/>
                <a:ext cx="48" cy="48"/>
              </a:xfrm>
              <a:prstGeom prst="ellipse">
                <a:avLst/>
              </a:prstGeom>
              <a:solidFill>
                <a:srgbClr val="FFFF66"/>
              </a:solidFill>
              <a:ln w="9525" cmpd="sng">
                <a:solidFill>
                  <a:srgbClr val="002060"/>
                </a:solidFill>
                <a:round/>
              </a:ln>
            </p:spPr>
            <p:txBody>
              <a:bodyPr wrap="none" anchor="ctr" anchorCtr="0">
                <a:noAutofit/>
              </a:bodyPr>
              <a:lstStyle>
                <a:lvl1pPr marL="227013" indent="-227013" algn="l" defTabSz="914400" rtl="0" eaLnBrk="0" fontAlgn="base" hangingPunct="0">
                  <a:lnSpc>
                    <a:spcPct val="90000"/>
                  </a:lnSpc>
                  <a:spcBef>
                    <a:spcPts val="10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8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6842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4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11414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0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5986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0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20558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0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 eaLnBrk="1" hangingPunct="0">
                  <a:lnSpc>
                    <a:spcPct val="120000"/>
                  </a:lnSpc>
                  <a:spcBef>
                    <a:spcPct val="0"/>
                  </a:spcBef>
                  <a:buNone/>
                </a:pPr>
                <a:endParaRPr lang="zh-CN" altLang="en-US" sz="3600" b="1">
                  <a:solidFill>
                    <a:srgbClr val="00B0F0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cxnSp>
            <p:nvCxnSpPr>
              <p:cNvPr id="95" name="Line 53">
                <a:extLst>
                  <a:ext uri="{FF2B5EF4-FFF2-40B4-BE49-F238E27FC236}">
                    <a16:creationId xmlns:a16="http://schemas.microsoft.com/office/drawing/2014/main" id="{BC531D38-76E8-B86B-BE09-88C73586485A}"/>
                  </a:ext>
                </a:extLst>
              </p:cNvPr>
              <p:cNvCxnSpPr/>
              <p:nvPr>
                <p:custDataLst>
                  <p:tags r:id="rId30"/>
                </p:custDataLst>
              </p:nvPr>
            </p:nvCxnSpPr>
            <p:spPr>
              <a:xfrm flipH="1" flipV="1">
                <a:off x="8" y="-98"/>
                <a:ext cx="32" cy="122"/>
              </a:xfrm>
              <a:prstGeom prst="line">
                <a:avLst/>
              </a:prstGeom>
              <a:noFill/>
              <a:ln>
                <a:solidFill>
                  <a:srgbClr val="002060"/>
                </a:solidFill>
                <a:miter lim="800000"/>
                <a:tailEnd type="triangle"/>
              </a:ln>
            </p:spPr>
          </p:cxnSp>
        </p:grpSp>
        <p:grpSp>
          <p:nvGrpSpPr>
            <p:cNvPr id="82" name="Group 54">
              <a:extLst>
                <a:ext uri="{FF2B5EF4-FFF2-40B4-BE49-F238E27FC236}">
                  <a16:creationId xmlns:a16="http://schemas.microsoft.com/office/drawing/2014/main" id="{0F807A5E-4423-855E-B55B-B8984B2E5847}"/>
                </a:ext>
              </a:extLst>
            </p:cNvPr>
            <p:cNvGrpSpPr/>
            <p:nvPr>
              <p:custDataLst>
                <p:tags r:id="rId17"/>
              </p:custDataLst>
            </p:nvPr>
          </p:nvGrpSpPr>
          <p:grpSpPr>
            <a:xfrm rot="13440000">
              <a:off x="663" y="147"/>
              <a:ext cx="98" cy="121"/>
              <a:chOff x="-50" y="0"/>
              <a:chExt cx="98" cy="121"/>
            </a:xfrm>
          </p:grpSpPr>
          <p:sp>
            <p:nvSpPr>
              <p:cNvPr id="92" name="Oval 55">
                <a:extLst>
                  <a:ext uri="{FF2B5EF4-FFF2-40B4-BE49-F238E27FC236}">
                    <a16:creationId xmlns:a16="http://schemas.microsoft.com/office/drawing/2014/main" id="{3D133711-3319-DB4B-6EE1-93E51EA3D010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27"/>
                </p:custDataLst>
              </p:nvPr>
            </p:nvSpPr>
            <p:spPr bwMode="auto">
              <a:xfrm>
                <a:off x="2" y="0"/>
                <a:ext cx="48" cy="48"/>
              </a:xfrm>
              <a:prstGeom prst="ellipse">
                <a:avLst/>
              </a:prstGeom>
              <a:solidFill>
                <a:srgbClr val="FFFF66"/>
              </a:solidFill>
              <a:ln w="9525" cmpd="sng">
                <a:solidFill>
                  <a:srgbClr val="002060"/>
                </a:solidFill>
                <a:round/>
              </a:ln>
            </p:spPr>
            <p:txBody>
              <a:bodyPr wrap="none" anchor="ctr" anchorCtr="0">
                <a:noAutofit/>
              </a:bodyPr>
              <a:lstStyle>
                <a:lvl1pPr marL="227013" indent="-227013" algn="l" defTabSz="914400" rtl="0" eaLnBrk="0" fontAlgn="base" hangingPunct="0">
                  <a:lnSpc>
                    <a:spcPct val="90000"/>
                  </a:lnSpc>
                  <a:spcBef>
                    <a:spcPts val="10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8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6842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4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11414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0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5986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0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20558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0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 eaLnBrk="1" hangingPunct="0">
                  <a:lnSpc>
                    <a:spcPct val="120000"/>
                  </a:lnSpc>
                  <a:spcBef>
                    <a:spcPct val="0"/>
                  </a:spcBef>
                  <a:buNone/>
                </a:pPr>
                <a:endParaRPr lang="zh-CN" altLang="en-US" sz="3600" b="1">
                  <a:solidFill>
                    <a:srgbClr val="00B0F0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cxnSp>
            <p:nvCxnSpPr>
              <p:cNvPr id="93" name="Line 56">
                <a:extLst>
                  <a:ext uri="{FF2B5EF4-FFF2-40B4-BE49-F238E27FC236}">
                    <a16:creationId xmlns:a16="http://schemas.microsoft.com/office/drawing/2014/main" id="{8B58E39C-7EA5-E9A8-8FA8-A76B5A9BA70B}"/>
                  </a:ext>
                </a:extLst>
              </p:cNvPr>
              <p:cNvCxnSpPr/>
              <p:nvPr>
                <p:custDataLst>
                  <p:tags r:id="rId28"/>
                </p:custDataLst>
              </p:nvPr>
            </p:nvCxnSpPr>
            <p:spPr>
              <a:xfrm flipH="1">
                <a:off x="-50" y="23"/>
                <a:ext cx="92" cy="98"/>
              </a:xfrm>
              <a:prstGeom prst="line">
                <a:avLst/>
              </a:prstGeom>
              <a:noFill/>
              <a:ln>
                <a:solidFill>
                  <a:srgbClr val="002060"/>
                </a:solidFill>
                <a:miter lim="800000"/>
                <a:tailEnd type="triangle"/>
              </a:ln>
            </p:spPr>
          </p:cxnSp>
        </p:grpSp>
        <p:grpSp>
          <p:nvGrpSpPr>
            <p:cNvPr id="83" name="Group 57">
              <a:extLst>
                <a:ext uri="{FF2B5EF4-FFF2-40B4-BE49-F238E27FC236}">
                  <a16:creationId xmlns:a16="http://schemas.microsoft.com/office/drawing/2014/main" id="{D9436AE5-5C9F-1B9C-2F75-6A4F627CDF6B}"/>
                </a:ext>
              </a:extLst>
            </p:cNvPr>
            <p:cNvGrpSpPr/>
            <p:nvPr>
              <p:custDataLst>
                <p:tags r:id="rId18"/>
              </p:custDataLst>
            </p:nvPr>
          </p:nvGrpSpPr>
          <p:grpSpPr>
            <a:xfrm rot="1680000">
              <a:off x="1258" y="345"/>
              <a:ext cx="173" cy="87"/>
              <a:chOff x="0" y="-39"/>
              <a:chExt cx="173" cy="87"/>
            </a:xfrm>
          </p:grpSpPr>
          <p:sp>
            <p:nvSpPr>
              <p:cNvPr id="90" name="Oval 58">
                <a:extLst>
                  <a:ext uri="{FF2B5EF4-FFF2-40B4-BE49-F238E27FC236}">
                    <a16:creationId xmlns:a16="http://schemas.microsoft.com/office/drawing/2014/main" id="{9D7B13CA-EDBC-8645-94F4-25B8FF38B8E1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25"/>
                </p:custDataLst>
              </p:nvPr>
            </p:nvSpPr>
            <p:spPr bwMode="auto">
              <a:xfrm>
                <a:off x="0" y="1"/>
                <a:ext cx="48" cy="48"/>
              </a:xfrm>
              <a:prstGeom prst="ellipse">
                <a:avLst/>
              </a:prstGeom>
              <a:solidFill>
                <a:srgbClr val="FFFF66"/>
              </a:solidFill>
              <a:ln w="9525" cmpd="sng">
                <a:solidFill>
                  <a:srgbClr val="002060"/>
                </a:solidFill>
                <a:round/>
              </a:ln>
            </p:spPr>
            <p:txBody>
              <a:bodyPr wrap="none" anchor="ctr" anchorCtr="0">
                <a:noAutofit/>
              </a:bodyPr>
              <a:lstStyle>
                <a:lvl1pPr marL="227013" indent="-227013" algn="l" defTabSz="914400" rtl="0" eaLnBrk="0" fontAlgn="base" hangingPunct="0">
                  <a:lnSpc>
                    <a:spcPct val="90000"/>
                  </a:lnSpc>
                  <a:spcBef>
                    <a:spcPts val="10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8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6842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4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11414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0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5986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0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20558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0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 eaLnBrk="1" hangingPunct="0">
                  <a:lnSpc>
                    <a:spcPct val="120000"/>
                  </a:lnSpc>
                  <a:spcBef>
                    <a:spcPct val="0"/>
                  </a:spcBef>
                  <a:buNone/>
                </a:pPr>
                <a:endParaRPr lang="zh-CN" altLang="en-US" sz="3600" b="1">
                  <a:solidFill>
                    <a:srgbClr val="00B0F0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cxnSp>
            <p:nvCxnSpPr>
              <p:cNvPr id="91" name="Line 59">
                <a:extLst>
                  <a:ext uri="{FF2B5EF4-FFF2-40B4-BE49-F238E27FC236}">
                    <a16:creationId xmlns:a16="http://schemas.microsoft.com/office/drawing/2014/main" id="{E4491573-2E13-2632-EBF3-03E9B3EEFCFE}"/>
                  </a:ext>
                </a:extLst>
              </p:cNvPr>
              <p:cNvCxnSpPr/>
              <p:nvPr>
                <p:custDataLst>
                  <p:tags r:id="rId26"/>
                </p:custDataLst>
              </p:nvPr>
            </p:nvCxnSpPr>
            <p:spPr>
              <a:xfrm flipV="1">
                <a:off x="39" y="-39"/>
                <a:ext cx="133" cy="63"/>
              </a:xfrm>
              <a:prstGeom prst="line">
                <a:avLst/>
              </a:prstGeom>
              <a:noFill/>
              <a:ln>
                <a:solidFill>
                  <a:srgbClr val="002060"/>
                </a:solidFill>
                <a:miter lim="800000"/>
                <a:tailEnd type="triangle"/>
              </a:ln>
            </p:spPr>
          </p:cxnSp>
        </p:grpSp>
        <p:grpSp>
          <p:nvGrpSpPr>
            <p:cNvPr id="84" name="Group 60">
              <a:extLst>
                <a:ext uri="{FF2B5EF4-FFF2-40B4-BE49-F238E27FC236}">
                  <a16:creationId xmlns:a16="http://schemas.microsoft.com/office/drawing/2014/main" id="{53260FA7-F8EE-7614-DF60-BA2CC8C96ABC}"/>
                </a:ext>
              </a:extLst>
            </p:cNvPr>
            <p:cNvGrpSpPr/>
            <p:nvPr>
              <p:custDataLst>
                <p:tags r:id="rId19"/>
              </p:custDataLst>
            </p:nvPr>
          </p:nvGrpSpPr>
          <p:grpSpPr>
            <a:xfrm rot="2580000">
              <a:off x="552" y="641"/>
              <a:ext cx="151" cy="129"/>
              <a:chOff x="-15" y="68"/>
              <a:chExt cx="151" cy="129"/>
            </a:xfrm>
          </p:grpSpPr>
          <p:sp>
            <p:nvSpPr>
              <p:cNvPr id="88" name="Oval 61">
                <a:extLst>
                  <a:ext uri="{FF2B5EF4-FFF2-40B4-BE49-F238E27FC236}">
                    <a16:creationId xmlns:a16="http://schemas.microsoft.com/office/drawing/2014/main" id="{B56C3535-906D-3DBD-5EB0-EAD67E66F1C5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23"/>
                </p:custDataLst>
              </p:nvPr>
            </p:nvSpPr>
            <p:spPr bwMode="auto">
              <a:xfrm>
                <a:off x="-17" y="148"/>
                <a:ext cx="48" cy="48"/>
              </a:xfrm>
              <a:prstGeom prst="ellipse">
                <a:avLst/>
              </a:prstGeom>
              <a:solidFill>
                <a:srgbClr val="FFFF66"/>
              </a:solidFill>
              <a:ln w="9525" cmpd="sng">
                <a:solidFill>
                  <a:srgbClr val="002060"/>
                </a:solidFill>
                <a:round/>
              </a:ln>
            </p:spPr>
            <p:txBody>
              <a:bodyPr wrap="none" anchor="ctr" anchorCtr="0">
                <a:noAutofit/>
              </a:bodyPr>
              <a:lstStyle>
                <a:lvl1pPr marL="227013" indent="-227013" algn="l" defTabSz="914400" rtl="0" eaLnBrk="0" fontAlgn="base" hangingPunct="0">
                  <a:lnSpc>
                    <a:spcPct val="90000"/>
                  </a:lnSpc>
                  <a:spcBef>
                    <a:spcPts val="10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8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6842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4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11414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0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5986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0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20558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0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 eaLnBrk="1" hangingPunct="0">
                  <a:lnSpc>
                    <a:spcPct val="120000"/>
                  </a:lnSpc>
                  <a:spcBef>
                    <a:spcPct val="0"/>
                  </a:spcBef>
                  <a:buNone/>
                </a:pPr>
                <a:endParaRPr lang="zh-CN" altLang="en-US" sz="3600" b="1">
                  <a:solidFill>
                    <a:srgbClr val="00B0F0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cxnSp>
            <p:nvCxnSpPr>
              <p:cNvPr id="89" name="Line 62">
                <a:extLst>
                  <a:ext uri="{FF2B5EF4-FFF2-40B4-BE49-F238E27FC236}">
                    <a16:creationId xmlns:a16="http://schemas.microsoft.com/office/drawing/2014/main" id="{6FA31F9B-A1C6-4E40-84F4-CB2A64A67EBD}"/>
                  </a:ext>
                </a:extLst>
              </p:cNvPr>
              <p:cNvCxnSpPr/>
              <p:nvPr>
                <p:custDataLst>
                  <p:tags r:id="rId24"/>
                </p:custDataLst>
              </p:nvPr>
            </p:nvCxnSpPr>
            <p:spPr>
              <a:xfrm flipV="1">
                <a:off x="24" y="68"/>
                <a:ext cx="111" cy="97"/>
              </a:xfrm>
              <a:prstGeom prst="line">
                <a:avLst/>
              </a:prstGeom>
              <a:noFill/>
              <a:ln>
                <a:solidFill>
                  <a:srgbClr val="002060"/>
                </a:solidFill>
                <a:miter lim="800000"/>
                <a:tailEnd type="triangle"/>
              </a:ln>
            </p:spPr>
          </p:cxnSp>
        </p:grpSp>
        <p:grpSp>
          <p:nvGrpSpPr>
            <p:cNvPr id="85" name="Group 63">
              <a:extLst>
                <a:ext uri="{FF2B5EF4-FFF2-40B4-BE49-F238E27FC236}">
                  <a16:creationId xmlns:a16="http://schemas.microsoft.com/office/drawing/2014/main" id="{3737A7DE-F723-BE36-B112-37CDFAB9D699}"/>
                </a:ext>
              </a:extLst>
            </p:cNvPr>
            <p:cNvGrpSpPr/>
            <p:nvPr>
              <p:custDataLst>
                <p:tags r:id="rId20"/>
              </p:custDataLst>
            </p:nvPr>
          </p:nvGrpSpPr>
          <p:grpSpPr>
            <a:xfrm rot="2880000">
              <a:off x="162" y="361"/>
              <a:ext cx="132" cy="131"/>
              <a:chOff x="0" y="-83"/>
              <a:chExt cx="132" cy="131"/>
            </a:xfrm>
          </p:grpSpPr>
          <p:sp>
            <p:nvSpPr>
              <p:cNvPr id="86" name="Oval 64">
                <a:extLst>
                  <a:ext uri="{FF2B5EF4-FFF2-40B4-BE49-F238E27FC236}">
                    <a16:creationId xmlns:a16="http://schemas.microsoft.com/office/drawing/2014/main" id="{32869D94-5ED2-877D-FADA-8CDC650AC05C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21"/>
                </p:custDataLst>
              </p:nvPr>
            </p:nvSpPr>
            <p:spPr bwMode="auto">
              <a:xfrm>
                <a:off x="-1" y="2"/>
                <a:ext cx="48" cy="48"/>
              </a:xfrm>
              <a:prstGeom prst="ellipse">
                <a:avLst/>
              </a:prstGeom>
              <a:solidFill>
                <a:srgbClr val="FFFF66"/>
              </a:solidFill>
              <a:ln w="9525" cmpd="sng">
                <a:solidFill>
                  <a:srgbClr val="002060"/>
                </a:solidFill>
                <a:round/>
              </a:ln>
            </p:spPr>
            <p:txBody>
              <a:bodyPr wrap="none" anchor="ctr" anchorCtr="0">
                <a:noAutofit/>
              </a:bodyPr>
              <a:lstStyle>
                <a:lvl1pPr marL="227013" indent="-227013" algn="l" defTabSz="914400" rtl="0" eaLnBrk="0" fontAlgn="base" hangingPunct="0">
                  <a:lnSpc>
                    <a:spcPct val="90000"/>
                  </a:lnSpc>
                  <a:spcBef>
                    <a:spcPts val="10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8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6842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4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11414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0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5986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0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2055813" indent="-227013" algn="l" defTabSz="91440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defRPr kumimoji="0" lang="zh-CN" altLang="en-US" sz="2000" b="0" i="0" u="none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3765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lang="zh-CN" altLang="en-US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 eaLnBrk="1" hangingPunct="0">
                  <a:lnSpc>
                    <a:spcPct val="120000"/>
                  </a:lnSpc>
                  <a:spcBef>
                    <a:spcPct val="0"/>
                  </a:spcBef>
                  <a:buNone/>
                </a:pPr>
                <a:endParaRPr lang="zh-CN" altLang="en-US" sz="3600" b="1">
                  <a:solidFill>
                    <a:srgbClr val="00B0F0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cxnSp>
            <p:nvCxnSpPr>
              <p:cNvPr id="87" name="Line 65">
                <a:extLst>
                  <a:ext uri="{FF2B5EF4-FFF2-40B4-BE49-F238E27FC236}">
                    <a16:creationId xmlns:a16="http://schemas.microsoft.com/office/drawing/2014/main" id="{630E89BA-EE67-D45D-9AE5-05C07BA631BB}"/>
                  </a:ext>
                </a:extLst>
              </p:cNvPr>
              <p:cNvCxnSpPr/>
              <p:nvPr>
                <p:custDataLst>
                  <p:tags r:id="rId22"/>
                </p:custDataLst>
              </p:nvPr>
            </p:nvCxnSpPr>
            <p:spPr>
              <a:xfrm flipV="1">
                <a:off x="39" y="-81"/>
                <a:ext cx="92" cy="107"/>
              </a:xfrm>
              <a:prstGeom prst="line">
                <a:avLst/>
              </a:prstGeom>
              <a:noFill/>
              <a:ln>
                <a:solidFill>
                  <a:srgbClr val="002060"/>
                </a:solidFill>
                <a:miter lim="800000"/>
                <a:tailEnd type="triangle"/>
              </a:ln>
            </p:spPr>
          </p:cxnSp>
        </p:grpSp>
      </p:grpSp>
    </p:spTree>
    <p:extLst>
      <p:ext uri="{BB962C8B-B14F-4D97-AF65-F5344CB8AC3E}">
        <p14:creationId xmlns:p14="http://schemas.microsoft.com/office/powerpoint/2010/main" val="308097252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17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6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64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72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75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78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8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84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87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9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93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96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99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02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05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08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1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14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17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2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23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24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25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2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22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18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19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15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16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12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13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09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10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06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07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03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04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00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01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97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98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94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95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91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92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88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89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85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86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82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83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79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80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76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77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73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74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65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66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67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68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69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70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71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31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32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40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43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46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49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52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55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58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61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64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67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70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73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76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79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82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85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88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91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92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93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89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90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86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87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83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84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80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81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77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78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74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75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71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72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68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69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65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66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62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63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59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60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56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57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53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54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50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51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47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48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44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45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41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42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33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34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35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36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37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38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39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31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32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40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43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46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49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52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55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58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61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64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67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70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73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76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79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82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85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88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91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92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93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89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90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86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87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83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84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80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81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77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78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74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75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71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72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68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69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65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66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62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63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59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60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56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57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53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54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50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51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47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48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44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45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41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42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33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34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35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36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37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38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39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Stand Chinese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功" id="{305D7A6B-F211-124E-A565-AFD60AE97881}" vid="{BCE79254-6837-AE48-BBE5-2699EE225D4E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EABE2CA4-5CE9-2440-9071-90B6093A4AB4}">
  <we:reference id="wa200010001" version="1.0.0.1" store="en-US" storeType="OMEX"/>
  <we:alternateReferences>
    <we:reference id="wa200010001" version="1.0.0.1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主题​​</Template>
  <TotalTime>64</TotalTime>
  <Words>319</Words>
  <Application>Microsoft Macintosh PowerPoint</Application>
  <PresentationFormat>Widescreen</PresentationFormat>
  <Paragraphs>32</Paragraphs>
  <Slides>15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黑体</vt:lpstr>
      <vt:lpstr>宋体</vt:lpstr>
      <vt:lpstr>华文新魏</vt:lpstr>
      <vt:lpstr>Arial</vt:lpstr>
      <vt:lpstr>Cambria Math</vt:lpstr>
      <vt:lpstr>Times New Roman</vt:lpstr>
      <vt:lpstr>Office 主题​​</vt:lpstr>
      <vt:lpstr>公式</vt:lpstr>
      <vt:lpstr>电源和电流</vt:lpstr>
      <vt:lpstr>估计电流和电压</vt:lpstr>
      <vt:lpstr>电流是如何产生的？</vt:lpstr>
      <vt:lpstr>如何产生持续的电流？</vt:lpstr>
      <vt:lpstr>常见的电源</vt:lpstr>
      <vt:lpstr>电池的容量</vt:lpstr>
      <vt:lpstr>恒定电流时如何产生的？ 此时的电场是怎样的？</vt:lpstr>
      <vt:lpstr>恒定电流</vt:lpstr>
      <vt:lpstr>电解液中的恒定电流</vt:lpstr>
      <vt:lpstr>PowerPoint Presentation</vt:lpstr>
      <vt:lpstr>PowerPoint Presentation</vt:lpstr>
      <vt:lpstr>PowerPoint Presentation</vt:lpstr>
      <vt:lpstr>电流的微观解释</vt:lpstr>
      <vt:lpstr>电流的微观解释</vt:lpstr>
      <vt:lpstr>电流的微观解释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Xingyu Shu</dc:creator>
  <cp:lastModifiedBy>Xingyu Shu</cp:lastModifiedBy>
  <cp:revision>6</cp:revision>
  <dcterms:created xsi:type="dcterms:W3CDTF">2026-05-20T01:01:59Z</dcterms:created>
  <dcterms:modified xsi:type="dcterms:W3CDTF">2026-05-20T02:35:02Z</dcterms:modified>
</cp:coreProperties>
</file>