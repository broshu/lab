
<file path=[Content_Types].xml><?xml version="1.0" encoding="utf-8"?>
<Types xmlns="http://schemas.openxmlformats.org/package/2006/content-types">
  <Default Extension="bin" ContentType="image/jpeg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828" r:id="rId3"/>
    <p:sldId id="829" r:id="rId4"/>
    <p:sldId id="319" r:id="rId5"/>
    <p:sldId id="342" r:id="rId6"/>
    <p:sldId id="345" r:id="rId7"/>
    <p:sldId id="346" r:id="rId8"/>
    <p:sldId id="349" r:id="rId9"/>
    <p:sldId id="323" r:id="rId10"/>
    <p:sldId id="324" r:id="rId11"/>
    <p:sldId id="325" r:id="rId12"/>
    <p:sldId id="352" r:id="rId13"/>
    <p:sldId id="353" r:id="rId14"/>
    <p:sldId id="378" r:id="rId15"/>
    <p:sldId id="35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6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slide" Target="../slides/slide4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BAE26-56B8-2430-61FE-210867C46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7BB5E0-8FB4-28ED-7516-8F1B6E232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2B10A-941C-D939-27AC-6B15C7D3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AD2BD-88C2-A651-59BE-1F23AE6A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89C6D7-3953-E131-FC50-ABB0C76B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1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87BA6-2A8E-5FA0-58D6-C944834A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081"/>
            <a:ext cx="10515600" cy="5811838"/>
          </a:xfrm>
        </p:spPr>
        <p:txBody>
          <a:bodyPr/>
          <a:lstStyle>
            <a:lvl1pPr marL="0" indent="0">
              <a:buNone/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4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037C5-4353-B18D-E7F6-50395C053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>
            <a:lvl1pPr algn="ctr"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95E053-2D55-7D42-832A-64D9FD71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09B3BC-5091-C9EB-93DC-DAA2C048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B95254-26E7-464E-C68E-165FA680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0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35E84-15A1-7FC9-AFAF-8FADC46C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4AF478-0EFE-AC89-ED8A-29756B0B9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9BB167-44B9-706B-D666-89AE18CB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7B3BB-7A6E-45B9-71DF-CB6C64FB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62526-EB46-7571-519E-1D9919B8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DE84E-A2DC-6924-24F0-2B979681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9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554D5-D7A9-A1DD-900A-2FD838DA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E7B749-E7A9-21B5-B42B-E0A39C25C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7C0BC1-B0B5-7AAD-E11A-81B8F71F4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39032A-E84E-69B4-CBA0-AA0E80DEE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5D864D-D9D2-FFDB-0B84-6A573F795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228042-54E5-4EAA-2940-C44C5744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899DAD-BFB9-32DF-3CE6-59BAD615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AF6A48-CE64-6945-8AD6-C8258AA9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96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26">
            <a:hlinkClick r:id="rId3" action="ppaction://hlinksldjump"/>
          </p:cNvPr>
          <p:cNvSpPr txBox="1"/>
          <p:nvPr userDrawn="1"/>
        </p:nvSpPr>
        <p:spPr>
          <a:xfrm>
            <a:off x="11519866" y="6453601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  <p:sp>
        <p:nvSpPr>
          <p:cNvPr id="6" name="TextBox 26"/>
          <p:cNvSpPr txBox="1"/>
          <p:nvPr userDrawn="1"/>
        </p:nvSpPr>
        <p:spPr>
          <a:xfrm>
            <a:off x="706381" y="28047"/>
            <a:ext cx="3217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物 理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·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选择性必修第二册</a:t>
            </a:r>
          </a:p>
        </p:txBody>
      </p:sp>
      <p:cxnSp>
        <p:nvCxnSpPr>
          <p:cNvPr id="7" name="直接箭头连接符 6"/>
          <p:cNvCxnSpPr/>
          <p:nvPr userDrawn="1"/>
        </p:nvCxnSpPr>
        <p:spPr>
          <a:xfrm>
            <a:off x="773038" y="366455"/>
            <a:ext cx="11377264" cy="0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 userDrawn="1"/>
        </p:nvSpPr>
        <p:spPr>
          <a:xfrm>
            <a:off x="0" y="-972"/>
            <a:ext cx="508986" cy="357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Microsoft JhengHei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580369" y="-4354"/>
            <a:ext cx="90025" cy="357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3324573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416FE3-9FFB-D473-650E-C0FF0838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876DD-7317-1E24-5465-9C24EFCE5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481CF-CAF6-E439-D9F9-98DE38F88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95057-F28B-4021-A46F-4C2D267CFC9D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23095-2A83-7320-9954-6441CBEAF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FB62F-A58A-E29F-AA4A-4628B2479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4" r:id="rId4"/>
    <p:sldLayoutId id="2147483652" r:id="rId5"/>
    <p:sldLayoutId id="2147483653" r:id="rId6"/>
    <p:sldLayoutId id="214748365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84" Type="http://schemas.openxmlformats.org/officeDocument/2006/relationships/tags" Target="../tags/tag84.xml"/><Relationship Id="rId89" Type="http://schemas.openxmlformats.org/officeDocument/2006/relationships/tags" Target="../tags/tag89.xml"/><Relationship Id="rId16" Type="http://schemas.openxmlformats.org/officeDocument/2006/relationships/tags" Target="../tags/tag16.xml"/><Relationship Id="rId107" Type="http://schemas.openxmlformats.org/officeDocument/2006/relationships/slideLayout" Target="../slideLayouts/slideLayout5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102" Type="http://schemas.openxmlformats.org/officeDocument/2006/relationships/tags" Target="../tags/tag102.xml"/><Relationship Id="rId123" Type="http://schemas.openxmlformats.org/officeDocument/2006/relationships/image" Target="NULL"/><Relationship Id="rId128" Type="http://schemas.openxmlformats.org/officeDocument/2006/relationships/tags" Target="NULL"/><Relationship Id="rId5" Type="http://schemas.openxmlformats.org/officeDocument/2006/relationships/tags" Target="../tags/tag5.xml"/><Relationship Id="rId90" Type="http://schemas.openxmlformats.org/officeDocument/2006/relationships/tags" Target="../tags/tag90.xml"/><Relationship Id="rId95" Type="http://schemas.openxmlformats.org/officeDocument/2006/relationships/tags" Target="../tags/tag95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118" Type="http://schemas.openxmlformats.org/officeDocument/2006/relationships/tags" Target="NULL"/><Relationship Id="rId80" Type="http://schemas.openxmlformats.org/officeDocument/2006/relationships/tags" Target="../tags/tag80.xml"/><Relationship Id="rId85" Type="http://schemas.openxmlformats.org/officeDocument/2006/relationships/tags" Target="../tags/tag85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59" Type="http://schemas.openxmlformats.org/officeDocument/2006/relationships/tags" Target="../tags/tag59.xml"/><Relationship Id="rId103" Type="http://schemas.openxmlformats.org/officeDocument/2006/relationships/tags" Target="../tags/tag103.xml"/><Relationship Id="rId108" Type="http://schemas.openxmlformats.org/officeDocument/2006/relationships/image" Target="NULL"/><Relationship Id="rId124" Type="http://schemas.openxmlformats.org/officeDocument/2006/relationships/tags" Target="NULL"/><Relationship Id="rId129" Type="http://schemas.openxmlformats.org/officeDocument/2006/relationships/image" Target="NULL"/><Relationship Id="rId54" Type="http://schemas.openxmlformats.org/officeDocument/2006/relationships/tags" Target="../tags/tag54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91" Type="http://schemas.openxmlformats.org/officeDocument/2006/relationships/tags" Target="../tags/tag91.xml"/><Relationship Id="rId96" Type="http://schemas.openxmlformats.org/officeDocument/2006/relationships/tags" Target="../tags/tag9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49" Type="http://schemas.openxmlformats.org/officeDocument/2006/relationships/tags" Target="../tags/tag49.xml"/><Relationship Id="rId119" Type="http://schemas.openxmlformats.org/officeDocument/2006/relationships/image" Target="NULL"/><Relationship Id="rId44" Type="http://schemas.openxmlformats.org/officeDocument/2006/relationships/tags" Target="../tags/tag44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81" Type="http://schemas.openxmlformats.org/officeDocument/2006/relationships/tags" Target="../tags/tag81.xml"/><Relationship Id="rId86" Type="http://schemas.openxmlformats.org/officeDocument/2006/relationships/tags" Target="../tags/tag86.xml"/><Relationship Id="rId130" Type="http://schemas.openxmlformats.org/officeDocument/2006/relationships/tags" Target="NUL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104" Type="http://schemas.openxmlformats.org/officeDocument/2006/relationships/tags" Target="../tags/tag104.xml"/><Relationship Id="rId120" Type="http://schemas.openxmlformats.org/officeDocument/2006/relationships/tags" Target="NULL"/><Relationship Id="rId125" Type="http://schemas.openxmlformats.org/officeDocument/2006/relationships/image" Target="NUL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131" Type="http://schemas.openxmlformats.org/officeDocument/2006/relationships/image" Target="NUL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105" Type="http://schemas.openxmlformats.org/officeDocument/2006/relationships/tags" Target="../tags/tag105.xml"/><Relationship Id="rId126" Type="http://schemas.openxmlformats.org/officeDocument/2006/relationships/tags" Target="NUL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93" Type="http://schemas.openxmlformats.org/officeDocument/2006/relationships/tags" Target="../tags/tag93.xml"/><Relationship Id="rId98" Type="http://schemas.openxmlformats.org/officeDocument/2006/relationships/tags" Target="../tags/tag98.xml"/><Relationship Id="rId121" Type="http://schemas.openxmlformats.org/officeDocument/2006/relationships/image" Target="NULL"/><Relationship Id="rId3" Type="http://schemas.openxmlformats.org/officeDocument/2006/relationships/tags" Target="../tags/tag3.xml"/><Relationship Id="rId25" Type="http://schemas.openxmlformats.org/officeDocument/2006/relationships/tags" Target="../tags/tag25.xml"/><Relationship Id="rId46" Type="http://schemas.openxmlformats.org/officeDocument/2006/relationships/tags" Target="../tags/tag46.xml"/><Relationship Id="rId67" Type="http://schemas.openxmlformats.org/officeDocument/2006/relationships/tags" Target="../tags/tag67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62" Type="http://schemas.openxmlformats.org/officeDocument/2006/relationships/tags" Target="../tags/tag62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15" Type="http://schemas.openxmlformats.org/officeDocument/2006/relationships/tags" Target="../tags/tag15.xml"/><Relationship Id="rId36" Type="http://schemas.openxmlformats.org/officeDocument/2006/relationships/tags" Target="../tags/tag36.xml"/><Relationship Id="rId57" Type="http://schemas.openxmlformats.org/officeDocument/2006/relationships/tags" Target="../tags/tag57.xml"/><Relationship Id="rId106" Type="http://schemas.openxmlformats.org/officeDocument/2006/relationships/tags" Target="../tags/tag106.xml"/><Relationship Id="rId127" Type="http://schemas.openxmlformats.org/officeDocument/2006/relationships/image" Target="NUL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52" Type="http://schemas.openxmlformats.org/officeDocument/2006/relationships/tags" Target="../tags/tag52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94" Type="http://schemas.openxmlformats.org/officeDocument/2006/relationships/tags" Target="../tags/tag94.xml"/><Relationship Id="rId99" Type="http://schemas.openxmlformats.org/officeDocument/2006/relationships/tags" Target="../tags/tag99.xml"/><Relationship Id="rId101" Type="http://schemas.openxmlformats.org/officeDocument/2006/relationships/tags" Target="../tags/tag101.xml"/><Relationship Id="rId122" Type="http://schemas.openxmlformats.org/officeDocument/2006/relationships/tags" Target="NUL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bin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bin"/><Relationship Id="rId2" Type="http://schemas.openxmlformats.org/officeDocument/2006/relationships/image" Target="../media/image4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bin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bin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39C6A-35F9-6DBD-E959-5D2155522F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 dirty="0"/>
              <a:t>带电粒子在</a:t>
            </a:r>
            <a:br>
              <a:rPr lang="en-CN" dirty="0"/>
            </a:br>
            <a:r>
              <a:rPr lang="en-CN" dirty="0"/>
              <a:t>匀强磁场中的运动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B86602-959E-1A17-69AF-E9C90E1E2B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Charged particles in the movement of a uniform magnetic field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712078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洛伦兹力">
            <a:hlinkClick r:id="" action="ppaction://media"/>
            <a:extLst>
              <a:ext uri="{FF2B5EF4-FFF2-40B4-BE49-F238E27FC236}">
                <a16:creationId xmlns:a16="http://schemas.microsoft.com/office/drawing/2014/main" id="{54BA92A6-7C6B-4968-4A42-2248FF3A3FA3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8688" y="522288"/>
            <a:ext cx="10334625" cy="5813425"/>
          </a:xfrm>
        </p:spPr>
      </p:pic>
    </p:spTree>
    <p:extLst>
      <p:ext uri="{BB962C8B-B14F-4D97-AF65-F5344CB8AC3E}">
        <p14:creationId xmlns:p14="http://schemas.microsoft.com/office/powerpoint/2010/main" val="474801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20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A26CA-CFC6-84AC-0764-7084F8095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带电粒子在磁场中做圆周运动半径和周期​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79275-CF7B-A48E-EFD0-851C5CC24B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7E9D82B-1F50-E7D7-019C-F680B587C1B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kumimoji="1" lang="en-US" altLang="zh-CN" b="0" dirty="0"/>
              </a:p>
              <a:p>
                <a:endParaRPr kumimoji="1" lang="en-US" altLang="zh-CN" dirty="0"/>
              </a:p>
              <a:p>
                <a:endParaRPr kumimoji="1" lang="en-US" altLang="zh-CN" b="0" dirty="0"/>
              </a:p>
              <a:p>
                <a:endParaRPr kumimoji="1" lang="en-US" altLang="zh-CN" b="0" dirty="0"/>
              </a:p>
              <a:p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kumimoji="1" lang="en-US" altLang="zh-CN" b="0" dirty="0"/>
              </a:p>
              <a:p>
                <a:endParaRPr kumimoji="1" lang="zh-CN" alt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7E9D82B-1F50-E7D7-019C-F680B587C1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108"/>
                <a:stretch>
                  <a:fillRect l="-2200" t="-14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5C36357C-6D64-9F8C-BD59-A164411E5843}"/>
              </a:ext>
            </a:extLst>
          </p:cNvPr>
          <p:cNvGrpSpPr/>
          <p:nvPr/>
        </p:nvGrpSpPr>
        <p:grpSpPr>
          <a:xfrm>
            <a:off x="1418421" y="2012749"/>
            <a:ext cx="4021157" cy="3977089"/>
            <a:chOff x="1300806" y="2038518"/>
            <a:chExt cx="4021157" cy="3977089"/>
          </a:xfrm>
        </p:grpSpPr>
        <p:grpSp>
          <p:nvGrpSpPr>
            <p:cNvPr id="84" name="组合 88">
              <a:extLst>
                <a:ext uri="{FF2B5EF4-FFF2-40B4-BE49-F238E27FC236}">
                  <a16:creationId xmlns:a16="http://schemas.microsoft.com/office/drawing/2014/main" id="{84E5E705-AC4A-957E-5B14-288FF98DDD99}"/>
                </a:ext>
              </a:extLst>
            </p:cNvPr>
            <p:cNvGrpSpPr/>
            <p:nvPr>
              <p:custDataLst>
                <p:tags r:id="rId1"/>
              </p:custDataLst>
            </p:nvPr>
          </p:nvGrpSpPr>
          <p:grpSpPr>
            <a:xfrm>
              <a:off x="1300806" y="2038518"/>
              <a:ext cx="4021157" cy="3977089"/>
              <a:chOff x="429657" y="1608463"/>
              <a:chExt cx="4021157" cy="3977089"/>
            </a:xfrm>
          </p:grpSpPr>
          <p:grpSp>
            <p:nvGrpSpPr>
              <p:cNvPr id="113" name="组合 89">
                <a:extLst>
                  <a:ext uri="{FF2B5EF4-FFF2-40B4-BE49-F238E27FC236}">
                    <a16:creationId xmlns:a16="http://schemas.microsoft.com/office/drawing/2014/main" id="{40B27786-AF76-D607-29CD-EEB45A7C0937}"/>
                  </a:ext>
                </a:extLst>
              </p:cNvPr>
              <p:cNvGrpSpPr/>
              <p:nvPr>
                <p:custDataLst>
                  <p:tags r:id="rId30"/>
                </p:custDataLst>
              </p:nvPr>
            </p:nvGrpSpPr>
            <p:grpSpPr>
              <a:xfrm rot="2700000">
                <a:off x="669421" y="1810118"/>
                <a:ext cx="180000" cy="180000"/>
                <a:chOff x="755576" y="1443902"/>
                <a:chExt cx="288032" cy="288032"/>
              </a:xfrm>
            </p:grpSpPr>
            <p:cxnSp>
              <p:nvCxnSpPr>
                <p:cNvPr id="188" name="直接连接符 176">
                  <a:extLst>
                    <a:ext uri="{FF2B5EF4-FFF2-40B4-BE49-F238E27FC236}">
                      <a16:creationId xmlns:a16="http://schemas.microsoft.com/office/drawing/2014/main" id="{8AD718A3-1144-C091-D54E-D99EC4EDEC30}"/>
                    </a:ext>
                  </a:extLst>
                </p:cNvPr>
                <p:cNvCxnSpPr/>
                <p:nvPr>
                  <p:custDataLst>
                    <p:tags r:id="rId105"/>
                  </p:custDataLst>
                </p:nvPr>
              </p:nvCxnSpPr>
              <p:spPr>
                <a:xfrm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直接连接符 177">
                  <a:extLst>
                    <a:ext uri="{FF2B5EF4-FFF2-40B4-BE49-F238E27FC236}">
                      <a16:creationId xmlns:a16="http://schemas.microsoft.com/office/drawing/2014/main" id="{E8DCDAAD-C9DD-9261-50E6-668DDC2C6F06}"/>
                    </a:ext>
                  </a:extLst>
                </p:cNvPr>
                <p:cNvCxnSpPr/>
                <p:nvPr>
                  <p:custDataLst>
                    <p:tags r:id="rId106"/>
                  </p:custDataLst>
                </p:nvPr>
              </p:nvCxnSpPr>
              <p:spPr>
                <a:xfrm rot="5400000"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4" name="组合 90">
                <a:extLst>
                  <a:ext uri="{FF2B5EF4-FFF2-40B4-BE49-F238E27FC236}">
                    <a16:creationId xmlns:a16="http://schemas.microsoft.com/office/drawing/2014/main" id="{DF6281B6-9952-DC67-1848-BCE19822F303}"/>
                  </a:ext>
                </a:extLst>
              </p:cNvPr>
              <p:cNvGrpSpPr/>
              <p:nvPr>
                <p:custDataLst>
                  <p:tags r:id="rId31"/>
                </p:custDataLst>
              </p:nvPr>
            </p:nvGrpSpPr>
            <p:grpSpPr>
              <a:xfrm rot="2700000">
                <a:off x="669421" y="2654448"/>
                <a:ext cx="180000" cy="180000"/>
                <a:chOff x="755576" y="1443902"/>
                <a:chExt cx="288032" cy="288032"/>
              </a:xfrm>
            </p:grpSpPr>
            <p:cxnSp>
              <p:nvCxnSpPr>
                <p:cNvPr id="186" name="直接连接符 174">
                  <a:extLst>
                    <a:ext uri="{FF2B5EF4-FFF2-40B4-BE49-F238E27FC236}">
                      <a16:creationId xmlns:a16="http://schemas.microsoft.com/office/drawing/2014/main" id="{67055483-D05E-5209-2651-D2A7C389419B}"/>
                    </a:ext>
                  </a:extLst>
                </p:cNvPr>
                <p:cNvCxnSpPr/>
                <p:nvPr>
                  <p:custDataLst>
                    <p:tags r:id="rId103"/>
                  </p:custDataLst>
                </p:nvPr>
              </p:nvCxnSpPr>
              <p:spPr>
                <a:xfrm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直接连接符 175">
                  <a:extLst>
                    <a:ext uri="{FF2B5EF4-FFF2-40B4-BE49-F238E27FC236}">
                      <a16:creationId xmlns:a16="http://schemas.microsoft.com/office/drawing/2014/main" id="{D4A0D19E-2618-8006-CB17-4D9A49B1BA6D}"/>
                    </a:ext>
                  </a:extLst>
                </p:cNvPr>
                <p:cNvCxnSpPr/>
                <p:nvPr>
                  <p:custDataLst>
                    <p:tags r:id="rId104"/>
                  </p:custDataLst>
                </p:nvPr>
              </p:nvCxnSpPr>
              <p:spPr>
                <a:xfrm rot="5400000"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5" name="组合 91">
                <a:extLst>
                  <a:ext uri="{FF2B5EF4-FFF2-40B4-BE49-F238E27FC236}">
                    <a16:creationId xmlns:a16="http://schemas.microsoft.com/office/drawing/2014/main" id="{75001715-8420-0194-2439-AEFEC4216502}"/>
                  </a:ext>
                </a:extLst>
              </p:cNvPr>
              <p:cNvGrpSpPr/>
              <p:nvPr>
                <p:custDataLst>
                  <p:tags r:id="rId32"/>
                </p:custDataLst>
              </p:nvPr>
            </p:nvGrpSpPr>
            <p:grpSpPr>
              <a:xfrm rot="2700000">
                <a:off x="669421" y="3506484"/>
                <a:ext cx="180000" cy="180000"/>
                <a:chOff x="755576" y="1443902"/>
                <a:chExt cx="288032" cy="288032"/>
              </a:xfrm>
            </p:grpSpPr>
            <p:cxnSp>
              <p:nvCxnSpPr>
                <p:cNvPr id="184" name="直接连接符 172">
                  <a:extLst>
                    <a:ext uri="{FF2B5EF4-FFF2-40B4-BE49-F238E27FC236}">
                      <a16:creationId xmlns:a16="http://schemas.microsoft.com/office/drawing/2014/main" id="{E629E619-E5CC-4E1E-5445-78774A3832DF}"/>
                    </a:ext>
                  </a:extLst>
                </p:cNvPr>
                <p:cNvCxnSpPr/>
                <p:nvPr>
                  <p:custDataLst>
                    <p:tags r:id="rId101"/>
                  </p:custDataLst>
                </p:nvPr>
              </p:nvCxnSpPr>
              <p:spPr>
                <a:xfrm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直接连接符 173">
                  <a:extLst>
                    <a:ext uri="{FF2B5EF4-FFF2-40B4-BE49-F238E27FC236}">
                      <a16:creationId xmlns:a16="http://schemas.microsoft.com/office/drawing/2014/main" id="{5220D261-D4D6-0F4C-94EA-24FAE6B83829}"/>
                    </a:ext>
                  </a:extLst>
                </p:cNvPr>
                <p:cNvCxnSpPr/>
                <p:nvPr>
                  <p:custDataLst>
                    <p:tags r:id="rId102"/>
                  </p:custDataLst>
                </p:nvPr>
              </p:nvCxnSpPr>
              <p:spPr>
                <a:xfrm rot="5400000"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6" name="组合 92">
                <a:extLst>
                  <a:ext uri="{FF2B5EF4-FFF2-40B4-BE49-F238E27FC236}">
                    <a16:creationId xmlns:a16="http://schemas.microsoft.com/office/drawing/2014/main" id="{13061DF0-CC8C-35A6-197D-5AF6D532F889}"/>
                  </a:ext>
                </a:extLst>
              </p:cNvPr>
              <p:cNvGrpSpPr/>
              <p:nvPr>
                <p:custDataLst>
                  <p:tags r:id="rId33"/>
                </p:custDataLst>
              </p:nvPr>
            </p:nvGrpSpPr>
            <p:grpSpPr>
              <a:xfrm rot="2700000">
                <a:off x="1484668" y="1810118"/>
                <a:ext cx="180000" cy="180000"/>
                <a:chOff x="755576" y="1443902"/>
                <a:chExt cx="288032" cy="288032"/>
              </a:xfrm>
            </p:grpSpPr>
            <p:cxnSp>
              <p:nvCxnSpPr>
                <p:cNvPr id="182" name="直接连接符 170">
                  <a:extLst>
                    <a:ext uri="{FF2B5EF4-FFF2-40B4-BE49-F238E27FC236}">
                      <a16:creationId xmlns:a16="http://schemas.microsoft.com/office/drawing/2014/main" id="{FE354A7A-FD8D-C237-AA8E-E3C855DC1507}"/>
                    </a:ext>
                  </a:extLst>
                </p:cNvPr>
                <p:cNvCxnSpPr/>
                <p:nvPr>
                  <p:custDataLst>
                    <p:tags r:id="rId99"/>
                  </p:custDataLst>
                </p:nvPr>
              </p:nvCxnSpPr>
              <p:spPr>
                <a:xfrm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直接连接符 171">
                  <a:extLst>
                    <a:ext uri="{FF2B5EF4-FFF2-40B4-BE49-F238E27FC236}">
                      <a16:creationId xmlns:a16="http://schemas.microsoft.com/office/drawing/2014/main" id="{7806A29F-1E2E-5E92-374C-4F7E9D68268F}"/>
                    </a:ext>
                  </a:extLst>
                </p:cNvPr>
                <p:cNvCxnSpPr/>
                <p:nvPr>
                  <p:custDataLst>
                    <p:tags r:id="rId100"/>
                  </p:custDataLst>
                </p:nvPr>
              </p:nvCxnSpPr>
              <p:spPr>
                <a:xfrm rot="5400000"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7" name="组合 93">
                <a:extLst>
                  <a:ext uri="{FF2B5EF4-FFF2-40B4-BE49-F238E27FC236}">
                    <a16:creationId xmlns:a16="http://schemas.microsoft.com/office/drawing/2014/main" id="{9623ED62-7C80-0DE0-5C4E-D9943E8A6DF3}"/>
                  </a:ext>
                </a:extLst>
              </p:cNvPr>
              <p:cNvGrpSpPr/>
              <p:nvPr>
                <p:custDataLst>
                  <p:tags r:id="rId34"/>
                </p:custDataLst>
              </p:nvPr>
            </p:nvGrpSpPr>
            <p:grpSpPr>
              <a:xfrm rot="2700000">
                <a:off x="1484668" y="2654448"/>
                <a:ext cx="180000" cy="180000"/>
                <a:chOff x="755576" y="1443902"/>
                <a:chExt cx="288032" cy="288032"/>
              </a:xfrm>
            </p:grpSpPr>
            <p:cxnSp>
              <p:nvCxnSpPr>
                <p:cNvPr id="180" name="直接连接符 168">
                  <a:extLst>
                    <a:ext uri="{FF2B5EF4-FFF2-40B4-BE49-F238E27FC236}">
                      <a16:creationId xmlns:a16="http://schemas.microsoft.com/office/drawing/2014/main" id="{5879C2EE-F6BB-EE72-4CE2-A1C16E412018}"/>
                    </a:ext>
                  </a:extLst>
                </p:cNvPr>
                <p:cNvCxnSpPr/>
                <p:nvPr>
                  <p:custDataLst>
                    <p:tags r:id="rId97"/>
                  </p:custDataLst>
                </p:nvPr>
              </p:nvCxnSpPr>
              <p:spPr>
                <a:xfrm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直接连接符 169">
                  <a:extLst>
                    <a:ext uri="{FF2B5EF4-FFF2-40B4-BE49-F238E27FC236}">
                      <a16:creationId xmlns:a16="http://schemas.microsoft.com/office/drawing/2014/main" id="{3F6B80D6-E89A-6EAA-D44C-0C192C00799F}"/>
                    </a:ext>
                  </a:extLst>
                </p:cNvPr>
                <p:cNvCxnSpPr/>
                <p:nvPr>
                  <p:custDataLst>
                    <p:tags r:id="rId98"/>
                  </p:custDataLst>
                </p:nvPr>
              </p:nvCxnSpPr>
              <p:spPr>
                <a:xfrm rot="5400000"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8" name="组合 94">
                <a:extLst>
                  <a:ext uri="{FF2B5EF4-FFF2-40B4-BE49-F238E27FC236}">
                    <a16:creationId xmlns:a16="http://schemas.microsoft.com/office/drawing/2014/main" id="{9F2E237E-1162-3124-9BD8-8C0C2426F186}"/>
                  </a:ext>
                </a:extLst>
              </p:cNvPr>
              <p:cNvGrpSpPr/>
              <p:nvPr>
                <p:custDataLst>
                  <p:tags r:id="rId35"/>
                </p:custDataLst>
              </p:nvPr>
            </p:nvGrpSpPr>
            <p:grpSpPr>
              <a:xfrm rot="2700000">
                <a:off x="1484668" y="3506484"/>
                <a:ext cx="180000" cy="180000"/>
                <a:chOff x="755576" y="1443902"/>
                <a:chExt cx="288032" cy="288032"/>
              </a:xfrm>
            </p:grpSpPr>
            <p:cxnSp>
              <p:nvCxnSpPr>
                <p:cNvPr id="178" name="直接连接符 165">
                  <a:extLst>
                    <a:ext uri="{FF2B5EF4-FFF2-40B4-BE49-F238E27FC236}">
                      <a16:creationId xmlns:a16="http://schemas.microsoft.com/office/drawing/2014/main" id="{4DE6C1BA-6A68-C306-D2A9-D9FD9DC5D673}"/>
                    </a:ext>
                  </a:extLst>
                </p:cNvPr>
                <p:cNvCxnSpPr/>
                <p:nvPr>
                  <p:custDataLst>
                    <p:tags r:id="rId95"/>
                  </p:custDataLst>
                </p:nvPr>
              </p:nvCxnSpPr>
              <p:spPr>
                <a:xfrm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直接连接符 166">
                  <a:extLst>
                    <a:ext uri="{FF2B5EF4-FFF2-40B4-BE49-F238E27FC236}">
                      <a16:creationId xmlns:a16="http://schemas.microsoft.com/office/drawing/2014/main" id="{1BD48843-5754-6A23-F23C-0B0F0B50B020}"/>
                    </a:ext>
                  </a:extLst>
                </p:cNvPr>
                <p:cNvCxnSpPr/>
                <p:nvPr>
                  <p:custDataLst>
                    <p:tags r:id="rId96"/>
                  </p:custDataLst>
                </p:nvPr>
              </p:nvCxnSpPr>
              <p:spPr>
                <a:xfrm rot="5400000"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9" name="组合 95">
                <a:extLst>
                  <a:ext uri="{FF2B5EF4-FFF2-40B4-BE49-F238E27FC236}">
                    <a16:creationId xmlns:a16="http://schemas.microsoft.com/office/drawing/2014/main" id="{1D690F52-7B4D-CB48-5A0C-A54AD6A3E9E9}"/>
                  </a:ext>
                </a:extLst>
              </p:cNvPr>
              <p:cNvGrpSpPr/>
              <p:nvPr>
                <p:custDataLst>
                  <p:tags r:id="rId36"/>
                </p:custDataLst>
              </p:nvPr>
            </p:nvGrpSpPr>
            <p:grpSpPr>
              <a:xfrm rot="2700000">
                <a:off x="2329239" y="1810118"/>
                <a:ext cx="180000" cy="180000"/>
                <a:chOff x="755576" y="1443902"/>
                <a:chExt cx="288032" cy="288032"/>
              </a:xfrm>
            </p:grpSpPr>
            <p:cxnSp>
              <p:nvCxnSpPr>
                <p:cNvPr id="176" name="直接连接符 161">
                  <a:extLst>
                    <a:ext uri="{FF2B5EF4-FFF2-40B4-BE49-F238E27FC236}">
                      <a16:creationId xmlns:a16="http://schemas.microsoft.com/office/drawing/2014/main" id="{C7EF1012-2313-3564-512B-1E88D01227A4}"/>
                    </a:ext>
                  </a:extLst>
                </p:cNvPr>
                <p:cNvCxnSpPr/>
                <p:nvPr>
                  <p:custDataLst>
                    <p:tags r:id="rId93"/>
                  </p:custDataLst>
                </p:nvPr>
              </p:nvCxnSpPr>
              <p:spPr>
                <a:xfrm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直接连接符 162">
                  <a:extLst>
                    <a:ext uri="{FF2B5EF4-FFF2-40B4-BE49-F238E27FC236}">
                      <a16:creationId xmlns:a16="http://schemas.microsoft.com/office/drawing/2014/main" id="{5E296860-4970-FDE2-9424-7E2CF6152032}"/>
                    </a:ext>
                  </a:extLst>
                </p:cNvPr>
                <p:cNvCxnSpPr/>
                <p:nvPr>
                  <p:custDataLst>
                    <p:tags r:id="rId94"/>
                  </p:custDataLst>
                </p:nvPr>
              </p:nvCxnSpPr>
              <p:spPr>
                <a:xfrm rot="5400000"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0" name="组合 96">
                <a:extLst>
                  <a:ext uri="{FF2B5EF4-FFF2-40B4-BE49-F238E27FC236}">
                    <a16:creationId xmlns:a16="http://schemas.microsoft.com/office/drawing/2014/main" id="{7C3E2ECB-C608-B37A-C359-312DE38F4B91}"/>
                  </a:ext>
                </a:extLst>
              </p:cNvPr>
              <p:cNvGrpSpPr/>
              <p:nvPr>
                <p:custDataLst>
                  <p:tags r:id="rId37"/>
                </p:custDataLst>
              </p:nvPr>
            </p:nvGrpSpPr>
            <p:grpSpPr>
              <a:xfrm rot="2700000">
                <a:off x="2329239" y="2654448"/>
                <a:ext cx="180000" cy="180000"/>
                <a:chOff x="755576" y="1443902"/>
                <a:chExt cx="288032" cy="288032"/>
              </a:xfrm>
            </p:grpSpPr>
            <p:cxnSp>
              <p:nvCxnSpPr>
                <p:cNvPr id="174" name="直接连接符 156">
                  <a:extLst>
                    <a:ext uri="{FF2B5EF4-FFF2-40B4-BE49-F238E27FC236}">
                      <a16:creationId xmlns:a16="http://schemas.microsoft.com/office/drawing/2014/main" id="{9CAE7D15-1CA3-FC98-C420-E939A952993F}"/>
                    </a:ext>
                  </a:extLst>
                </p:cNvPr>
                <p:cNvCxnSpPr/>
                <p:nvPr>
                  <p:custDataLst>
                    <p:tags r:id="rId91"/>
                  </p:custDataLst>
                </p:nvPr>
              </p:nvCxnSpPr>
              <p:spPr>
                <a:xfrm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直接连接符 160">
                  <a:extLst>
                    <a:ext uri="{FF2B5EF4-FFF2-40B4-BE49-F238E27FC236}">
                      <a16:creationId xmlns:a16="http://schemas.microsoft.com/office/drawing/2014/main" id="{15044CF3-05C8-A4FF-E946-CE55D10A8126}"/>
                    </a:ext>
                  </a:extLst>
                </p:cNvPr>
                <p:cNvCxnSpPr/>
                <p:nvPr>
                  <p:custDataLst>
                    <p:tags r:id="rId92"/>
                  </p:custDataLst>
                </p:nvPr>
              </p:nvCxnSpPr>
              <p:spPr>
                <a:xfrm rot="5400000"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1" name="组合 97">
                <a:extLst>
                  <a:ext uri="{FF2B5EF4-FFF2-40B4-BE49-F238E27FC236}">
                    <a16:creationId xmlns:a16="http://schemas.microsoft.com/office/drawing/2014/main" id="{826018F9-5F22-233B-3861-507ABE57D87B}"/>
                  </a:ext>
                </a:extLst>
              </p:cNvPr>
              <p:cNvGrpSpPr/>
              <p:nvPr>
                <p:custDataLst>
                  <p:tags r:id="rId38"/>
                </p:custDataLst>
              </p:nvPr>
            </p:nvGrpSpPr>
            <p:grpSpPr>
              <a:xfrm rot="2700000">
                <a:off x="2329239" y="3506484"/>
                <a:ext cx="180000" cy="180000"/>
                <a:chOff x="755576" y="1443902"/>
                <a:chExt cx="288032" cy="288032"/>
              </a:xfrm>
            </p:grpSpPr>
            <p:cxnSp>
              <p:nvCxnSpPr>
                <p:cNvPr id="172" name="直接连接符 154">
                  <a:extLst>
                    <a:ext uri="{FF2B5EF4-FFF2-40B4-BE49-F238E27FC236}">
                      <a16:creationId xmlns:a16="http://schemas.microsoft.com/office/drawing/2014/main" id="{1E718B31-28F7-2D00-DC9C-E24A99313F24}"/>
                    </a:ext>
                  </a:extLst>
                </p:cNvPr>
                <p:cNvCxnSpPr/>
                <p:nvPr>
                  <p:custDataLst>
                    <p:tags r:id="rId89"/>
                  </p:custDataLst>
                </p:nvPr>
              </p:nvCxnSpPr>
              <p:spPr>
                <a:xfrm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直接连接符 155">
                  <a:extLst>
                    <a:ext uri="{FF2B5EF4-FFF2-40B4-BE49-F238E27FC236}">
                      <a16:creationId xmlns:a16="http://schemas.microsoft.com/office/drawing/2014/main" id="{6342B53A-9110-A0BB-F94E-1E4A1E695544}"/>
                    </a:ext>
                  </a:extLst>
                </p:cNvPr>
                <p:cNvCxnSpPr/>
                <p:nvPr>
                  <p:custDataLst>
                    <p:tags r:id="rId90"/>
                  </p:custDataLst>
                </p:nvPr>
              </p:nvCxnSpPr>
              <p:spPr>
                <a:xfrm rot="5400000"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2" name="组合 98">
                <a:extLst>
                  <a:ext uri="{FF2B5EF4-FFF2-40B4-BE49-F238E27FC236}">
                    <a16:creationId xmlns:a16="http://schemas.microsoft.com/office/drawing/2014/main" id="{AA5CB78F-B724-A63C-6F51-3AE49E5E818C}"/>
                  </a:ext>
                </a:extLst>
              </p:cNvPr>
              <p:cNvGrpSpPr/>
              <p:nvPr>
                <p:custDataLst>
                  <p:tags r:id="rId39"/>
                </p:custDataLst>
              </p:nvPr>
            </p:nvGrpSpPr>
            <p:grpSpPr>
              <a:xfrm rot="2700000">
                <a:off x="669421" y="4387833"/>
                <a:ext cx="180000" cy="180000"/>
                <a:chOff x="755576" y="1443902"/>
                <a:chExt cx="288032" cy="288032"/>
              </a:xfrm>
            </p:grpSpPr>
            <p:cxnSp>
              <p:nvCxnSpPr>
                <p:cNvPr id="170" name="直接连接符 151">
                  <a:extLst>
                    <a:ext uri="{FF2B5EF4-FFF2-40B4-BE49-F238E27FC236}">
                      <a16:creationId xmlns:a16="http://schemas.microsoft.com/office/drawing/2014/main" id="{28F31899-D437-1F69-3922-FE2F67E9A7AC}"/>
                    </a:ext>
                  </a:extLst>
                </p:cNvPr>
                <p:cNvCxnSpPr/>
                <p:nvPr>
                  <p:custDataLst>
                    <p:tags r:id="rId87"/>
                  </p:custDataLst>
                </p:nvPr>
              </p:nvCxnSpPr>
              <p:spPr>
                <a:xfrm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直接连接符 153">
                  <a:extLst>
                    <a:ext uri="{FF2B5EF4-FFF2-40B4-BE49-F238E27FC236}">
                      <a16:creationId xmlns:a16="http://schemas.microsoft.com/office/drawing/2014/main" id="{A2DA6DFB-6CDF-B126-A75A-DE0DBCB106A6}"/>
                    </a:ext>
                  </a:extLst>
                </p:cNvPr>
                <p:cNvCxnSpPr/>
                <p:nvPr>
                  <p:custDataLst>
                    <p:tags r:id="rId88"/>
                  </p:custDataLst>
                </p:nvPr>
              </p:nvCxnSpPr>
              <p:spPr>
                <a:xfrm rot="5400000"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3" name="组合 99">
                <a:extLst>
                  <a:ext uri="{FF2B5EF4-FFF2-40B4-BE49-F238E27FC236}">
                    <a16:creationId xmlns:a16="http://schemas.microsoft.com/office/drawing/2014/main" id="{B54F4630-619C-D195-1C04-E564F470F316}"/>
                  </a:ext>
                </a:extLst>
              </p:cNvPr>
              <p:cNvGrpSpPr/>
              <p:nvPr>
                <p:custDataLst>
                  <p:tags r:id="rId40"/>
                </p:custDataLst>
              </p:nvPr>
            </p:nvGrpSpPr>
            <p:grpSpPr>
              <a:xfrm rot="2700000">
                <a:off x="1484668" y="4387833"/>
                <a:ext cx="180000" cy="180000"/>
                <a:chOff x="755576" y="1443902"/>
                <a:chExt cx="288032" cy="288032"/>
              </a:xfrm>
            </p:grpSpPr>
            <p:cxnSp>
              <p:nvCxnSpPr>
                <p:cNvPr id="168" name="直接连接符 148">
                  <a:extLst>
                    <a:ext uri="{FF2B5EF4-FFF2-40B4-BE49-F238E27FC236}">
                      <a16:creationId xmlns:a16="http://schemas.microsoft.com/office/drawing/2014/main" id="{57933366-B547-F089-E48C-D136C7CDB677}"/>
                    </a:ext>
                  </a:extLst>
                </p:cNvPr>
                <p:cNvCxnSpPr/>
                <p:nvPr>
                  <p:custDataLst>
                    <p:tags r:id="rId85"/>
                  </p:custDataLst>
                </p:nvPr>
              </p:nvCxnSpPr>
              <p:spPr>
                <a:xfrm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直接连接符 149">
                  <a:extLst>
                    <a:ext uri="{FF2B5EF4-FFF2-40B4-BE49-F238E27FC236}">
                      <a16:creationId xmlns:a16="http://schemas.microsoft.com/office/drawing/2014/main" id="{19A2118C-BCA4-5677-F917-FAEA02961D73}"/>
                    </a:ext>
                  </a:extLst>
                </p:cNvPr>
                <p:cNvCxnSpPr/>
                <p:nvPr>
                  <p:custDataLst>
                    <p:tags r:id="rId86"/>
                  </p:custDataLst>
                </p:nvPr>
              </p:nvCxnSpPr>
              <p:spPr>
                <a:xfrm rot="5400000"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4" name="组合 100">
                <a:extLst>
                  <a:ext uri="{FF2B5EF4-FFF2-40B4-BE49-F238E27FC236}">
                    <a16:creationId xmlns:a16="http://schemas.microsoft.com/office/drawing/2014/main" id="{9844FA18-FB5A-6ED3-07A1-B1D8F2505E66}"/>
                  </a:ext>
                </a:extLst>
              </p:cNvPr>
              <p:cNvGrpSpPr/>
              <p:nvPr>
                <p:custDataLst>
                  <p:tags r:id="rId41"/>
                </p:custDataLst>
              </p:nvPr>
            </p:nvGrpSpPr>
            <p:grpSpPr>
              <a:xfrm rot="2700000">
                <a:off x="2329239" y="4387833"/>
                <a:ext cx="180000" cy="180000"/>
                <a:chOff x="755576" y="1443902"/>
                <a:chExt cx="288032" cy="288032"/>
              </a:xfrm>
            </p:grpSpPr>
            <p:cxnSp>
              <p:nvCxnSpPr>
                <p:cNvPr id="166" name="直接连接符 146">
                  <a:extLst>
                    <a:ext uri="{FF2B5EF4-FFF2-40B4-BE49-F238E27FC236}">
                      <a16:creationId xmlns:a16="http://schemas.microsoft.com/office/drawing/2014/main" id="{30E0A8E0-446C-6B42-AB8C-DDA8CC4F73C7}"/>
                    </a:ext>
                  </a:extLst>
                </p:cNvPr>
                <p:cNvCxnSpPr/>
                <p:nvPr>
                  <p:custDataLst>
                    <p:tags r:id="rId83"/>
                  </p:custDataLst>
                </p:nvPr>
              </p:nvCxnSpPr>
              <p:spPr>
                <a:xfrm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直接连接符 147">
                  <a:extLst>
                    <a:ext uri="{FF2B5EF4-FFF2-40B4-BE49-F238E27FC236}">
                      <a16:creationId xmlns:a16="http://schemas.microsoft.com/office/drawing/2014/main" id="{96FCC7C0-D880-9C2F-80A6-81B41F015659}"/>
                    </a:ext>
                  </a:extLst>
                </p:cNvPr>
                <p:cNvCxnSpPr/>
                <p:nvPr>
                  <p:custDataLst>
                    <p:tags r:id="rId84"/>
                  </p:custDataLst>
                </p:nvPr>
              </p:nvCxnSpPr>
              <p:spPr>
                <a:xfrm rot="5400000"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5" name="组合 101">
                <a:extLst>
                  <a:ext uri="{FF2B5EF4-FFF2-40B4-BE49-F238E27FC236}">
                    <a16:creationId xmlns:a16="http://schemas.microsoft.com/office/drawing/2014/main" id="{7C70442D-26DA-7329-2134-34D21A306378}"/>
                  </a:ext>
                </a:extLst>
              </p:cNvPr>
              <p:cNvGrpSpPr/>
              <p:nvPr>
                <p:custDataLst>
                  <p:tags r:id="rId42"/>
                </p:custDataLst>
              </p:nvPr>
            </p:nvGrpSpPr>
            <p:grpSpPr>
              <a:xfrm rot="2700000">
                <a:off x="3159232" y="1810118"/>
                <a:ext cx="180000" cy="180000"/>
                <a:chOff x="755576" y="1443902"/>
                <a:chExt cx="288032" cy="288032"/>
              </a:xfrm>
            </p:grpSpPr>
            <p:cxnSp>
              <p:nvCxnSpPr>
                <p:cNvPr id="164" name="直接连接符 144">
                  <a:extLst>
                    <a:ext uri="{FF2B5EF4-FFF2-40B4-BE49-F238E27FC236}">
                      <a16:creationId xmlns:a16="http://schemas.microsoft.com/office/drawing/2014/main" id="{FF147570-A5C9-58E5-6CA9-58ECD36395DC}"/>
                    </a:ext>
                  </a:extLst>
                </p:cNvPr>
                <p:cNvCxnSpPr/>
                <p:nvPr>
                  <p:custDataLst>
                    <p:tags r:id="rId81"/>
                  </p:custDataLst>
                </p:nvPr>
              </p:nvCxnSpPr>
              <p:spPr>
                <a:xfrm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直接连接符 145">
                  <a:extLst>
                    <a:ext uri="{FF2B5EF4-FFF2-40B4-BE49-F238E27FC236}">
                      <a16:creationId xmlns:a16="http://schemas.microsoft.com/office/drawing/2014/main" id="{A39C387F-2EDF-5864-ED21-9DEF61388B7E}"/>
                    </a:ext>
                  </a:extLst>
                </p:cNvPr>
                <p:cNvCxnSpPr/>
                <p:nvPr>
                  <p:custDataLst>
                    <p:tags r:id="rId82"/>
                  </p:custDataLst>
                </p:nvPr>
              </p:nvCxnSpPr>
              <p:spPr>
                <a:xfrm rot="5400000"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6" name="组合 102">
                <a:extLst>
                  <a:ext uri="{FF2B5EF4-FFF2-40B4-BE49-F238E27FC236}">
                    <a16:creationId xmlns:a16="http://schemas.microsoft.com/office/drawing/2014/main" id="{8BCC9A57-E144-AF57-A128-EBEABBB7139A}"/>
                  </a:ext>
                </a:extLst>
              </p:cNvPr>
              <p:cNvGrpSpPr/>
              <p:nvPr>
                <p:custDataLst>
                  <p:tags r:id="rId43"/>
                </p:custDataLst>
              </p:nvPr>
            </p:nvGrpSpPr>
            <p:grpSpPr>
              <a:xfrm rot="2700000">
                <a:off x="3159232" y="2654448"/>
                <a:ext cx="180000" cy="180000"/>
                <a:chOff x="755576" y="1443902"/>
                <a:chExt cx="288032" cy="288032"/>
              </a:xfrm>
            </p:grpSpPr>
            <p:cxnSp>
              <p:nvCxnSpPr>
                <p:cNvPr id="162" name="直接连接符 142">
                  <a:extLst>
                    <a:ext uri="{FF2B5EF4-FFF2-40B4-BE49-F238E27FC236}">
                      <a16:creationId xmlns:a16="http://schemas.microsoft.com/office/drawing/2014/main" id="{977D27CD-1A3E-684C-D8D7-48211FCC2520}"/>
                    </a:ext>
                  </a:extLst>
                </p:cNvPr>
                <p:cNvCxnSpPr/>
                <p:nvPr>
                  <p:custDataLst>
                    <p:tags r:id="rId79"/>
                  </p:custDataLst>
                </p:nvPr>
              </p:nvCxnSpPr>
              <p:spPr>
                <a:xfrm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直接连接符 143">
                  <a:extLst>
                    <a:ext uri="{FF2B5EF4-FFF2-40B4-BE49-F238E27FC236}">
                      <a16:creationId xmlns:a16="http://schemas.microsoft.com/office/drawing/2014/main" id="{7D209EE3-6B5E-22EF-0930-7878CEA75A5E}"/>
                    </a:ext>
                  </a:extLst>
                </p:cNvPr>
                <p:cNvCxnSpPr/>
                <p:nvPr>
                  <p:custDataLst>
                    <p:tags r:id="rId80"/>
                  </p:custDataLst>
                </p:nvPr>
              </p:nvCxnSpPr>
              <p:spPr>
                <a:xfrm rot="5400000"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7" name="组合 103">
                <a:extLst>
                  <a:ext uri="{FF2B5EF4-FFF2-40B4-BE49-F238E27FC236}">
                    <a16:creationId xmlns:a16="http://schemas.microsoft.com/office/drawing/2014/main" id="{FFC96F14-C58A-5964-CE27-A32D53B2C6F8}"/>
                  </a:ext>
                </a:extLst>
              </p:cNvPr>
              <p:cNvGrpSpPr/>
              <p:nvPr>
                <p:custDataLst>
                  <p:tags r:id="rId44"/>
                </p:custDataLst>
              </p:nvPr>
            </p:nvGrpSpPr>
            <p:grpSpPr>
              <a:xfrm rot="2700000">
                <a:off x="3159232" y="3506484"/>
                <a:ext cx="180000" cy="180000"/>
                <a:chOff x="755576" y="1443902"/>
                <a:chExt cx="288032" cy="288032"/>
              </a:xfrm>
            </p:grpSpPr>
            <p:cxnSp>
              <p:nvCxnSpPr>
                <p:cNvPr id="160" name="直接连接符 140">
                  <a:extLst>
                    <a:ext uri="{FF2B5EF4-FFF2-40B4-BE49-F238E27FC236}">
                      <a16:creationId xmlns:a16="http://schemas.microsoft.com/office/drawing/2014/main" id="{7C23A2FF-5BD4-A044-E8F6-9BFA632C26A9}"/>
                    </a:ext>
                  </a:extLst>
                </p:cNvPr>
                <p:cNvCxnSpPr/>
                <p:nvPr>
                  <p:custDataLst>
                    <p:tags r:id="rId77"/>
                  </p:custDataLst>
                </p:nvPr>
              </p:nvCxnSpPr>
              <p:spPr>
                <a:xfrm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直接连接符 141">
                  <a:extLst>
                    <a:ext uri="{FF2B5EF4-FFF2-40B4-BE49-F238E27FC236}">
                      <a16:creationId xmlns:a16="http://schemas.microsoft.com/office/drawing/2014/main" id="{044EA35E-9BB4-2BDF-2FB7-1F98062811D4}"/>
                    </a:ext>
                  </a:extLst>
                </p:cNvPr>
                <p:cNvCxnSpPr/>
                <p:nvPr>
                  <p:custDataLst>
                    <p:tags r:id="rId78"/>
                  </p:custDataLst>
                </p:nvPr>
              </p:nvCxnSpPr>
              <p:spPr>
                <a:xfrm rot="5400000"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8" name="组合 104">
                <a:extLst>
                  <a:ext uri="{FF2B5EF4-FFF2-40B4-BE49-F238E27FC236}">
                    <a16:creationId xmlns:a16="http://schemas.microsoft.com/office/drawing/2014/main" id="{F4390823-10AC-4C00-3195-9250452A24EE}"/>
                  </a:ext>
                </a:extLst>
              </p:cNvPr>
              <p:cNvGrpSpPr/>
              <p:nvPr>
                <p:custDataLst>
                  <p:tags r:id="rId45"/>
                </p:custDataLst>
              </p:nvPr>
            </p:nvGrpSpPr>
            <p:grpSpPr>
              <a:xfrm rot="2700000">
                <a:off x="3159232" y="4387833"/>
                <a:ext cx="180000" cy="180000"/>
                <a:chOff x="755576" y="1443902"/>
                <a:chExt cx="288032" cy="288032"/>
              </a:xfrm>
            </p:grpSpPr>
            <p:cxnSp>
              <p:nvCxnSpPr>
                <p:cNvPr id="158" name="直接连接符 138">
                  <a:extLst>
                    <a:ext uri="{FF2B5EF4-FFF2-40B4-BE49-F238E27FC236}">
                      <a16:creationId xmlns:a16="http://schemas.microsoft.com/office/drawing/2014/main" id="{BE2C1932-65F1-3D1C-8688-AE576731BCBD}"/>
                    </a:ext>
                  </a:extLst>
                </p:cNvPr>
                <p:cNvCxnSpPr/>
                <p:nvPr>
                  <p:custDataLst>
                    <p:tags r:id="rId75"/>
                  </p:custDataLst>
                </p:nvPr>
              </p:nvCxnSpPr>
              <p:spPr>
                <a:xfrm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直接连接符 139">
                  <a:extLst>
                    <a:ext uri="{FF2B5EF4-FFF2-40B4-BE49-F238E27FC236}">
                      <a16:creationId xmlns:a16="http://schemas.microsoft.com/office/drawing/2014/main" id="{CA06F359-C883-CB34-BEE4-3BDE96ADFBF3}"/>
                    </a:ext>
                  </a:extLst>
                </p:cNvPr>
                <p:cNvCxnSpPr/>
                <p:nvPr>
                  <p:custDataLst>
                    <p:tags r:id="rId76"/>
                  </p:custDataLst>
                </p:nvPr>
              </p:nvCxnSpPr>
              <p:spPr>
                <a:xfrm rot="5400000"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9" name="组合 105">
                <a:extLst>
                  <a:ext uri="{FF2B5EF4-FFF2-40B4-BE49-F238E27FC236}">
                    <a16:creationId xmlns:a16="http://schemas.microsoft.com/office/drawing/2014/main" id="{0C6348E8-B219-E3A3-553C-594A8F4CD422}"/>
                  </a:ext>
                </a:extLst>
              </p:cNvPr>
              <p:cNvGrpSpPr/>
              <p:nvPr>
                <p:custDataLst>
                  <p:tags r:id="rId46"/>
                </p:custDataLst>
              </p:nvPr>
            </p:nvGrpSpPr>
            <p:grpSpPr>
              <a:xfrm rot="2700000">
                <a:off x="3985497" y="1810119"/>
                <a:ext cx="180000" cy="180000"/>
                <a:chOff x="755576" y="1443902"/>
                <a:chExt cx="288032" cy="288032"/>
              </a:xfrm>
            </p:grpSpPr>
            <p:cxnSp>
              <p:nvCxnSpPr>
                <p:cNvPr id="156" name="直接连接符 136">
                  <a:extLst>
                    <a:ext uri="{FF2B5EF4-FFF2-40B4-BE49-F238E27FC236}">
                      <a16:creationId xmlns:a16="http://schemas.microsoft.com/office/drawing/2014/main" id="{A62FAAEA-25B7-1615-6DF0-224D0DD76ABE}"/>
                    </a:ext>
                  </a:extLst>
                </p:cNvPr>
                <p:cNvCxnSpPr/>
                <p:nvPr>
                  <p:custDataLst>
                    <p:tags r:id="rId73"/>
                  </p:custDataLst>
                </p:nvPr>
              </p:nvCxnSpPr>
              <p:spPr>
                <a:xfrm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直接连接符 137">
                  <a:extLst>
                    <a:ext uri="{FF2B5EF4-FFF2-40B4-BE49-F238E27FC236}">
                      <a16:creationId xmlns:a16="http://schemas.microsoft.com/office/drawing/2014/main" id="{EC0DABDB-19A9-3CC1-B730-1DE995240637}"/>
                    </a:ext>
                  </a:extLst>
                </p:cNvPr>
                <p:cNvCxnSpPr/>
                <p:nvPr>
                  <p:custDataLst>
                    <p:tags r:id="rId74"/>
                  </p:custDataLst>
                </p:nvPr>
              </p:nvCxnSpPr>
              <p:spPr>
                <a:xfrm rot="5400000"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0" name="组合 106">
                <a:extLst>
                  <a:ext uri="{FF2B5EF4-FFF2-40B4-BE49-F238E27FC236}">
                    <a16:creationId xmlns:a16="http://schemas.microsoft.com/office/drawing/2014/main" id="{AD686F9A-7C07-A3B0-A4EB-42C1B88F4A7A}"/>
                  </a:ext>
                </a:extLst>
              </p:cNvPr>
              <p:cNvGrpSpPr/>
              <p:nvPr>
                <p:custDataLst>
                  <p:tags r:id="rId47"/>
                </p:custDataLst>
              </p:nvPr>
            </p:nvGrpSpPr>
            <p:grpSpPr>
              <a:xfrm rot="2700000">
                <a:off x="3985497" y="2654449"/>
                <a:ext cx="180000" cy="180000"/>
                <a:chOff x="755576" y="1443902"/>
                <a:chExt cx="288032" cy="288032"/>
              </a:xfrm>
            </p:grpSpPr>
            <p:cxnSp>
              <p:nvCxnSpPr>
                <p:cNvPr id="154" name="直接连接符 134">
                  <a:extLst>
                    <a:ext uri="{FF2B5EF4-FFF2-40B4-BE49-F238E27FC236}">
                      <a16:creationId xmlns:a16="http://schemas.microsoft.com/office/drawing/2014/main" id="{C68D94C3-9EF1-7A05-7156-D5FE8945002D}"/>
                    </a:ext>
                  </a:extLst>
                </p:cNvPr>
                <p:cNvCxnSpPr/>
                <p:nvPr>
                  <p:custDataLst>
                    <p:tags r:id="rId71"/>
                  </p:custDataLst>
                </p:nvPr>
              </p:nvCxnSpPr>
              <p:spPr>
                <a:xfrm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直接连接符 135">
                  <a:extLst>
                    <a:ext uri="{FF2B5EF4-FFF2-40B4-BE49-F238E27FC236}">
                      <a16:creationId xmlns:a16="http://schemas.microsoft.com/office/drawing/2014/main" id="{4BF8EFB6-0C21-6FE0-D3AB-476C2C824432}"/>
                    </a:ext>
                  </a:extLst>
                </p:cNvPr>
                <p:cNvCxnSpPr/>
                <p:nvPr>
                  <p:custDataLst>
                    <p:tags r:id="rId72"/>
                  </p:custDataLst>
                </p:nvPr>
              </p:nvCxnSpPr>
              <p:spPr>
                <a:xfrm rot="5400000"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1" name="组合 107">
                <a:extLst>
                  <a:ext uri="{FF2B5EF4-FFF2-40B4-BE49-F238E27FC236}">
                    <a16:creationId xmlns:a16="http://schemas.microsoft.com/office/drawing/2014/main" id="{75BBC532-A741-882C-DDAB-F22C30FCF00C}"/>
                  </a:ext>
                </a:extLst>
              </p:cNvPr>
              <p:cNvGrpSpPr/>
              <p:nvPr>
                <p:custDataLst>
                  <p:tags r:id="rId48"/>
                </p:custDataLst>
              </p:nvPr>
            </p:nvGrpSpPr>
            <p:grpSpPr>
              <a:xfrm rot="2700000">
                <a:off x="3985497" y="3506485"/>
                <a:ext cx="180000" cy="180000"/>
                <a:chOff x="755576" y="1443902"/>
                <a:chExt cx="288032" cy="288032"/>
              </a:xfrm>
            </p:grpSpPr>
            <p:cxnSp>
              <p:nvCxnSpPr>
                <p:cNvPr id="152" name="直接连接符 132">
                  <a:extLst>
                    <a:ext uri="{FF2B5EF4-FFF2-40B4-BE49-F238E27FC236}">
                      <a16:creationId xmlns:a16="http://schemas.microsoft.com/office/drawing/2014/main" id="{192DDA6D-0161-F93D-2194-728978DD2DAA}"/>
                    </a:ext>
                  </a:extLst>
                </p:cNvPr>
                <p:cNvCxnSpPr/>
                <p:nvPr>
                  <p:custDataLst>
                    <p:tags r:id="rId69"/>
                  </p:custDataLst>
                </p:nvPr>
              </p:nvCxnSpPr>
              <p:spPr>
                <a:xfrm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直接连接符 133">
                  <a:extLst>
                    <a:ext uri="{FF2B5EF4-FFF2-40B4-BE49-F238E27FC236}">
                      <a16:creationId xmlns:a16="http://schemas.microsoft.com/office/drawing/2014/main" id="{725A69B2-3E9B-4846-2300-5E4D052C4477}"/>
                    </a:ext>
                  </a:extLst>
                </p:cNvPr>
                <p:cNvCxnSpPr/>
                <p:nvPr>
                  <p:custDataLst>
                    <p:tags r:id="rId70"/>
                  </p:custDataLst>
                </p:nvPr>
              </p:nvCxnSpPr>
              <p:spPr>
                <a:xfrm rot="5400000"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2" name="组合 108">
                <a:extLst>
                  <a:ext uri="{FF2B5EF4-FFF2-40B4-BE49-F238E27FC236}">
                    <a16:creationId xmlns:a16="http://schemas.microsoft.com/office/drawing/2014/main" id="{A19AC352-72F7-4D92-5418-1AA097121AC8}"/>
                  </a:ext>
                </a:extLst>
              </p:cNvPr>
              <p:cNvGrpSpPr/>
              <p:nvPr>
                <p:custDataLst>
                  <p:tags r:id="rId49"/>
                </p:custDataLst>
              </p:nvPr>
            </p:nvGrpSpPr>
            <p:grpSpPr>
              <a:xfrm rot="2700000">
                <a:off x="3985497" y="4387834"/>
                <a:ext cx="180000" cy="180000"/>
                <a:chOff x="755576" y="1443902"/>
                <a:chExt cx="288032" cy="288032"/>
              </a:xfrm>
            </p:grpSpPr>
            <p:cxnSp>
              <p:nvCxnSpPr>
                <p:cNvPr id="150" name="直接连接符 130">
                  <a:extLst>
                    <a:ext uri="{FF2B5EF4-FFF2-40B4-BE49-F238E27FC236}">
                      <a16:creationId xmlns:a16="http://schemas.microsoft.com/office/drawing/2014/main" id="{73EC305C-A839-FADE-3D27-114FFFB3E293}"/>
                    </a:ext>
                  </a:extLst>
                </p:cNvPr>
                <p:cNvCxnSpPr/>
                <p:nvPr>
                  <p:custDataLst>
                    <p:tags r:id="rId67"/>
                  </p:custDataLst>
                </p:nvPr>
              </p:nvCxnSpPr>
              <p:spPr>
                <a:xfrm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直接连接符 131">
                  <a:extLst>
                    <a:ext uri="{FF2B5EF4-FFF2-40B4-BE49-F238E27FC236}">
                      <a16:creationId xmlns:a16="http://schemas.microsoft.com/office/drawing/2014/main" id="{251EA2A4-1F7D-1052-8169-D7FF3859DC15}"/>
                    </a:ext>
                  </a:extLst>
                </p:cNvPr>
                <p:cNvCxnSpPr/>
                <p:nvPr>
                  <p:custDataLst>
                    <p:tags r:id="rId68"/>
                  </p:custDataLst>
                </p:nvPr>
              </p:nvCxnSpPr>
              <p:spPr>
                <a:xfrm rot="5400000"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3" name="组合 109">
                <a:extLst>
                  <a:ext uri="{FF2B5EF4-FFF2-40B4-BE49-F238E27FC236}">
                    <a16:creationId xmlns:a16="http://schemas.microsoft.com/office/drawing/2014/main" id="{D052E9A4-9604-D777-B195-9B8812CA1316}"/>
                  </a:ext>
                </a:extLst>
              </p:cNvPr>
              <p:cNvGrpSpPr/>
              <p:nvPr>
                <p:custDataLst>
                  <p:tags r:id="rId50"/>
                </p:custDataLst>
              </p:nvPr>
            </p:nvGrpSpPr>
            <p:grpSpPr>
              <a:xfrm rot="2700000">
                <a:off x="669421" y="5258166"/>
                <a:ext cx="180000" cy="180000"/>
                <a:chOff x="755576" y="1443902"/>
                <a:chExt cx="288032" cy="288032"/>
              </a:xfrm>
            </p:grpSpPr>
            <p:cxnSp>
              <p:nvCxnSpPr>
                <p:cNvPr id="148" name="直接连接符 128">
                  <a:extLst>
                    <a:ext uri="{FF2B5EF4-FFF2-40B4-BE49-F238E27FC236}">
                      <a16:creationId xmlns:a16="http://schemas.microsoft.com/office/drawing/2014/main" id="{B274E3A7-ABAF-0D9B-825E-791F2943B0FB}"/>
                    </a:ext>
                  </a:extLst>
                </p:cNvPr>
                <p:cNvCxnSpPr/>
                <p:nvPr>
                  <p:custDataLst>
                    <p:tags r:id="rId65"/>
                  </p:custDataLst>
                </p:nvPr>
              </p:nvCxnSpPr>
              <p:spPr>
                <a:xfrm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直接连接符 129">
                  <a:extLst>
                    <a:ext uri="{FF2B5EF4-FFF2-40B4-BE49-F238E27FC236}">
                      <a16:creationId xmlns:a16="http://schemas.microsoft.com/office/drawing/2014/main" id="{A355F151-2A1B-5489-7FD3-ED1C09A1F4DB}"/>
                    </a:ext>
                  </a:extLst>
                </p:cNvPr>
                <p:cNvCxnSpPr/>
                <p:nvPr>
                  <p:custDataLst>
                    <p:tags r:id="rId66"/>
                  </p:custDataLst>
                </p:nvPr>
              </p:nvCxnSpPr>
              <p:spPr>
                <a:xfrm rot="5400000"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4" name="组合 110">
                <a:extLst>
                  <a:ext uri="{FF2B5EF4-FFF2-40B4-BE49-F238E27FC236}">
                    <a16:creationId xmlns:a16="http://schemas.microsoft.com/office/drawing/2014/main" id="{683B7083-9E34-7807-399C-A183D6A319CA}"/>
                  </a:ext>
                </a:extLst>
              </p:cNvPr>
              <p:cNvGrpSpPr/>
              <p:nvPr>
                <p:custDataLst>
                  <p:tags r:id="rId51"/>
                </p:custDataLst>
              </p:nvPr>
            </p:nvGrpSpPr>
            <p:grpSpPr>
              <a:xfrm rot="2700000">
                <a:off x="1484668" y="5258166"/>
                <a:ext cx="180000" cy="180000"/>
                <a:chOff x="755576" y="1443902"/>
                <a:chExt cx="288032" cy="288032"/>
              </a:xfrm>
            </p:grpSpPr>
            <p:cxnSp>
              <p:nvCxnSpPr>
                <p:cNvPr id="146" name="直接连接符 126">
                  <a:extLst>
                    <a:ext uri="{FF2B5EF4-FFF2-40B4-BE49-F238E27FC236}">
                      <a16:creationId xmlns:a16="http://schemas.microsoft.com/office/drawing/2014/main" id="{6942CDD7-76EC-1512-817E-E67EC4009F65}"/>
                    </a:ext>
                  </a:extLst>
                </p:cNvPr>
                <p:cNvCxnSpPr/>
                <p:nvPr>
                  <p:custDataLst>
                    <p:tags r:id="rId63"/>
                  </p:custDataLst>
                </p:nvPr>
              </p:nvCxnSpPr>
              <p:spPr>
                <a:xfrm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直接连接符 127">
                  <a:extLst>
                    <a:ext uri="{FF2B5EF4-FFF2-40B4-BE49-F238E27FC236}">
                      <a16:creationId xmlns:a16="http://schemas.microsoft.com/office/drawing/2014/main" id="{0FA7C058-50D4-C083-D2DE-B35F0451420A}"/>
                    </a:ext>
                  </a:extLst>
                </p:cNvPr>
                <p:cNvCxnSpPr/>
                <p:nvPr>
                  <p:custDataLst>
                    <p:tags r:id="rId64"/>
                  </p:custDataLst>
                </p:nvPr>
              </p:nvCxnSpPr>
              <p:spPr>
                <a:xfrm rot="5400000"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5" name="组合 111">
                <a:extLst>
                  <a:ext uri="{FF2B5EF4-FFF2-40B4-BE49-F238E27FC236}">
                    <a16:creationId xmlns:a16="http://schemas.microsoft.com/office/drawing/2014/main" id="{1A7CC433-3F15-255B-1966-A2518C9768DE}"/>
                  </a:ext>
                </a:extLst>
              </p:cNvPr>
              <p:cNvGrpSpPr/>
              <p:nvPr>
                <p:custDataLst>
                  <p:tags r:id="rId52"/>
                </p:custDataLst>
              </p:nvPr>
            </p:nvGrpSpPr>
            <p:grpSpPr>
              <a:xfrm rot="2700000">
                <a:off x="2329239" y="5258166"/>
                <a:ext cx="180000" cy="180000"/>
                <a:chOff x="755576" y="1443902"/>
                <a:chExt cx="288032" cy="288032"/>
              </a:xfrm>
            </p:grpSpPr>
            <p:cxnSp>
              <p:nvCxnSpPr>
                <p:cNvPr id="144" name="直接连接符 124">
                  <a:extLst>
                    <a:ext uri="{FF2B5EF4-FFF2-40B4-BE49-F238E27FC236}">
                      <a16:creationId xmlns:a16="http://schemas.microsoft.com/office/drawing/2014/main" id="{1F43EFD1-51FC-0320-BEE7-67D1334B8603}"/>
                    </a:ext>
                  </a:extLst>
                </p:cNvPr>
                <p:cNvCxnSpPr/>
                <p:nvPr>
                  <p:custDataLst>
                    <p:tags r:id="rId61"/>
                  </p:custDataLst>
                </p:nvPr>
              </p:nvCxnSpPr>
              <p:spPr>
                <a:xfrm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直接连接符 125">
                  <a:extLst>
                    <a:ext uri="{FF2B5EF4-FFF2-40B4-BE49-F238E27FC236}">
                      <a16:creationId xmlns:a16="http://schemas.microsoft.com/office/drawing/2014/main" id="{B8B05717-824E-DC77-34FD-11F277A1AD7D}"/>
                    </a:ext>
                  </a:extLst>
                </p:cNvPr>
                <p:cNvCxnSpPr/>
                <p:nvPr>
                  <p:custDataLst>
                    <p:tags r:id="rId62"/>
                  </p:custDataLst>
                </p:nvPr>
              </p:nvCxnSpPr>
              <p:spPr>
                <a:xfrm rot="5400000"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6" name="组合 112">
                <a:extLst>
                  <a:ext uri="{FF2B5EF4-FFF2-40B4-BE49-F238E27FC236}">
                    <a16:creationId xmlns:a16="http://schemas.microsoft.com/office/drawing/2014/main" id="{3E25BC42-B15F-FF7F-60C5-3CCCD797E07B}"/>
                  </a:ext>
                </a:extLst>
              </p:cNvPr>
              <p:cNvGrpSpPr/>
              <p:nvPr>
                <p:custDataLst>
                  <p:tags r:id="rId53"/>
                </p:custDataLst>
              </p:nvPr>
            </p:nvGrpSpPr>
            <p:grpSpPr>
              <a:xfrm rot="2700000">
                <a:off x="3159232" y="5258166"/>
                <a:ext cx="180000" cy="180000"/>
                <a:chOff x="755576" y="1443902"/>
                <a:chExt cx="288032" cy="288032"/>
              </a:xfrm>
            </p:grpSpPr>
            <p:cxnSp>
              <p:nvCxnSpPr>
                <p:cNvPr id="142" name="直接连接符 121">
                  <a:extLst>
                    <a:ext uri="{FF2B5EF4-FFF2-40B4-BE49-F238E27FC236}">
                      <a16:creationId xmlns:a16="http://schemas.microsoft.com/office/drawing/2014/main" id="{3F8654DF-CE58-3844-D51D-3BF25BF486FA}"/>
                    </a:ext>
                  </a:extLst>
                </p:cNvPr>
                <p:cNvCxnSpPr/>
                <p:nvPr>
                  <p:custDataLst>
                    <p:tags r:id="rId59"/>
                  </p:custDataLst>
                </p:nvPr>
              </p:nvCxnSpPr>
              <p:spPr>
                <a:xfrm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直接连接符 123">
                  <a:extLst>
                    <a:ext uri="{FF2B5EF4-FFF2-40B4-BE49-F238E27FC236}">
                      <a16:creationId xmlns:a16="http://schemas.microsoft.com/office/drawing/2014/main" id="{E6C7522E-D02C-7C70-B33F-E0632E7EB225}"/>
                    </a:ext>
                  </a:extLst>
                </p:cNvPr>
                <p:cNvCxnSpPr/>
                <p:nvPr>
                  <p:custDataLst>
                    <p:tags r:id="rId60"/>
                  </p:custDataLst>
                </p:nvPr>
              </p:nvCxnSpPr>
              <p:spPr>
                <a:xfrm rot="5400000"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7" name="组合 113">
                <a:extLst>
                  <a:ext uri="{FF2B5EF4-FFF2-40B4-BE49-F238E27FC236}">
                    <a16:creationId xmlns:a16="http://schemas.microsoft.com/office/drawing/2014/main" id="{CDDC2CA5-294C-44A2-4454-2251A3B7F876}"/>
                  </a:ext>
                </a:extLst>
              </p:cNvPr>
              <p:cNvGrpSpPr/>
              <p:nvPr>
                <p:custDataLst>
                  <p:tags r:id="rId54"/>
                </p:custDataLst>
              </p:nvPr>
            </p:nvGrpSpPr>
            <p:grpSpPr>
              <a:xfrm rot="2700000">
                <a:off x="3985497" y="5258167"/>
                <a:ext cx="180000" cy="180000"/>
                <a:chOff x="755576" y="1443902"/>
                <a:chExt cx="288032" cy="288032"/>
              </a:xfrm>
            </p:grpSpPr>
            <p:cxnSp>
              <p:nvCxnSpPr>
                <p:cNvPr id="140" name="直接连接符 116">
                  <a:extLst>
                    <a:ext uri="{FF2B5EF4-FFF2-40B4-BE49-F238E27FC236}">
                      <a16:creationId xmlns:a16="http://schemas.microsoft.com/office/drawing/2014/main" id="{E41ADF10-0D6D-4734-3F65-0AC02319E237}"/>
                    </a:ext>
                  </a:extLst>
                </p:cNvPr>
                <p:cNvCxnSpPr/>
                <p:nvPr>
                  <p:custDataLst>
                    <p:tags r:id="rId57"/>
                  </p:custDataLst>
                </p:nvPr>
              </p:nvCxnSpPr>
              <p:spPr>
                <a:xfrm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直接连接符 117">
                  <a:extLst>
                    <a:ext uri="{FF2B5EF4-FFF2-40B4-BE49-F238E27FC236}">
                      <a16:creationId xmlns:a16="http://schemas.microsoft.com/office/drawing/2014/main" id="{66E1F32C-6DF3-D042-14D3-48B18B6EEADB}"/>
                    </a:ext>
                  </a:extLst>
                </p:cNvPr>
                <p:cNvCxnSpPr/>
                <p:nvPr>
                  <p:custDataLst>
                    <p:tags r:id="rId58"/>
                  </p:custDataLst>
                </p:nvPr>
              </p:nvCxnSpPr>
              <p:spPr>
                <a:xfrm rot="5400000">
                  <a:off x="755576" y="1587918"/>
                  <a:ext cx="288032" cy="0"/>
                </a:xfrm>
                <a:prstGeom prst="line">
                  <a:avLst/>
                </a:prstGeom>
                <a:ln w="12700">
                  <a:solidFill>
                    <a:srgbClr val="47AAC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8" name="矩形 114">
                <a:extLst>
                  <a:ext uri="{FF2B5EF4-FFF2-40B4-BE49-F238E27FC236}">
                    <a16:creationId xmlns:a16="http://schemas.microsoft.com/office/drawing/2014/main" id="{841ABA2A-33BE-8443-1EF4-B1DEE5F68BA2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429657" y="1608463"/>
                <a:ext cx="4021157" cy="3977089"/>
              </a:xfrm>
              <a:prstGeom prst="rect">
                <a:avLst/>
              </a:prstGeom>
              <a:noFill/>
              <a:ln>
                <a:solidFill>
                  <a:srgbClr val="29A0BD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华文楷体" panose="02010600040101010101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9" name="TextBox 2061">
                    <a:extLst>
                      <a:ext uri="{FF2B5EF4-FFF2-40B4-BE49-F238E27FC236}">
                        <a16:creationId xmlns:a16="http://schemas.microsoft.com/office/drawing/2014/main" id="{838CC9F4-AA13-6DDF-E2F9-774ED103D6B0}"/>
                      </a:ext>
                    </a:extLst>
                  </p:cNvPr>
                  <p:cNvSpPr txBox="1"/>
                  <p:nvPr>
                    <p:custDataLst>
                      <p:tags r:id="rId56"/>
                    </p:custDataLst>
                  </p:nvPr>
                </p:nvSpPr>
                <p:spPr>
                  <a:xfrm>
                    <a:off x="3611652" y="2196505"/>
                    <a:ext cx="463845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altLang="zh-CN" sz="2400" i="1">
                              <a:solidFill>
                                <a:srgbClr val="29A0BD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zh-CN" altLang="en-US" sz="2400">
                      <a:solidFill>
                        <a:srgbClr val="29A0BD"/>
                      </a:solidFill>
                      <a:cs typeface="华文楷体" panose="02010600040101010101" charset="-122"/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16" name="TextBox 206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18"/>
                    </p:custDataLst>
                  </p:nvPr>
                </p:nvSpPr>
                <p:spPr>
                  <a:xfrm>
                    <a:off x="3611652" y="2196505"/>
                    <a:ext cx="463845" cy="461665"/>
                  </a:xfrm>
                  <a:prstGeom prst="rect">
                    <a:avLst/>
                  </a:prstGeom>
                  <a:blipFill rotWithShape="1">
                    <a:blip r:embed="rId1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5" name="组合 178">
              <a:extLst>
                <a:ext uri="{FF2B5EF4-FFF2-40B4-BE49-F238E27FC236}">
                  <a16:creationId xmlns:a16="http://schemas.microsoft.com/office/drawing/2014/main" id="{A80D8D11-A6EE-AA7B-C612-EE9C5B0A8B99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2160119" y="2941296"/>
              <a:ext cx="2302528" cy="2302528"/>
              <a:chOff x="1288971" y="2511242"/>
              <a:chExt cx="2302528" cy="2302528"/>
            </a:xfrm>
          </p:grpSpPr>
          <p:cxnSp>
            <p:nvCxnSpPr>
              <p:cNvPr id="109" name="直接连接符 179">
                <a:extLst>
                  <a:ext uri="{FF2B5EF4-FFF2-40B4-BE49-F238E27FC236}">
                    <a16:creationId xmlns:a16="http://schemas.microsoft.com/office/drawing/2014/main" id="{1A161F78-E109-CB4F-A00D-1421303209B5}"/>
                  </a:ext>
                </a:extLst>
              </p:cNvPr>
              <p:cNvCxnSpPr/>
              <p:nvPr>
                <p:custDataLst>
                  <p:tags r:id="rId26"/>
                </p:custDataLst>
              </p:nvPr>
            </p:nvCxnSpPr>
            <p:spPr>
              <a:xfrm flipH="1">
                <a:off x="2432615" y="3647266"/>
                <a:ext cx="0" cy="105227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" name="弧形 180">
                <a:extLst>
                  <a:ext uri="{FF2B5EF4-FFF2-40B4-BE49-F238E27FC236}">
                    <a16:creationId xmlns:a16="http://schemas.microsoft.com/office/drawing/2014/main" id="{4C2718E8-5362-23BA-C864-A4008708D4E5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1288971" y="2511242"/>
                <a:ext cx="2302528" cy="2302528"/>
              </a:xfrm>
              <a:prstGeom prst="arc">
                <a:avLst>
                  <a:gd name="adj1" fmla="val 5746469"/>
                  <a:gd name="adj2" fmla="val 2580396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华文楷体" panose="02010600040101010101" charset="-122"/>
                </a:endParaRPr>
              </a:p>
            </p:txBody>
          </p:sp>
          <p:sp>
            <p:nvSpPr>
              <p:cNvPr id="111" name="椭圆 181">
                <a:extLst>
                  <a:ext uri="{FF2B5EF4-FFF2-40B4-BE49-F238E27FC236}">
                    <a16:creationId xmlns:a16="http://schemas.microsoft.com/office/drawing/2014/main" id="{C3F453BB-A90C-18D7-DD8E-E11719E81C86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2398140" y="3608696"/>
                <a:ext cx="72000" cy="72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华文楷体" panose="02010600040101010101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2" name="TextBox 166">
                    <a:extLst>
                      <a:ext uri="{FF2B5EF4-FFF2-40B4-BE49-F238E27FC236}">
                        <a16:creationId xmlns:a16="http://schemas.microsoft.com/office/drawing/2014/main" id="{0C34EB48-BCF8-108D-9E2E-36B626D534A6}"/>
                      </a:ext>
                    </a:extLst>
                  </p:cNvPr>
                  <p:cNvSpPr txBox="1"/>
                  <p:nvPr>
                    <p:custDataLst>
                      <p:tags r:id="rId29"/>
                    </p:custDataLst>
                  </p:nvPr>
                </p:nvSpPr>
                <p:spPr>
                  <a:xfrm>
                    <a:off x="2074403" y="3356895"/>
                    <a:ext cx="39869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𝑂</m:t>
                          </m:r>
                        </m:oMath>
                      </m:oMathPara>
                    </a14:m>
                    <a:endParaRPr lang="zh-CN" altLang="en-US">
                      <a:cs typeface="华文楷体" panose="02010600040101010101" charset="-122"/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83" name="TextBox 16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20"/>
                    </p:custDataLst>
                  </p:nvPr>
                </p:nvSpPr>
                <p:spPr>
                  <a:xfrm>
                    <a:off x="2074403" y="3356895"/>
                    <a:ext cx="398699" cy="369332"/>
                  </a:xfrm>
                  <a:prstGeom prst="rect">
                    <a:avLst/>
                  </a:prstGeom>
                  <a:blipFill rotWithShape="1">
                    <a:blip r:embed="rId1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6" name="组合 184">
              <a:extLst>
                <a:ext uri="{FF2B5EF4-FFF2-40B4-BE49-F238E27FC236}">
                  <a16:creationId xmlns:a16="http://schemas.microsoft.com/office/drawing/2014/main" id="{A8F4588F-D227-A0B2-1E14-5AA3C91B8AE9}"/>
                </a:ext>
              </a:extLst>
            </p:cNvPr>
            <p:cNvGrpSpPr/>
            <p:nvPr>
              <p:custDataLst>
                <p:tags r:id="rId3"/>
              </p:custDataLst>
            </p:nvPr>
          </p:nvGrpSpPr>
          <p:grpSpPr>
            <a:xfrm>
              <a:off x="2937782" y="4211604"/>
              <a:ext cx="387670" cy="922006"/>
              <a:chOff x="2066634" y="3781550"/>
              <a:chExt cx="387670" cy="922006"/>
            </a:xfrm>
          </p:grpSpPr>
          <p:cxnSp>
            <p:nvCxnSpPr>
              <p:cNvPr id="107" name="直接连接符 188">
                <a:extLst>
                  <a:ext uri="{FF2B5EF4-FFF2-40B4-BE49-F238E27FC236}">
                    <a16:creationId xmlns:a16="http://schemas.microsoft.com/office/drawing/2014/main" id="{2BE80174-B604-86B9-40ED-ECA45677E8A3}"/>
                  </a:ext>
                </a:extLst>
              </p:cNvPr>
              <p:cNvCxnSpPr/>
              <p:nvPr>
                <p:custDataLst>
                  <p:tags r:id="rId24"/>
                </p:custDataLst>
              </p:nvPr>
            </p:nvCxnSpPr>
            <p:spPr>
              <a:xfrm flipH="1" flipV="1">
                <a:off x="2430523" y="3911600"/>
                <a:ext cx="0" cy="791956"/>
              </a:xfrm>
              <a:prstGeom prst="line">
                <a:avLst/>
              </a:prstGeom>
              <a:ln w="19050">
                <a:solidFill>
                  <a:srgbClr val="FF0000"/>
                </a:solidFill>
                <a:headEnd type="none" w="med" len="med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8" name="TextBox 153">
                    <a:extLst>
                      <a:ext uri="{FF2B5EF4-FFF2-40B4-BE49-F238E27FC236}">
                        <a16:creationId xmlns:a16="http://schemas.microsoft.com/office/drawing/2014/main" id="{39827B48-692B-5447-96DE-C36C333CEA74}"/>
                      </a:ext>
                    </a:extLst>
                  </p:cNvPr>
                  <p:cNvSpPr txBox="1"/>
                  <p:nvPr>
                    <p:custDataLst>
                      <p:tags r:id="rId25"/>
                    </p:custDataLst>
                  </p:nvPr>
                </p:nvSpPr>
                <p:spPr>
                  <a:xfrm>
                    <a:off x="2066634" y="3781550"/>
                    <a:ext cx="38767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𝐹</m:t>
                          </m:r>
                        </m:oMath>
                      </m:oMathPara>
                    </a14:m>
                    <a:endParaRPr lang="zh-CN" altLang="en-US">
                      <a:solidFill>
                        <a:srgbClr val="FF0000"/>
                      </a:solidFill>
                      <a:cs typeface="华文楷体" panose="02010600040101010101" charset="-122"/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92" name="TextBox 15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22"/>
                    </p:custDataLst>
                  </p:nvPr>
                </p:nvSpPr>
                <p:spPr>
                  <a:xfrm>
                    <a:off x="2066634" y="3781550"/>
                    <a:ext cx="387670" cy="369332"/>
                  </a:xfrm>
                  <a:prstGeom prst="rect">
                    <a:avLst/>
                  </a:prstGeom>
                  <a:blipFill rotWithShape="1">
                    <a:blip r:embed="rId1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7" name="组合 244">
              <a:extLst>
                <a:ext uri="{FF2B5EF4-FFF2-40B4-BE49-F238E27FC236}">
                  <a16:creationId xmlns:a16="http://schemas.microsoft.com/office/drawing/2014/main" id="{8FD786E6-7AAA-6E2F-0DEF-492A8A9A2DDC}"/>
                </a:ext>
              </a:extLst>
            </p:cNvPr>
            <p:cNvGrpSpPr/>
            <p:nvPr>
              <p:custDataLst>
                <p:tags r:id="rId4"/>
              </p:custDataLst>
            </p:nvPr>
          </p:nvGrpSpPr>
          <p:grpSpPr>
            <a:xfrm>
              <a:off x="2941402" y="4973990"/>
              <a:ext cx="1193823" cy="617133"/>
              <a:chOff x="2070253" y="4543935"/>
              <a:chExt cx="1193823" cy="617133"/>
            </a:xfrm>
          </p:grpSpPr>
          <p:grpSp>
            <p:nvGrpSpPr>
              <p:cNvPr id="99" name="组合 245">
                <a:extLst>
                  <a:ext uri="{FF2B5EF4-FFF2-40B4-BE49-F238E27FC236}">
                    <a16:creationId xmlns:a16="http://schemas.microsoft.com/office/drawing/2014/main" id="{BE643A95-44EF-5DEB-21C1-4A12692B6F40}"/>
                  </a:ext>
                </a:extLst>
              </p:cNvPr>
              <p:cNvGrpSpPr/>
              <p:nvPr>
                <p:custDataLst>
                  <p:tags r:id="rId16"/>
                </p:custDataLst>
              </p:nvPr>
            </p:nvGrpSpPr>
            <p:grpSpPr>
              <a:xfrm>
                <a:off x="2325862" y="4703556"/>
                <a:ext cx="209320" cy="209320"/>
                <a:chOff x="5695721" y="3194892"/>
                <a:chExt cx="209320" cy="209320"/>
              </a:xfrm>
            </p:grpSpPr>
            <p:sp>
              <p:nvSpPr>
                <p:cNvPr id="103" name="椭圆 256">
                  <a:extLst>
                    <a:ext uri="{FF2B5EF4-FFF2-40B4-BE49-F238E27FC236}">
                      <a16:creationId xmlns:a16="http://schemas.microsoft.com/office/drawing/2014/main" id="{1B4FF50A-DBCC-4DFE-A8FA-4B656F61652F}"/>
                    </a:ext>
                  </a:extLst>
                </p:cNvPr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5695721" y="3194892"/>
                  <a:ext cx="209320" cy="20932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华文楷体" panose="02010600040101010101" charset="-122"/>
                  </a:endParaRPr>
                </a:p>
              </p:txBody>
            </p:sp>
            <p:grpSp>
              <p:nvGrpSpPr>
                <p:cNvPr id="104" name="组合 257">
                  <a:extLst>
                    <a:ext uri="{FF2B5EF4-FFF2-40B4-BE49-F238E27FC236}">
                      <a16:creationId xmlns:a16="http://schemas.microsoft.com/office/drawing/2014/main" id="{5F1CFDE6-A00A-A441-E86F-9E64A2FF657F}"/>
                    </a:ext>
                  </a:extLst>
                </p:cNvPr>
                <p:cNvGrpSpPr/>
                <p:nvPr>
                  <p:custDataLst>
                    <p:tags r:id="rId21"/>
                  </p:custDataLst>
                </p:nvPr>
              </p:nvGrpSpPr>
              <p:grpSpPr>
                <a:xfrm>
                  <a:off x="5728772" y="3227552"/>
                  <a:ext cx="144000" cy="144000"/>
                  <a:chOff x="755576" y="1443902"/>
                  <a:chExt cx="288032" cy="288032"/>
                </a:xfrm>
              </p:grpSpPr>
              <p:cxnSp>
                <p:nvCxnSpPr>
                  <p:cNvPr id="105" name="直接连接符 258">
                    <a:extLst>
                      <a:ext uri="{FF2B5EF4-FFF2-40B4-BE49-F238E27FC236}">
                        <a16:creationId xmlns:a16="http://schemas.microsoft.com/office/drawing/2014/main" id="{B4A71A6A-767D-F1E9-9455-8C85CAE84CB7}"/>
                      </a:ext>
                    </a:extLst>
                  </p:cNvPr>
                  <p:cNvCxnSpPr/>
                  <p:nvPr>
                    <p:custDataLst>
                      <p:tags r:id="rId22"/>
                    </p:custDataLst>
                  </p:nvPr>
                </p:nvCxnSpPr>
                <p:spPr>
                  <a:xfrm>
                    <a:off x="755576" y="1587918"/>
                    <a:ext cx="288032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直接连接符 259">
                    <a:extLst>
                      <a:ext uri="{FF2B5EF4-FFF2-40B4-BE49-F238E27FC236}">
                        <a16:creationId xmlns:a16="http://schemas.microsoft.com/office/drawing/2014/main" id="{34C7FE14-1F9D-0317-1ED6-DA69B207D3A4}"/>
                      </a:ext>
                    </a:extLst>
                  </p:cNvPr>
                  <p:cNvCxnSpPr/>
                  <p:nvPr>
                    <p:custDataLst>
                      <p:tags r:id="rId23"/>
                    </p:custDataLst>
                  </p:nvPr>
                </p:nvCxnSpPr>
                <p:spPr>
                  <a:xfrm rot="5400000">
                    <a:off x="755576" y="1587918"/>
                    <a:ext cx="288032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00" name="直接连接符 253">
                <a:extLst>
                  <a:ext uri="{FF2B5EF4-FFF2-40B4-BE49-F238E27FC236}">
                    <a16:creationId xmlns:a16="http://schemas.microsoft.com/office/drawing/2014/main" id="{64BA82F4-E412-F66D-8138-9F855504CA2D}"/>
                  </a:ext>
                </a:extLst>
              </p:cNvPr>
              <p:cNvCxnSpPr/>
              <p:nvPr>
                <p:custDataLst>
                  <p:tags r:id="rId17"/>
                </p:custDataLst>
              </p:nvPr>
            </p:nvCxnSpPr>
            <p:spPr>
              <a:xfrm flipH="1">
                <a:off x="2535182" y="4810410"/>
                <a:ext cx="435903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1" name="TextBox 29">
                    <a:extLst>
                      <a:ext uri="{FF2B5EF4-FFF2-40B4-BE49-F238E27FC236}">
                        <a16:creationId xmlns:a16="http://schemas.microsoft.com/office/drawing/2014/main" id="{699A1CC3-AAEA-34B6-A968-C68240C366C9}"/>
                      </a:ext>
                    </a:extLst>
                  </p:cNvPr>
                  <p:cNvSpPr txBox="1"/>
                  <p:nvPr>
                    <p:custDataLst>
                      <p:tags r:id="rId18"/>
                    </p:custDataLst>
                  </p:nvPr>
                </p:nvSpPr>
                <p:spPr>
                  <a:xfrm>
                    <a:off x="2894744" y="4543935"/>
                    <a:ext cx="36933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𝑣</m:t>
                          </m:r>
                        </m:oMath>
                      </m:oMathPara>
                    </a14:m>
                    <a:endParaRPr lang="zh-CN" altLang="en-US">
                      <a:cs typeface="华文楷体" panose="02010600040101010101" charset="-122"/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255" name="TextBox 2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24"/>
                    </p:custDataLst>
                  </p:nvPr>
                </p:nvSpPr>
                <p:spPr>
                  <a:xfrm>
                    <a:off x="2894744" y="4543935"/>
                    <a:ext cx="369332" cy="369332"/>
                  </a:xfrm>
                  <a:prstGeom prst="rect">
                    <a:avLst/>
                  </a:prstGeom>
                  <a:blipFill rotWithShape="1">
                    <a:blip r:embed="rId1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TextBox 165">
                    <a:extLst>
                      <a:ext uri="{FF2B5EF4-FFF2-40B4-BE49-F238E27FC236}">
                        <a16:creationId xmlns:a16="http://schemas.microsoft.com/office/drawing/2014/main" id="{DDEEA660-CAA3-783F-8EF5-78CC53404923}"/>
                      </a:ext>
                    </a:extLst>
                  </p:cNvPr>
                  <p:cNvSpPr txBox="1"/>
                  <p:nvPr>
                    <p:custDataLst>
                      <p:tags r:id="rId19"/>
                    </p:custDataLst>
                  </p:nvPr>
                </p:nvSpPr>
                <p:spPr>
                  <a:xfrm>
                    <a:off x="2070253" y="4791736"/>
                    <a:ext cx="36933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𝑞</m:t>
                          </m:r>
                        </m:oMath>
                      </m:oMathPara>
                    </a14:m>
                    <a:endParaRPr lang="zh-CN" altLang="en-US">
                      <a:cs typeface="华文楷体" panose="02010600040101010101" charset="-122"/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256" name="TextBox 16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26"/>
                    </p:custDataLst>
                  </p:nvPr>
                </p:nvSpPr>
                <p:spPr>
                  <a:xfrm>
                    <a:off x="2070253" y="4791736"/>
                    <a:ext cx="369332" cy="369332"/>
                  </a:xfrm>
                  <a:prstGeom prst="rect">
                    <a:avLst/>
                  </a:prstGeom>
                  <a:blipFill rotWithShape="1">
                    <a:blip r:embed="rId1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8" name="弧形 260">
              <a:extLst>
                <a:ext uri="{FF2B5EF4-FFF2-40B4-BE49-F238E27FC236}">
                  <a16:creationId xmlns:a16="http://schemas.microsoft.com/office/drawing/2014/main" id="{C25B093A-B83D-9FFD-7D1C-3738E13731D5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2154024" y="2941296"/>
              <a:ext cx="2302528" cy="2302528"/>
            </a:xfrm>
            <a:prstGeom prst="arc">
              <a:avLst>
                <a:gd name="adj1" fmla="val 2899078"/>
                <a:gd name="adj2" fmla="val 5102904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华文楷体" panose="02010600040101010101" charset="-122"/>
              </a:endParaRPr>
            </a:p>
          </p:txBody>
        </p:sp>
        <p:grpSp>
          <p:nvGrpSpPr>
            <p:cNvPr id="89" name="组合 261">
              <a:extLst>
                <a:ext uri="{FF2B5EF4-FFF2-40B4-BE49-F238E27FC236}">
                  <a16:creationId xmlns:a16="http://schemas.microsoft.com/office/drawing/2014/main" id="{69BB0FB2-EEF7-531C-B2E1-3496DC790AEA}"/>
                </a:ext>
              </a:extLst>
            </p:cNvPr>
            <p:cNvGrpSpPr/>
            <p:nvPr>
              <p:custDataLst>
                <p:tags r:id="rId6"/>
              </p:custDataLst>
            </p:nvPr>
          </p:nvGrpSpPr>
          <p:grpSpPr>
            <a:xfrm>
              <a:off x="3974701" y="4497326"/>
              <a:ext cx="512863" cy="556243"/>
              <a:chOff x="3103552" y="4067271"/>
              <a:chExt cx="512863" cy="556243"/>
            </a:xfrm>
          </p:grpSpPr>
          <p:grpSp>
            <p:nvGrpSpPr>
              <p:cNvPr id="93" name="组合 262">
                <a:extLst>
                  <a:ext uri="{FF2B5EF4-FFF2-40B4-BE49-F238E27FC236}">
                    <a16:creationId xmlns:a16="http://schemas.microsoft.com/office/drawing/2014/main" id="{8B5251B0-992A-6620-3C7D-779F9844F9B2}"/>
                  </a:ext>
                </a:extLst>
              </p:cNvPr>
              <p:cNvGrpSpPr/>
              <p:nvPr>
                <p:custDataLst>
                  <p:tags r:id="rId10"/>
                </p:custDataLst>
              </p:nvPr>
            </p:nvGrpSpPr>
            <p:grpSpPr>
              <a:xfrm>
                <a:off x="3103552" y="4414194"/>
                <a:ext cx="209320" cy="209320"/>
                <a:chOff x="5695721" y="3194892"/>
                <a:chExt cx="209320" cy="209320"/>
              </a:xfrm>
            </p:grpSpPr>
            <p:sp>
              <p:nvSpPr>
                <p:cNvPr id="95" name="椭圆 264">
                  <a:extLst>
                    <a:ext uri="{FF2B5EF4-FFF2-40B4-BE49-F238E27FC236}">
                      <a16:creationId xmlns:a16="http://schemas.microsoft.com/office/drawing/2014/main" id="{EDE6D124-FED9-DD8F-658B-8AAD099CB688}"/>
                    </a:ext>
                  </a:extLst>
                </p:cNvPr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5695721" y="3194892"/>
                  <a:ext cx="209320" cy="20932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华文楷体" panose="02010600040101010101" charset="-122"/>
                  </a:endParaRPr>
                </a:p>
              </p:txBody>
            </p:sp>
            <p:grpSp>
              <p:nvGrpSpPr>
                <p:cNvPr id="96" name="组合 265">
                  <a:extLst>
                    <a:ext uri="{FF2B5EF4-FFF2-40B4-BE49-F238E27FC236}">
                      <a16:creationId xmlns:a16="http://schemas.microsoft.com/office/drawing/2014/main" id="{38B960C6-10A3-518C-FDCA-91A11325AF0B}"/>
                    </a:ext>
                  </a:extLst>
                </p:cNvPr>
                <p:cNvGrpSpPr/>
                <p:nvPr>
                  <p:custDataLst>
                    <p:tags r:id="rId13"/>
                  </p:custDataLst>
                </p:nvPr>
              </p:nvGrpSpPr>
              <p:grpSpPr>
                <a:xfrm>
                  <a:off x="5728772" y="3227552"/>
                  <a:ext cx="144000" cy="144000"/>
                  <a:chOff x="755576" y="1443902"/>
                  <a:chExt cx="288032" cy="288032"/>
                </a:xfrm>
              </p:grpSpPr>
              <p:cxnSp>
                <p:nvCxnSpPr>
                  <p:cNvPr id="97" name="直接连接符 266">
                    <a:extLst>
                      <a:ext uri="{FF2B5EF4-FFF2-40B4-BE49-F238E27FC236}">
                        <a16:creationId xmlns:a16="http://schemas.microsoft.com/office/drawing/2014/main" id="{397743A5-B17D-2BB0-D2D5-38A17F4EFFAE}"/>
                      </a:ext>
                    </a:extLst>
                  </p:cNvPr>
                  <p:cNvCxnSpPr/>
                  <p:nvPr>
                    <p:custDataLst>
                      <p:tags r:id="rId14"/>
                    </p:custDataLst>
                  </p:nvPr>
                </p:nvCxnSpPr>
                <p:spPr>
                  <a:xfrm>
                    <a:off x="755576" y="1587918"/>
                    <a:ext cx="288032" cy="0"/>
                  </a:xfrm>
                  <a:prstGeom prst="line">
                    <a:avLst/>
                  </a:prstGeom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" name="直接连接符 267">
                    <a:extLst>
                      <a:ext uri="{FF2B5EF4-FFF2-40B4-BE49-F238E27FC236}">
                        <a16:creationId xmlns:a16="http://schemas.microsoft.com/office/drawing/2014/main" id="{41AB13BB-E5E7-D79F-E8EA-85DB310AB018}"/>
                      </a:ext>
                    </a:extLst>
                  </p:cNvPr>
                  <p:cNvCxnSpPr/>
                  <p:nvPr>
                    <p:custDataLst>
                      <p:tags r:id="rId15"/>
                    </p:custDataLst>
                  </p:nvPr>
                </p:nvCxnSpPr>
                <p:spPr>
                  <a:xfrm rot="5400000">
                    <a:off x="755576" y="1587918"/>
                    <a:ext cx="288032" cy="0"/>
                  </a:xfrm>
                  <a:prstGeom prst="line">
                    <a:avLst/>
                  </a:prstGeom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94" name="直接连接符 263">
                <a:extLst>
                  <a:ext uri="{FF2B5EF4-FFF2-40B4-BE49-F238E27FC236}">
                    <a16:creationId xmlns:a16="http://schemas.microsoft.com/office/drawing/2014/main" id="{082F27AF-68EC-B09A-58AA-E40B022084E5}"/>
                  </a:ext>
                </a:extLst>
              </p:cNvPr>
              <p:cNvCxnSpPr/>
              <p:nvPr>
                <p:custDataLst>
                  <p:tags r:id="rId11"/>
                </p:custDataLst>
              </p:nvPr>
            </p:nvCxnSpPr>
            <p:spPr>
              <a:xfrm flipH="1">
                <a:off x="3287727" y="4067271"/>
                <a:ext cx="328688" cy="378570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0" name="直接连接符 268">
              <a:extLst>
                <a:ext uri="{FF2B5EF4-FFF2-40B4-BE49-F238E27FC236}">
                  <a16:creationId xmlns:a16="http://schemas.microsoft.com/office/drawing/2014/main" id="{085ED0D6-8717-07D3-6FB1-28FC0D15BE82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 flipH="1" flipV="1">
              <a:off x="3492777" y="4284504"/>
              <a:ext cx="514974" cy="584772"/>
            </a:xfrm>
            <a:prstGeom prst="line">
              <a:avLst/>
            </a:prstGeom>
            <a:ln w="19050">
              <a:solidFill>
                <a:srgbClr val="FF7575"/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179">
                  <a:extLst>
                    <a:ext uri="{FF2B5EF4-FFF2-40B4-BE49-F238E27FC236}">
                      <a16:creationId xmlns:a16="http://schemas.microsoft.com/office/drawing/2014/main" id="{2FDC93A4-8DC5-9FA7-8E47-B6AA077ADEF9}"/>
                    </a:ext>
                  </a:extLst>
                </p:cNvPr>
                <p:cNvSpPr txBox="1"/>
                <p:nvPr>
                  <p:custDataLst>
                    <p:tags r:id="rId8"/>
                  </p:custDataLst>
                </p:nvPr>
              </p:nvSpPr>
              <p:spPr>
                <a:xfrm>
                  <a:off x="3493407" y="4030236"/>
                  <a:ext cx="338455" cy="3683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0" i="1" smtClean="0">
                            <a:solidFill>
                              <a:srgbClr val="FF7575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lang="zh-CN" altLang="en-US">
                    <a:solidFill>
                      <a:srgbClr val="FF7575"/>
                    </a:solidFill>
                    <a:cs typeface="华文楷体" panose="02010600040101010101" charset="-122"/>
                  </a:endParaRPr>
                </a:p>
              </p:txBody>
            </p:sp>
          </mc:Choice>
          <mc:Fallback xmlns="">
            <p:sp>
              <p:nvSpPr>
                <p:cNvPr id="91" name="TextBox 179">
                  <a:extLst>
                    <a:ext uri="{FF2B5EF4-FFF2-40B4-BE49-F238E27FC236}">
                      <a16:creationId xmlns:a16="http://schemas.microsoft.com/office/drawing/2014/main" id="{2FDC93A4-8DC5-9FA7-8E47-B6AA077ADE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28"/>
                  </p:custDataLst>
                </p:nvPr>
              </p:nvSpPr>
              <p:spPr>
                <a:xfrm>
                  <a:off x="3493407" y="4030236"/>
                  <a:ext cx="338455" cy="368300"/>
                </a:xfrm>
                <a:prstGeom prst="rect">
                  <a:avLst/>
                </a:prstGeom>
                <a:blipFill>
                  <a:blip r:embed="rId1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184">
                  <a:extLst>
                    <a:ext uri="{FF2B5EF4-FFF2-40B4-BE49-F238E27FC236}">
                      <a16:creationId xmlns:a16="http://schemas.microsoft.com/office/drawing/2014/main" id="{087B90DC-7300-F77E-5A6C-D08C6DE6F6EE}"/>
                    </a:ext>
                  </a:extLst>
                </p:cNvPr>
                <p:cNvSpPr txBox="1"/>
                <p:nvPr>
                  <p:custDataLst>
                    <p:tags r:id="rId9"/>
                  </p:custDataLst>
                </p:nvPr>
              </p:nvSpPr>
              <p:spPr>
                <a:xfrm>
                  <a:off x="4663884" y="4368300"/>
                  <a:ext cx="322580" cy="3683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>
                    <a:cs typeface="华文楷体" panose="02010600040101010101" charset="-122"/>
                  </a:endParaRPr>
                </a:p>
              </p:txBody>
            </p:sp>
          </mc:Choice>
          <mc:Fallback xmlns="">
            <p:sp>
              <p:nvSpPr>
                <p:cNvPr id="92" name="TextBox 184">
                  <a:extLst>
                    <a:ext uri="{FF2B5EF4-FFF2-40B4-BE49-F238E27FC236}">
                      <a16:creationId xmlns:a16="http://schemas.microsoft.com/office/drawing/2014/main" id="{087B90DC-7300-F77E-5A6C-D08C6DE6F6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30"/>
                  </p:custDataLst>
                </p:nvPr>
              </p:nvSpPr>
              <p:spPr>
                <a:xfrm>
                  <a:off x="4663884" y="4368300"/>
                  <a:ext cx="322580" cy="368300"/>
                </a:xfrm>
                <a:prstGeom prst="rect">
                  <a:avLst/>
                </a:prstGeom>
                <a:blipFill>
                  <a:blip r:embed="rId1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04683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5" name="yt_shape_10845"/>
          <p:cNvSpPr txBox="1"/>
          <p:nvPr/>
        </p:nvSpPr>
        <p:spPr>
          <a:xfrm>
            <a:off x="324000" y="1023551"/>
            <a:ext cx="7259360" cy="173868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354965"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带电粒子在匀强磁场中的可能运动</a:t>
            </a:r>
          </a:p>
          <a:p>
            <a:pPr marL="1243330" indent="-888254"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（1）当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∥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时，带电粒子做匀速直线运动。</a:t>
            </a:r>
          </a:p>
          <a:p>
            <a:pPr marL="1243330" indent="-888254"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（2）当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⊥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时，带电粒子做匀速圆周运动。</a:t>
            </a:r>
          </a:p>
        </p:txBody>
      </p:sp>
      <p:sp>
        <p:nvSpPr>
          <p:cNvPr id="4" name="yt_shape_10848"/>
          <p:cNvSpPr txBox="1"/>
          <p:nvPr/>
        </p:nvSpPr>
        <p:spPr>
          <a:xfrm>
            <a:off x="324000" y="2763328"/>
            <a:ext cx="10248960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1243330" indent="-888254"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（3）当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与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的夹角0°＜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θ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＜90°时，带电粒子做螺旋线运动。</a:t>
            </a:r>
          </a:p>
        </p:txBody>
      </p:sp>
      <p:sp>
        <p:nvSpPr>
          <p:cNvPr id="5" name="yt_shape_10849"/>
          <p:cNvSpPr txBox="1"/>
          <p:nvPr/>
        </p:nvSpPr>
        <p:spPr>
          <a:xfrm>
            <a:off x="324071" y="3308990"/>
            <a:ext cx="11543998" cy="20211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3330" algn="l" eaLnBrk="1" latinLnBrk="0" hangingPunct="0">
              <a:lnSpc>
                <a:spcPct val="12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如图所示，将速度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分解为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，则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=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sin 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θ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，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=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cos 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θ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d68fd"/>
              </a:rPr>
              <a:t>，带电粒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子在垂直磁场方向以分速度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6_08fd6"/>
              </a:rPr>
              <a:t>做匀速圆周运动，洛伦兹力提供向心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力，在平行于磁场方向以分速度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4_34c67"/>
              </a:rPr>
              <a:t>做匀速直线运动，合运动为螺旋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线运动。</a:t>
            </a:r>
          </a:p>
        </p:txBody>
      </p:sp>
      <p:pic>
        <p:nvPicPr>
          <p:cNvPr id="6" name="yt_image_10850">
            <a:extLst>
              <a:ext uri="">
                <a16:creationId xmlns:a14="http://schemas.microsoft.com/office/drawing/2010/main" xmlns:mc="http://schemas.openxmlformats.org/markup-compatibility/2006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164" y="4939662"/>
            <a:ext cx="6049670" cy="1561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yt_image_10027" title="H_46.367954">
            <a:extLst>
              <a:ext uri="">
                <a16:creationId xmlns:a16="http://schemas.microsoft.com/office/drawing/2014/main" xmlns:p15="http://schemas.microsoft.com/office/powerpoint/2012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4BACC6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892" y="421213"/>
            <a:ext cx="2176272" cy="588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6="http://schemas.microsoft.com/office/drawing/2014/main" xmlns:a14="http://schemas.microsoft.com/office/drawing/2010/main"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2" name="yt_shape_10852"/>
          <p:cNvSpPr txBox="1"/>
          <p:nvPr/>
        </p:nvSpPr>
        <p:spPr>
          <a:xfrm>
            <a:off x="-217105" y="356379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3330"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【例 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1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】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5_74b90"/>
              </a:rPr>
              <a:t> 下列各图反映的是带电粒子在匀强磁场中沿垂直于磁场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方向做匀速圆周运动的情况，其中正确的是（　　）</a:t>
            </a:r>
          </a:p>
        </p:txBody>
      </p:sp>
      <p:pic>
        <p:nvPicPr>
          <p:cNvPr id="6" name="yt_image_10853" title="H_173.37599">
            <a:extLst>
              <a:ext uri="">
                <a16:creationId xmlns:a14="http://schemas.microsoft.com/office/drawing/2010/main" xmlns:mc="http://schemas.openxmlformats.org/markup-compatibility/2006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762" y="1627082"/>
            <a:ext cx="4641494" cy="220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yt_image_10855" title="H_177.69598">
            <a:extLst>
              <a:ext uri="">
                <a16:creationId xmlns:a14="http://schemas.microsoft.com/office/drawing/2010/main" xmlns:mc="http://schemas.openxmlformats.org/markup-compatibility/2006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1799" y="1627082"/>
            <a:ext cx="4641494" cy="2256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/>
        </p:nvSpPr>
        <p:spPr>
          <a:xfrm>
            <a:off x="9900498" y="3436542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yt_shape_10858"/>
          <p:cNvSpPr txBox="1"/>
          <p:nvPr/>
        </p:nvSpPr>
        <p:spPr>
          <a:xfrm>
            <a:off x="258755" y="4246895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3330"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解析：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24_3a9aa"/>
              </a:rPr>
              <a:t>带电粒子在匀强磁场中沿垂直于磁场方向做匀速圆周运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动，其向心力由洛伦兹力提供，由左手定则可判断D正确。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7" name="yt_shape_10867"/>
          <p:cNvSpPr txBox="1"/>
          <p:nvPr/>
        </p:nvSpPr>
        <p:spPr>
          <a:xfrm>
            <a:off x="324071" y="393352"/>
            <a:ext cx="11924914" cy="361880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888365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【例 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2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】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（半径公式和周期公式的理解）（2026•山东威海期中）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8611c,isEnd"/>
              </a:rPr>
              <a:t>用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9_d8875,isEnd"/>
              </a:rPr>
              <a:t>洛伦兹力演示仪可以观察电子在磁场中的运动径迹。图甲是洛伦兹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9_909cf,isEnd"/>
              </a:rPr>
              <a:t>力演示仪的实物图，图乙是结构示意图。励磁线圈通电后可以产生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9_71867,isEnd"/>
              </a:rPr>
              <a:t>垂直纸面的匀强磁场，励磁线圈中的电流越大，产生的磁场越强。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9_803bb,isEnd"/>
              </a:rPr>
              <a:t>图乙中电子经电子枪中的加速电场加速后水平向左垂直磁感线方向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,isEnd"/>
              </a:rPr>
              <a:t>射入磁场。下列实验现象和分析正确的是（　　）</a:t>
            </a:r>
          </a:p>
        </p:txBody>
      </p:sp>
      <p:pic>
        <p:nvPicPr>
          <p:cNvPr id="4" name="yt_image_10871" title="H_280.51196">
            <a:extLst>
              <a:ext uri="">
                <a16:creationId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0250" y="4012161"/>
            <a:ext cx="4104077" cy="2416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73" name="yt_table_10873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1212453" y="2970158"/>
          <a:ext cx="9832975" cy="2389632"/>
        </p:xfrm>
        <a:graphic>
          <a:graphicData uri="http://schemas.openxmlformats.org/drawingml/2006/table">
            <a:tbl>
              <a:tblPr/>
              <a:tblGrid>
                <a:gridCol w="9832975">
                  <a:extLst>
                    <a:ext uri="{9D8B030D-6E8A-4147-A177-3AD203B41FA5}">
                      <a16:colId xmlns:a16="http://schemas.microsoft.com/office/drawing/2014/main" val="10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700952" indent="-70095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A．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Times New Roman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励磁线圈应通以逆时针方向的电流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81269" indent="-681269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B．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Times New Roman" pitchFamily="28"/>
                        </a:rPr>
                        <a:t> 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仅升高电子枪加速电场的电压，运动径迹的半径变大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81269" indent="-681269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C．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Times New Roman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仅增大励磁线圈中的电流，运动径迹的半径变大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700952" indent="-70095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D．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Times New Roman" pitchFamily="28"/>
                        </a:rPr>
                        <a:t> 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仅升高电子枪加速电场的电压，电子运动的周期将变大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20"/>
                  </a:ext>
                </a:extLst>
              </a:tr>
            </a:tbl>
          </a:graphicData>
        </a:graphic>
      </p:graphicFrame>
      <p:pic>
        <p:nvPicPr>
          <p:cNvPr id="4" name="yt_image_10871" title="H_280.51196">
            <a:extLst>
              <a:ext uri="">
                <a16:creationId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7066" y="485190"/>
            <a:ext cx="4104077" cy="2416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980433" y="3596381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0" name="yt_shape_10880"/>
          <p:cNvSpPr txBox="1"/>
          <p:nvPr/>
        </p:nvSpPr>
        <p:spPr>
          <a:xfrm>
            <a:off x="1407216" y="467999"/>
            <a:ext cx="9377567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带电粒子在匀强磁场中运动的圆心、半径、时间的确定方法</a:t>
            </a:r>
          </a:p>
        </p:txBody>
      </p:sp>
      <p:sp>
        <p:nvSpPr>
          <p:cNvPr id="3" name="yt_shape_10881"/>
          <p:cNvSpPr txBox="1"/>
          <p:nvPr/>
        </p:nvSpPr>
        <p:spPr>
          <a:xfrm>
            <a:off x="324071" y="1093152"/>
            <a:ext cx="11924914" cy="200247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4965" indent="-354920" algn="l" eaLnBrk="1" latinLnBrk="0" hangingPunct="0">
              <a:lnSpc>
                <a:spcPct val="120000"/>
              </a:lnSpc>
            </a:pP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.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确定圆心位置的方法</a:t>
            </a:r>
          </a:p>
          <a:p>
            <a:pPr marL="1243330" indent="-888254" algn="l" eaLnBrk="1" latinLnBrk="0" hangingPunct="0">
              <a:lnSpc>
                <a:spcPct val="12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1_3d445"/>
              </a:rPr>
              <a:t>（1）已知入射方向和出射方向时，可通过入射点和出射点作垂直于入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8_bbaff"/>
              </a:rPr>
              <a:t>射方向和出射方向的直线，两条直线的交点就是圆心，如图甲所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示，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为入射点，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为出射点。</a:t>
            </a:r>
          </a:p>
        </p:txBody>
      </p:sp>
      <p:sp>
        <p:nvSpPr>
          <p:cNvPr id="4" name="yt_shape_10883"/>
          <p:cNvSpPr txBox="1"/>
          <p:nvPr/>
        </p:nvSpPr>
        <p:spPr>
          <a:xfrm>
            <a:off x="324071" y="3177569"/>
            <a:ext cx="11924914" cy="150873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3330" indent="-888254" algn="l" eaLnBrk="1" latinLnBrk="0" hangingPunct="0">
              <a:lnSpc>
                <a:spcPct val="12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1_1d9f9"/>
              </a:rPr>
              <a:t>（2）已知入射方向和出射点的位置时，可以通过入射点作入射方向的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8_8df69"/>
              </a:rPr>
              <a:t>垂线，连接入射点和出射点，作过其中点的垂线，这两条垂线的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交点就是圆心，如图乙所示，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为入射点，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为出射点。</a:t>
            </a:r>
          </a:p>
        </p:txBody>
      </p:sp>
      <p:pic>
        <p:nvPicPr>
          <p:cNvPr id="5" name="yt_image_10884" title="H_212.54402">
            <a:extLst>
              <a:ext uri="">
                <a16:creationId xmlns:a14="http://schemas.microsoft.com/office/drawing/2010/main" xmlns:mc="http://schemas.openxmlformats.org/markup-compatibility/2006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2919" y="4690777"/>
            <a:ext cx="2964181" cy="1988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887" name="yt_shape_10887"/>
              <p:cNvSpPr txBox="1"/>
              <p:nvPr/>
            </p:nvSpPr>
            <p:spPr>
              <a:xfrm>
                <a:off x="324071" y="372749"/>
                <a:ext cx="11924914" cy="261206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354965" indent="-354920"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.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 </a:t>
                </a:r>
                <a:r>
                  <a:rPr lang="zh-CN" altLang="zh-CN" sz="2800" b="1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求解运动半径的方法</a:t>
                </a:r>
              </a:p>
              <a:p>
                <a:pPr marL="1243330" indent="-888254"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（1）根据半径公式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𝑚𝑣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𝑞𝐵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求解。</a:t>
                </a:r>
              </a:p>
              <a:p>
                <a:pPr marL="1243330" indent="-888254"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31_291c7"/>
                  </a:rPr>
                  <a:t>（2）根据勾股定理求解。如图丙所示，若已知出射点相对于入射点下</a:t>
                </a:r>
                <a:b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移了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，磁场的宽度为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，则有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baseline="30000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=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 baseline="30000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＋（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－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）</a:t>
                </a:r>
                <a:r>
                  <a:rPr lang="zh-CN" altLang="zh-CN" sz="2800" b="0" i="0" u="none" baseline="30000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。</a:t>
                </a:r>
              </a:p>
            </p:txBody>
          </p:sp>
        </mc:Choice>
        <mc:Fallback xmlns:p15="http://schemas.microsoft.com/office/powerpoint/2012/main" xmlns:a16="http://schemas.microsoft.com/office/drawing/2014/main" xmlns="">
          <p:sp>
            <p:nvSpPr>
              <p:cNvPr id="10887" name="yt_shape_108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372749"/>
                <a:ext cx="11924914" cy="2612062"/>
              </a:xfrm>
              <a:prstGeom prst="rect">
                <a:avLst/>
              </a:prstGeom>
              <a:blipFill>
                <a:blip r:embed="rId2"/>
                <a:stretch>
                  <a:fillRect l="-1789" t="-932" b="-74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890" name="yt_image_10890" title="H_194.11197">
            <a:extLst>
              <a:ext uri="">
                <a16:creationId xmlns:mc="http://schemas.openxmlformats.org/markup-compatibility/2006" xmlns:a14="http://schemas.microsoft.com/office/drawing/2010/main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452" y="2956236"/>
            <a:ext cx="2038398" cy="2293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yt_shape_10892"/>
              <p:cNvSpPr txBox="1"/>
              <p:nvPr/>
            </p:nvSpPr>
            <p:spPr>
              <a:xfrm>
                <a:off x="324071" y="5078099"/>
                <a:ext cx="11924914" cy="141968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243330" indent="-888254"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31_ccc50"/>
                  </a:rPr>
                  <a:t>（3）根据三角函数求解。如图丙所示，若已知出射速度方向与入射速</a:t>
                </a:r>
                <a:b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度方向的夹角为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θ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，磁场的宽度为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，则有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𝑑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sin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。</a:t>
                </a:r>
              </a:p>
            </p:txBody>
          </p:sp>
        </mc:Choice>
        <mc:Fallback xmlns:p15="http://schemas.microsoft.com/office/powerpoint/2012/main" xmlns:a16="http://schemas.microsoft.com/office/drawing/2014/main" xmlns="">
          <p:sp>
            <p:nvSpPr>
              <p:cNvPr id="4" name="yt_shape_108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5078099"/>
                <a:ext cx="11924914" cy="1419684"/>
              </a:xfrm>
              <a:prstGeom prst="rect">
                <a:avLst/>
              </a:prstGeom>
              <a:blipFill>
                <a:blip r:embed="rId4"/>
                <a:stretch>
                  <a:fillRect t="-1717" b="-72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4="http://schemas.microsoft.com/office/drawing/2010/main" xmlns:a16="http://schemas.microsoft.com/office/drawing/2014/main"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895" name="yt_shape_10895"/>
              <p:cNvSpPr txBox="1"/>
              <p:nvPr/>
            </p:nvSpPr>
            <p:spPr>
              <a:xfrm>
                <a:off x="324071" y="467999"/>
                <a:ext cx="11924914" cy="391049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354965" indent="-354920"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.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 </a:t>
                </a:r>
                <a:r>
                  <a:rPr lang="zh-CN" altLang="zh-CN" sz="2800" b="1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确定运动时间的方法</a:t>
                </a:r>
              </a:p>
              <a:p>
                <a:pPr marL="1243330" indent="-888254"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（1）利用粒子运动的圆弧所对应的圆心角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α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求</a:t>
                </a: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宋体" pitchFamily="28"/>
                  </a:rPr>
                  <a:t>解：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运动时间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α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360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°</m:t>
                        </m:r>
                      </m:den>
                    </m:f>
                  </m:oMath>
                </a14:m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1_77fb5"/>
                  </a:rPr>
                  <a:t>T</a:t>
                </a:r>
                <a:b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（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或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α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）。</a:t>
                </a:r>
              </a:p>
              <a:p>
                <a:pPr marL="1243330" indent="-888254"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（2）利用粒子在磁场中运动的弧长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和速率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求</a:t>
                </a: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宋体" pitchFamily="28"/>
                  </a:rPr>
                  <a:t>解：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运动时间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𝑠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1_70ae0"/>
                  </a:rPr>
                  <a:t>或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𝑠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π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。</a:t>
                </a:r>
              </a:p>
            </p:txBody>
          </p:sp>
        </mc:Choice>
        <mc:Fallback xmlns="">
          <p:sp>
            <p:nvSpPr>
              <p:cNvPr id="10895" name="yt_shape_108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3910494"/>
              </a:xfrm>
              <a:prstGeom prst="rect">
                <a:avLst/>
              </a:prstGeom>
              <a:blipFill>
                <a:blip r:embed="rId2"/>
                <a:stretch>
                  <a:fillRect l="-1789" t="-624" b="-20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4="http://schemas.microsoft.com/office/drawing/2010/main"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9" name="yt_shape_10899"/>
          <p:cNvSpPr txBox="1"/>
          <p:nvPr/>
        </p:nvSpPr>
        <p:spPr>
          <a:xfrm>
            <a:off x="324000" y="467999"/>
            <a:ext cx="5408532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354965" indent="-354920"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.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圆心角与偏向角、弦切角的关系</a:t>
            </a:r>
          </a:p>
        </p:txBody>
      </p:sp>
      <p:pic>
        <p:nvPicPr>
          <p:cNvPr id="10900" name="yt_image_10900" title="H_227.52">
            <a:extLst>
              <a:ext uri="">
                <a16:creationId xmlns:a14="http://schemas.microsoft.com/office/drawing/2010/main" xmlns:mc="http://schemas.openxmlformats.org/markup-compatibility/2006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543" y="467999"/>
            <a:ext cx="1832457" cy="2889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902" name="yt_shape_10902"/>
              <p:cNvSpPr txBox="1"/>
              <p:nvPr/>
            </p:nvSpPr>
            <p:spPr>
              <a:xfrm>
                <a:off x="267086" y="3180978"/>
                <a:ext cx="11924914" cy="311504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243330" indent="-888254"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（1）带电粒子射出磁场的速度方向与射入磁场的速度方向之间的夹角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  <a:sym typeface="_⨹_1_a02f5"/>
                  </a:rPr>
                  <a:t>φ</a:t>
                </a:r>
                <a:b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</a:b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叫作偏向角，偏向角等于圆弧</a:t>
                </a:r>
                <a14:m>
                  <m:oMath xmlns:m="http://schemas.openxmlformats.org/officeDocument/2006/math"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altLang="zh-CN" sz="2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groupChrPr>
                      <m:e>
                        <m:r>
                          <a:rPr lang="en-US" altLang="zh-CN" sz="2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𝑃𝑀</m:t>
                        </m:r>
                      </m:e>
                    </m:groupChr>
                  </m:oMath>
                </a14:m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对应的圆心角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α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，即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α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=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φ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4_3497b"/>
                  </a:rPr>
                  <a:t>，如图丁</a:t>
                </a:r>
                <a:b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所示。</a:t>
                </a:r>
                <a:endParaRPr lang="en-US" altLang="zh-CN" sz="2800" b="0" i="0" u="none" dirty="0">
                  <a:solidFill>
                    <a:srgbClr val="000000"/>
                  </a:solidFill>
                  <a:effectLst/>
                  <a:latin typeface="Times New Roman" pitchFamily="28"/>
                  <a:ea typeface="宋体" pitchFamily="28"/>
                </a:endParaRPr>
              </a:p>
              <a:p>
                <a:pPr marL="1243330" indent="-888254" hangingPunct="0">
                  <a:lnSpc>
                    <a:spcPct val="140000"/>
                  </a:lnSpc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itchFamily="28"/>
                    <a:ea typeface="宋体" pitchFamily="28"/>
                  </a:rPr>
                  <a:t>（2）圆弧</a:t>
                </a:r>
                <a14:m>
                  <m:oMath xmlns:m="http://schemas.openxmlformats.org/officeDocument/2006/math"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groupChr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𝑃𝑀</m:t>
                        </m:r>
                      </m:e>
                    </m:groupChr>
                  </m:oMath>
                </a14:m>
                <a:r>
                  <a:rPr lang="zh-CN" altLang="zh-CN" sz="2800" dirty="0">
                    <a:solidFill>
                      <a:srgbClr val="000000"/>
                    </a:solidFill>
                    <a:latin typeface="Times New Roman" pitchFamily="28"/>
                    <a:ea typeface="宋体" pitchFamily="28"/>
                  </a:rPr>
                  <a:t>所对应圆心角</a:t>
                </a:r>
                <a:r>
                  <a:rPr lang="zh-CN" altLang="zh-CN" sz="2800" i="1" dirty="0">
                    <a:solidFill>
                      <a:srgbClr val="000000"/>
                    </a:solidFill>
                    <a:latin typeface="Times New Roman" pitchFamily="28"/>
                    <a:ea typeface="Times New Roman" pitchFamily="28"/>
                  </a:rPr>
                  <a:t>α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itchFamily="28"/>
                    <a:ea typeface="宋体" pitchFamily="28"/>
                  </a:rPr>
                  <a:t>等于弦</a:t>
                </a:r>
                <a:r>
                  <a:rPr lang="zh-CN" altLang="zh-CN" sz="2800" i="1" dirty="0">
                    <a:solidFill>
                      <a:srgbClr val="000000"/>
                    </a:solidFill>
                    <a:latin typeface="Times New Roman" pitchFamily="28"/>
                    <a:ea typeface="宋体" pitchFamily="28"/>
                  </a:rPr>
                  <a:t>PM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itchFamily="28"/>
                    <a:ea typeface="宋体" pitchFamily="28"/>
                  </a:rPr>
                  <a:t>与切线的夹角（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itchFamily="28"/>
                    <a:ea typeface="楷体" pitchFamily="28"/>
                  </a:rPr>
                  <a:t>弦切角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itchFamily="28"/>
                    <a:ea typeface="宋体" pitchFamily="28"/>
                  </a:rPr>
                  <a:t>）</a:t>
                </a:r>
                <a:r>
                  <a:rPr lang="zh-CN" altLang="zh-CN" sz="2800" i="1" dirty="0">
                    <a:solidFill>
                      <a:srgbClr val="000000"/>
                    </a:solidFill>
                    <a:latin typeface="Times New Roman" pitchFamily="28"/>
                    <a:ea typeface="Times New Roman" pitchFamily="28"/>
                  </a:rPr>
                  <a:t>θ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itchFamily="28"/>
                    <a:ea typeface="宋体" pitchFamily="28"/>
                    <a:sym typeface="_⨹_2_9ee5b"/>
                  </a:rPr>
                  <a:t>的2</a:t>
                </a:r>
                <a:br>
                  <a:rPr lang="zh-CN" altLang="zh-CN" sz="2800" dirty="0">
                    <a:solidFill>
                      <a:srgbClr val="000000"/>
                    </a:solidFill>
                    <a:latin typeface="Times New Roman" pitchFamily="28"/>
                    <a:ea typeface="宋体" pitchFamily="28"/>
                  </a:rPr>
                </a:br>
                <a:r>
                  <a:rPr lang="zh-CN" altLang="zh-CN" sz="2800" dirty="0">
                    <a:solidFill>
                      <a:srgbClr val="000000"/>
                    </a:solidFill>
                    <a:latin typeface="Times New Roman" pitchFamily="28"/>
                    <a:ea typeface="宋体" pitchFamily="28"/>
                  </a:rPr>
                  <a:t>倍，即</a:t>
                </a:r>
                <a:r>
                  <a:rPr lang="zh-CN" altLang="zh-CN" sz="2800" i="1" dirty="0">
                    <a:solidFill>
                      <a:srgbClr val="000000"/>
                    </a:solidFill>
                    <a:latin typeface="Times New Roman" pitchFamily="28"/>
                    <a:ea typeface="Times New Roman" pitchFamily="28"/>
                  </a:rPr>
                  <a:t>α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itchFamily="28"/>
                    <a:ea typeface="宋体" pitchFamily="28"/>
                  </a:rPr>
                  <a:t>=2</a:t>
                </a:r>
                <a:r>
                  <a:rPr lang="zh-CN" altLang="zh-CN" sz="2800" i="1" dirty="0">
                    <a:solidFill>
                      <a:srgbClr val="000000"/>
                    </a:solidFill>
                    <a:latin typeface="Times New Roman" pitchFamily="28"/>
                    <a:ea typeface="Times New Roman" pitchFamily="28"/>
                  </a:rPr>
                  <a:t>θ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itchFamily="28"/>
                    <a:ea typeface="宋体" pitchFamily="28"/>
                  </a:rPr>
                  <a:t>，如图丁所示。</a:t>
                </a:r>
              </a:p>
            </p:txBody>
          </p:sp>
        </mc:Choice>
        <mc:Fallback xmlns:p15="http://schemas.microsoft.com/office/powerpoint/2012/main" xmlns:a16="http://schemas.microsoft.com/office/drawing/2014/main" xmlns="">
          <p:sp>
            <p:nvSpPr>
              <p:cNvPr id="10902" name="yt_shape_109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86" y="3180978"/>
                <a:ext cx="11924914" cy="3115047"/>
              </a:xfrm>
              <a:prstGeom prst="rect">
                <a:avLst/>
              </a:prstGeom>
              <a:blipFill>
                <a:blip r:embed="rId3"/>
                <a:stretch>
                  <a:fillRect t="-783" b="-6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6="http://schemas.microsoft.com/office/drawing/2014/main" xmlns:a14="http://schemas.microsoft.com/office/drawing/2010/main"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4" name="yt_shape_10904"/>
          <p:cNvSpPr txBox="1"/>
          <p:nvPr/>
        </p:nvSpPr>
        <p:spPr>
          <a:xfrm>
            <a:off x="324071" y="467999"/>
            <a:ext cx="11924914" cy="42496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3330"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【典例 】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（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•浙江金华期末）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4_8df7c"/>
              </a:rPr>
              <a:t>一个重力不计的带电粒子以大小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v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的速度从坐标为（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0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，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L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）的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点，平行于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x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9_d4767"/>
              </a:rPr>
              <a:t>轴射入磁感应强度大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小为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、方向垂直纸面向外的圆形匀强磁场区域，并从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x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轴上的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efea9"/>
              </a:rPr>
              <a:t>点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射出磁场，射出磁场时的速度方向与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x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轴正方向的夹角为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60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4b8e0"/>
              </a:rPr>
              <a:t>°，如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图所示。</a:t>
            </a:r>
          </a:p>
        </p:txBody>
      </p:sp>
      <p:pic>
        <p:nvPicPr>
          <p:cNvPr id="3" name="yt_image_10907" title="H_182.88">
            <a:extLst>
              <a:ext uri="">
                <a16:creationId xmlns:a14="http://schemas.microsoft.com/office/drawing/2010/main" xmlns:mc="http://schemas.openxmlformats.org/markup-compatibility/2006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0880" y="3201674"/>
            <a:ext cx="3173725" cy="2741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07" name="yt_image_10907" title="H_182.88">
            <a:extLst>
              <a:ext uri="">
                <a16:creationId xmlns:a14="http://schemas.microsoft.com/office/drawing/2010/main" xmlns:mc="http://schemas.openxmlformats.org/markup-compatibility/2006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3901" y="3759809"/>
            <a:ext cx="2688336" cy="232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09" name="yt_shape_10909"/>
          <p:cNvSpPr txBox="1"/>
          <p:nvPr/>
        </p:nvSpPr>
        <p:spPr>
          <a:xfrm>
            <a:off x="324071" y="478652"/>
            <a:ext cx="11924914" cy="75007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3330" indent="-888254"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（1）求带电粒子在磁场中运动的轨迹半径；</a:t>
            </a:r>
          </a:p>
        </p:txBody>
      </p:sp>
      <p:sp>
        <p:nvSpPr>
          <p:cNvPr id="10912" name="yt_shape_10912"/>
          <p:cNvSpPr txBox="1"/>
          <p:nvPr/>
        </p:nvSpPr>
        <p:spPr>
          <a:xfrm>
            <a:off x="324000" y="1163973"/>
            <a:ext cx="397416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1243330"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答案：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（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黑体" pitchFamily="28"/>
              </a:rPr>
              <a:t>1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黑体" pitchFamily="28"/>
              </a:rPr>
              <a:t>2</a:t>
            </a:r>
            <a:r>
              <a:rPr lang="zh-CN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黑体" pitchFamily="28"/>
              </a:rPr>
              <a:t>L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</a:p>
        </p:txBody>
      </p:sp>
      <p:sp>
        <p:nvSpPr>
          <p:cNvPr id="5" name="yt_shape_10913"/>
          <p:cNvSpPr txBox="1"/>
          <p:nvPr/>
        </p:nvSpPr>
        <p:spPr>
          <a:xfrm>
            <a:off x="324071" y="1858649"/>
            <a:ext cx="8878030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3330"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解析：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（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黑体" pitchFamily="28"/>
              </a:rPr>
              <a:t>1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5_e60c7"/>
              </a:rPr>
              <a:t>）粒子在磁场中运动的轨迹如图所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示，</a:t>
            </a:r>
          </a:p>
          <a:p>
            <a:pPr marL="1243330"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由几何知识可知</a:t>
            </a:r>
            <a:r>
              <a:rPr lang="zh-CN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R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cos 60°＋</a:t>
            </a:r>
            <a:r>
              <a:rPr lang="zh-CN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L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=</a:t>
            </a:r>
            <a:r>
              <a:rPr lang="zh-CN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R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，解得</a:t>
            </a:r>
            <a:r>
              <a:rPr lang="zh-CN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R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=2</a:t>
            </a:r>
            <a:r>
              <a:rPr lang="zh-CN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L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12" grpId="0" build="allAtOnce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522167"/>
            <a:ext cx="6496050" cy="695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43330" lvl="0" indent="-888254" hangingPunct="0">
              <a:lnSpc>
                <a:spcPct val="140000"/>
              </a:lnSpc>
            </a:pPr>
            <a:r>
              <a:rPr lang="zh-CN" altLang="zh-CN" sz="2800" dirty="0">
                <a:solidFill>
                  <a:srgbClr val="000000"/>
                </a:solidFill>
                <a:latin typeface="Times New Roman" pitchFamily="28"/>
                <a:ea typeface="宋体" pitchFamily="28"/>
              </a:rPr>
              <a:t>（2）求粒子从</a:t>
            </a:r>
            <a:r>
              <a:rPr lang="zh-CN" altLang="zh-CN" sz="2800" i="1" dirty="0">
                <a:solidFill>
                  <a:srgbClr val="000000"/>
                </a:solidFill>
                <a:latin typeface="Times New Roman" pitchFamily="28"/>
                <a:ea typeface="宋体" pitchFamily="28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itchFamily="28"/>
                <a:ea typeface="宋体" pitchFamily="28"/>
              </a:rPr>
              <a:t>点运动到</a:t>
            </a:r>
            <a:r>
              <a:rPr lang="zh-CN" altLang="zh-CN" sz="2800" i="1" dirty="0">
                <a:solidFill>
                  <a:srgbClr val="000000"/>
                </a:solidFill>
                <a:latin typeface="Times New Roman" pitchFamily="28"/>
                <a:ea typeface="宋体" pitchFamily="28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itchFamily="28"/>
                <a:ea typeface="宋体" pitchFamily="28"/>
              </a:rPr>
              <a:t>点的时间；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yt_shape_10914"/>
              <p:cNvSpPr txBox="1"/>
              <p:nvPr/>
            </p:nvSpPr>
            <p:spPr>
              <a:xfrm>
                <a:off x="324000" y="1239304"/>
                <a:ext cx="3240631" cy="807337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marL="1243330"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答案：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π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𝐿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</a:p>
            </p:txBody>
          </p:sp>
        </mc:Choice>
        <mc:Fallback xmlns="">
          <p:sp>
            <p:nvSpPr>
              <p:cNvPr id="4" name="yt_shape_109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1239304"/>
                <a:ext cx="3240631" cy="807337"/>
              </a:xfrm>
              <a:prstGeom prst="rect">
                <a:avLst/>
              </a:prstGeom>
              <a:blipFill>
                <a:blip r:embed="rId2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yt_shape_10916"/>
              <p:cNvSpPr txBox="1"/>
              <p:nvPr/>
            </p:nvSpPr>
            <p:spPr>
              <a:xfrm>
                <a:off x="324071" y="2097429"/>
                <a:ext cx="11924914" cy="181261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243330"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粒子在磁场中运动的周期为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T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π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𝑅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π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𝐿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，粒子从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点运动到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65098"/>
                  </a:rPr>
                  <a:t>b</a:t>
                </a:r>
                <a:b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点的时间为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t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60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°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360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°</m:t>
                        </m:r>
                      </m:den>
                    </m:f>
                  </m:oMath>
                </a14:m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T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π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𝐿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>
          <p:sp>
            <p:nvSpPr>
              <p:cNvPr id="5" name="yt_shape_109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2097429"/>
                <a:ext cx="11924914" cy="1812612"/>
              </a:xfrm>
              <a:prstGeom prst="rect">
                <a:avLst/>
              </a:prstGeom>
              <a:blipFill>
                <a:blip r:embed="rId3"/>
                <a:stretch>
                  <a:fillRect b="-50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yt_image_10907" title="H_182.88">
            <a:extLst>
              <a:ext uri="">
                <a16:creationId xmlns:a14="http://schemas.microsoft.com/office/drawing/2010/main" xmlns:mc="http://schemas.openxmlformats.org/markup-compatibility/2006" xmlns:p15="http://schemas.microsoft.com/office/powerpoint/2012/main" xmlns:a16="http://schemas.microsoft.com/office/drawing/2014/main" xmlns:p14="http://schemas.microsoft.com/office/powerpoint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7901" y="3312134"/>
            <a:ext cx="2688336" cy="232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62565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6="http://schemas.microsoft.com/office/drawing/2014/main" xmlns:a14="http://schemas.microsoft.com/office/drawing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920" name="yt_shape_10920"/>
              <p:cNvSpPr txBox="1"/>
              <p:nvPr/>
            </p:nvSpPr>
            <p:spPr>
              <a:xfrm>
                <a:off x="324071" y="2344424"/>
                <a:ext cx="11924914" cy="2913376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243330" hangingPunct="0"/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要使该粒子恰从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O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点射出磁场，则应满足轨迹半径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R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′=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𝐿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7c89e"/>
                  </a:rPr>
                  <a:t>，设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粒子质量为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，由洛伦兹力提供向心力可得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qBv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′=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𝑚𝑣</m:t>
                        </m:r>
                        <m:sSup>
                          <m:sSupPr>
                            <m:ctrl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′</m:t>
                            </m:r>
                          </m:e>
                          <m:sup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𝑅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′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，对速度为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6148b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</a:t>
                </a:r>
                <a:r>
                  <a:rPr lang="zh-CN" altLang="zh-CN" sz="24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粒子在磁场中的运动有</a:t>
                </a:r>
                <a:r>
                  <a:rPr lang="zh-CN" altLang="zh-CN" sz="2400" i="1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qBv</a:t>
                </a:r>
                <a:r>
                  <a:rPr lang="zh-CN" altLang="zh-CN" sz="24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zh-CN" altLang="zh-CN" sz="24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，联立解得</a:t>
                </a:r>
                <a:r>
                  <a:rPr lang="zh-CN" altLang="zh-CN" sz="2400" i="1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v</a:t>
                </a:r>
                <a:r>
                  <a:rPr lang="zh-CN" altLang="zh-CN" sz="24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′=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zh-CN" sz="2400" i="1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v</a:t>
                </a:r>
                <a:r>
                  <a:rPr lang="zh-CN" altLang="zh-CN" sz="24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。</a:t>
                </a:r>
                <a:r>
                  <a:rPr lang="en-US" altLang="zh-CN" sz="11400" dirty="0">
                    <a:solidFill>
                      <a:srgbClr val="C00000"/>
                    </a:solidFill>
                    <a:latin typeface="Times New Roman" pitchFamily="127"/>
                    <a:ea typeface="Times New Roman" pitchFamily="127"/>
                    <a:sym typeface="Finished"/>
                  </a:rPr>
                  <a:t> </a:t>
                </a:r>
                <a:endParaRPr lang="en-US" altLang="zh-CN" sz="2200" b="0" i="0" u="none" dirty="0">
                  <a:solidFill>
                    <a:srgbClr val="C00000"/>
                  </a:solidFill>
                  <a:effectLst/>
                  <a:latin typeface="Times New Roman" pitchFamily="22"/>
                  <a:ea typeface="宋体" pitchFamily="22"/>
                  <a:sym typeface=""/>
                </a:endParaRPr>
              </a:p>
            </p:txBody>
          </p:sp>
        </mc:Choice>
        <mc:Fallback xmlns="">
          <p:sp>
            <p:nvSpPr>
              <p:cNvPr id="10920" name="yt_shape_109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2344424"/>
                <a:ext cx="11924914" cy="2913376"/>
              </a:xfrm>
              <a:prstGeom prst="rect">
                <a:avLst/>
              </a:prstGeom>
              <a:blipFill>
                <a:blip r:embed="rId2"/>
                <a:stretch>
                  <a:fillRect t="-1674" b="-18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yt_shape_1788259596539">
            <a:extLst>
              <a:ext uri="{FF2B5EF4-FFF2-40B4-BE49-F238E27FC236}">
                <a16:creationId xmlns:a16="http://schemas.microsoft.com/office/drawing/2014/main" id="{531D4690-31B2-CE14-A1C7-232F03159F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4524" y="3870318"/>
            <a:ext cx="2132202" cy="2447972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24000" y="409316"/>
            <a:ext cx="11210924" cy="1298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43330" lvl="0" indent="-888254" hangingPunct="0">
              <a:lnSpc>
                <a:spcPct val="140000"/>
              </a:lnSpc>
            </a:pPr>
            <a:r>
              <a:rPr lang="zh-CN" altLang="zh-CN" sz="2800" dirty="0">
                <a:solidFill>
                  <a:srgbClr val="000000"/>
                </a:solidFill>
                <a:latin typeface="Times New Roman" pitchFamily="28"/>
                <a:ea typeface="宋体" pitchFamily="28"/>
              </a:rPr>
              <a:t>（3）其他条件不变，要使该粒子恰从</a:t>
            </a:r>
            <a:r>
              <a:rPr lang="zh-CN" altLang="zh-CN" sz="2800" i="1" dirty="0">
                <a:solidFill>
                  <a:srgbClr val="000000"/>
                </a:solidFill>
                <a:latin typeface="Times New Roman" pitchFamily="28"/>
                <a:ea typeface="宋体" pitchFamily="28"/>
              </a:rPr>
              <a:t>O</a:t>
            </a:r>
            <a:r>
              <a:rPr lang="zh-CN" altLang="zh-CN" sz="2800" dirty="0">
                <a:solidFill>
                  <a:srgbClr val="000000"/>
                </a:solidFill>
                <a:latin typeface="Times New Roman" pitchFamily="28"/>
                <a:ea typeface="宋体" pitchFamily="28"/>
                <a:sym typeface="_⨹_14_342f9"/>
              </a:rPr>
              <a:t>点射出磁场，求粒子的入射速度</a:t>
            </a:r>
            <a:r>
              <a:rPr lang="zh-CN" altLang="zh-CN" sz="2800" dirty="0">
                <a:solidFill>
                  <a:srgbClr val="000000"/>
                </a:solidFill>
                <a:latin typeface="Times New Roman" pitchFamily="28"/>
                <a:ea typeface="宋体" pitchFamily="28"/>
              </a:rPr>
              <a:t>大小。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yt_shape_10918"/>
              <p:cNvSpPr txBox="1"/>
              <p:nvPr/>
            </p:nvSpPr>
            <p:spPr>
              <a:xfrm>
                <a:off x="324000" y="1398604"/>
                <a:ext cx="2648482" cy="790922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marL="1243330"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答案：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</a:p>
            </p:txBody>
          </p:sp>
        </mc:Choice>
        <mc:Fallback xmlns="">
          <p:sp>
            <p:nvSpPr>
              <p:cNvPr id="7" name="yt_shape_109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1398604"/>
                <a:ext cx="2648482" cy="790922"/>
              </a:xfrm>
              <a:prstGeom prst="rect">
                <a:avLst/>
              </a:prstGeom>
              <a:blipFill>
                <a:blip r:embed="rId4"/>
                <a:stretch>
                  <a:fillRect r="-7586" b="-1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9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20" grpId="0" build="allAtOnce"/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8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6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6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7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8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8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9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9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9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8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8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8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8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8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8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7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7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7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8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7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7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7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7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68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6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6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6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6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6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8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8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89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9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9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9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0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0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07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1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1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16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19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7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4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4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46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49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5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9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6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7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47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48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4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4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4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4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8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9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3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9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6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7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3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4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17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18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14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15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1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1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08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09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05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06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0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03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99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0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96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97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93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94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9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9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87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88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84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85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and Chines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功" id="{305D7A6B-F211-124E-A565-AFD60AE97881}" vid="{BCE79254-6837-AE48-BBE5-2699EE225D4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4</TotalTime>
  <Words>1188</Words>
  <Application>Microsoft Macintosh PowerPoint</Application>
  <PresentationFormat>Widescreen</PresentationFormat>
  <Paragraphs>54</Paragraphs>
  <Slides>15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方正新报宋_GBK</vt:lpstr>
      <vt:lpstr>Microsoft YaHei</vt:lpstr>
      <vt:lpstr>Microsoft YaHei</vt:lpstr>
      <vt:lpstr>华文楷体</vt:lpstr>
      <vt:lpstr>华文细黑</vt:lpstr>
      <vt:lpstr>Arial</vt:lpstr>
      <vt:lpstr>Cambria Math</vt:lpstr>
      <vt:lpstr>Times New Roman</vt:lpstr>
      <vt:lpstr>Office 主题​​</vt:lpstr>
      <vt:lpstr>带电粒子在 匀强磁场中的运动</vt:lpstr>
      <vt:lpstr>PowerPoint Presentation</vt:lpstr>
      <vt:lpstr>带电粒子在磁场中做圆周运动半径和周期​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Xingyu Shu</dc:creator>
  <cp:lastModifiedBy>Xingyu Shu</cp:lastModifiedBy>
  <cp:revision>1</cp:revision>
  <dcterms:created xsi:type="dcterms:W3CDTF">2026-10-30T01:39:26Z</dcterms:created>
  <dcterms:modified xsi:type="dcterms:W3CDTF">2026-10-30T01:44:09Z</dcterms:modified>
</cp:coreProperties>
</file>