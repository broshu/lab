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media/image27.bin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3" r:id="rId6"/>
    <p:sldId id="284" r:id="rId7"/>
    <p:sldId id="285" r:id="rId8"/>
    <p:sldId id="286" r:id="rId9"/>
    <p:sldId id="287" r:id="rId10"/>
    <p:sldId id="298" r:id="rId11"/>
    <p:sldId id="264" r:id="rId12"/>
    <p:sldId id="353" r:id="rId13"/>
    <p:sldId id="297" r:id="rId14"/>
    <p:sldId id="299" r:id="rId15"/>
    <p:sldId id="333" r:id="rId16"/>
    <p:sldId id="339" r:id="rId17"/>
    <p:sldId id="342" r:id="rId18"/>
    <p:sldId id="344" r:id="rId19"/>
    <p:sldId id="3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76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选择性必修第二册</a:t>
            </a: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5022772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9" Type="http://schemas.openxmlformats.org/officeDocument/2006/relationships/tags" Target="../tags/tag43.xml"/><Relationship Id="rId21" Type="http://schemas.openxmlformats.org/officeDocument/2006/relationships/tags" Target="../tags/tag25.xml"/><Relationship Id="rId34" Type="http://schemas.openxmlformats.org/officeDocument/2006/relationships/tags" Target="../tags/tag38.xml"/><Relationship Id="rId42" Type="http://schemas.openxmlformats.org/officeDocument/2006/relationships/tags" Target="../tags/tag46.xml"/><Relationship Id="rId47" Type="http://schemas.openxmlformats.org/officeDocument/2006/relationships/tags" Target="../tags/tag51.xml"/><Relationship Id="rId50" Type="http://schemas.openxmlformats.org/officeDocument/2006/relationships/tags" Target="../tags/tag54.xml"/><Relationship Id="rId55" Type="http://schemas.openxmlformats.org/officeDocument/2006/relationships/image" Target="../media/image5.png"/><Relationship Id="rId7" Type="http://schemas.openxmlformats.org/officeDocument/2006/relationships/tags" Target="../tags/tag1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9" Type="http://schemas.openxmlformats.org/officeDocument/2006/relationships/tags" Target="../tags/tag33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37" Type="http://schemas.openxmlformats.org/officeDocument/2006/relationships/tags" Target="../tags/tag41.xml"/><Relationship Id="rId40" Type="http://schemas.openxmlformats.org/officeDocument/2006/relationships/tags" Target="../tags/tag44.xml"/><Relationship Id="rId45" Type="http://schemas.openxmlformats.org/officeDocument/2006/relationships/tags" Target="../tags/tag49.xml"/><Relationship Id="rId53" Type="http://schemas.openxmlformats.org/officeDocument/2006/relationships/tags" Target="../tags/tag57.xml"/><Relationship Id="rId5" Type="http://schemas.openxmlformats.org/officeDocument/2006/relationships/tags" Target="../tags/tag9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35" Type="http://schemas.openxmlformats.org/officeDocument/2006/relationships/tags" Target="../tags/tag39.xml"/><Relationship Id="rId43" Type="http://schemas.openxmlformats.org/officeDocument/2006/relationships/tags" Target="../tags/tag47.xml"/><Relationship Id="rId48" Type="http://schemas.openxmlformats.org/officeDocument/2006/relationships/tags" Target="../tags/tag52.xml"/><Relationship Id="rId56" Type="http://schemas.openxmlformats.org/officeDocument/2006/relationships/image" Target="../media/image6.png"/><Relationship Id="rId8" Type="http://schemas.openxmlformats.org/officeDocument/2006/relationships/tags" Target="../tags/tag12.xml"/><Relationship Id="rId51" Type="http://schemas.openxmlformats.org/officeDocument/2006/relationships/tags" Target="../tags/tag55.xml"/><Relationship Id="rId3" Type="http://schemas.openxmlformats.org/officeDocument/2006/relationships/tags" Target="../tags/tag7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tags" Target="../tags/tag37.xml"/><Relationship Id="rId38" Type="http://schemas.openxmlformats.org/officeDocument/2006/relationships/tags" Target="../tags/tag42.xml"/><Relationship Id="rId46" Type="http://schemas.openxmlformats.org/officeDocument/2006/relationships/tags" Target="../tags/tag50.xml"/><Relationship Id="rId20" Type="http://schemas.openxmlformats.org/officeDocument/2006/relationships/tags" Target="../tags/tag24.xml"/><Relationship Id="rId41" Type="http://schemas.openxmlformats.org/officeDocument/2006/relationships/tags" Target="../tags/tag45.xml"/><Relationship Id="rId54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36" Type="http://schemas.openxmlformats.org/officeDocument/2006/relationships/tags" Target="../tags/tag40.xml"/><Relationship Id="rId49" Type="http://schemas.openxmlformats.org/officeDocument/2006/relationships/tags" Target="../tags/tag53.xml"/><Relationship Id="rId57" Type="http://schemas.openxmlformats.org/officeDocument/2006/relationships/image" Target="../media/image7.png"/><Relationship Id="rId10" Type="http://schemas.openxmlformats.org/officeDocument/2006/relationships/tags" Target="../tags/tag14.xml"/><Relationship Id="rId31" Type="http://schemas.openxmlformats.org/officeDocument/2006/relationships/tags" Target="../tags/tag35.xml"/><Relationship Id="rId44" Type="http://schemas.openxmlformats.org/officeDocument/2006/relationships/tags" Target="../tags/tag48.xml"/><Relationship Id="rId52" Type="http://schemas.openxmlformats.org/officeDocument/2006/relationships/tags" Target="../tags/tag5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tags" Target="../tags/tag83.xml"/><Relationship Id="rId21" Type="http://schemas.openxmlformats.org/officeDocument/2006/relationships/tags" Target="../tags/tag78.xml"/><Relationship Id="rId42" Type="http://schemas.openxmlformats.org/officeDocument/2006/relationships/tags" Target="../tags/tag99.xml"/><Relationship Id="rId47" Type="http://schemas.openxmlformats.org/officeDocument/2006/relationships/tags" Target="../tags/tag104.xml"/><Relationship Id="rId63" Type="http://schemas.openxmlformats.org/officeDocument/2006/relationships/tags" Target="../tags/tag120.xml"/><Relationship Id="rId68" Type="http://schemas.openxmlformats.org/officeDocument/2006/relationships/tags" Target="../tags/tag125.xml"/><Relationship Id="rId84" Type="http://schemas.openxmlformats.org/officeDocument/2006/relationships/tags" Target="../tags/tag141.xml"/><Relationship Id="rId89" Type="http://schemas.openxmlformats.org/officeDocument/2006/relationships/tags" Target="../tags/tag146.xml"/><Relationship Id="rId16" Type="http://schemas.openxmlformats.org/officeDocument/2006/relationships/tags" Target="../tags/tag73.xml"/><Relationship Id="rId11" Type="http://schemas.openxmlformats.org/officeDocument/2006/relationships/tags" Target="../tags/tag68.xml"/><Relationship Id="rId32" Type="http://schemas.openxmlformats.org/officeDocument/2006/relationships/tags" Target="../tags/tag89.xml"/><Relationship Id="rId37" Type="http://schemas.openxmlformats.org/officeDocument/2006/relationships/tags" Target="../tags/tag94.xml"/><Relationship Id="rId53" Type="http://schemas.openxmlformats.org/officeDocument/2006/relationships/tags" Target="../tags/tag110.xml"/><Relationship Id="rId58" Type="http://schemas.openxmlformats.org/officeDocument/2006/relationships/tags" Target="../tags/tag115.xml"/><Relationship Id="rId74" Type="http://schemas.openxmlformats.org/officeDocument/2006/relationships/tags" Target="../tags/tag131.xml"/><Relationship Id="rId79" Type="http://schemas.openxmlformats.org/officeDocument/2006/relationships/tags" Target="../tags/tag136.xml"/><Relationship Id="rId5" Type="http://schemas.openxmlformats.org/officeDocument/2006/relationships/tags" Target="../tags/tag62.xml"/><Relationship Id="rId90" Type="http://schemas.openxmlformats.org/officeDocument/2006/relationships/tags" Target="../tags/tag147.xml"/><Relationship Id="rId95" Type="http://schemas.openxmlformats.org/officeDocument/2006/relationships/tags" Target="../tags/tag152.xml"/><Relationship Id="rId22" Type="http://schemas.openxmlformats.org/officeDocument/2006/relationships/tags" Target="../tags/tag79.xml"/><Relationship Id="rId27" Type="http://schemas.openxmlformats.org/officeDocument/2006/relationships/tags" Target="../tags/tag84.xml"/><Relationship Id="rId43" Type="http://schemas.openxmlformats.org/officeDocument/2006/relationships/tags" Target="../tags/tag100.xml"/><Relationship Id="rId48" Type="http://schemas.openxmlformats.org/officeDocument/2006/relationships/tags" Target="../tags/tag105.xml"/><Relationship Id="rId64" Type="http://schemas.openxmlformats.org/officeDocument/2006/relationships/tags" Target="../tags/tag121.xml"/><Relationship Id="rId69" Type="http://schemas.openxmlformats.org/officeDocument/2006/relationships/tags" Target="../tags/tag126.xml"/><Relationship Id="rId80" Type="http://schemas.openxmlformats.org/officeDocument/2006/relationships/tags" Target="../tags/tag137.xml"/><Relationship Id="rId85" Type="http://schemas.openxmlformats.org/officeDocument/2006/relationships/tags" Target="../tags/tag142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5" Type="http://schemas.openxmlformats.org/officeDocument/2006/relationships/tags" Target="../tags/tag82.xml"/><Relationship Id="rId33" Type="http://schemas.openxmlformats.org/officeDocument/2006/relationships/tags" Target="../tags/tag90.xml"/><Relationship Id="rId38" Type="http://schemas.openxmlformats.org/officeDocument/2006/relationships/tags" Target="../tags/tag95.xml"/><Relationship Id="rId46" Type="http://schemas.openxmlformats.org/officeDocument/2006/relationships/tags" Target="../tags/tag103.xml"/><Relationship Id="rId59" Type="http://schemas.openxmlformats.org/officeDocument/2006/relationships/tags" Target="../tags/tag116.xml"/><Relationship Id="rId67" Type="http://schemas.openxmlformats.org/officeDocument/2006/relationships/tags" Target="../tags/tag124.xml"/><Relationship Id="rId20" Type="http://schemas.openxmlformats.org/officeDocument/2006/relationships/tags" Target="../tags/tag77.xml"/><Relationship Id="rId41" Type="http://schemas.openxmlformats.org/officeDocument/2006/relationships/tags" Target="../tags/tag98.xml"/><Relationship Id="rId54" Type="http://schemas.openxmlformats.org/officeDocument/2006/relationships/tags" Target="../tags/tag111.xml"/><Relationship Id="rId62" Type="http://schemas.openxmlformats.org/officeDocument/2006/relationships/tags" Target="../tags/tag119.xml"/><Relationship Id="rId70" Type="http://schemas.openxmlformats.org/officeDocument/2006/relationships/tags" Target="../tags/tag127.xml"/><Relationship Id="rId75" Type="http://schemas.openxmlformats.org/officeDocument/2006/relationships/tags" Target="../tags/tag132.xml"/><Relationship Id="rId83" Type="http://schemas.openxmlformats.org/officeDocument/2006/relationships/tags" Target="../tags/tag140.xml"/><Relationship Id="rId88" Type="http://schemas.openxmlformats.org/officeDocument/2006/relationships/tags" Target="../tags/tag145.xml"/><Relationship Id="rId91" Type="http://schemas.openxmlformats.org/officeDocument/2006/relationships/tags" Target="../tags/tag148.xml"/><Relationship Id="rId96" Type="http://schemas.openxmlformats.org/officeDocument/2006/relationships/tags" Target="../tags/tag153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5" Type="http://schemas.openxmlformats.org/officeDocument/2006/relationships/tags" Target="../tags/tag72.xml"/><Relationship Id="rId23" Type="http://schemas.openxmlformats.org/officeDocument/2006/relationships/tags" Target="../tags/tag80.xml"/><Relationship Id="rId28" Type="http://schemas.openxmlformats.org/officeDocument/2006/relationships/tags" Target="../tags/tag85.xml"/><Relationship Id="rId36" Type="http://schemas.openxmlformats.org/officeDocument/2006/relationships/tags" Target="../tags/tag93.xml"/><Relationship Id="rId49" Type="http://schemas.openxmlformats.org/officeDocument/2006/relationships/tags" Target="../tags/tag106.xml"/><Relationship Id="rId57" Type="http://schemas.openxmlformats.org/officeDocument/2006/relationships/tags" Target="../tags/tag114.xml"/><Relationship Id="rId10" Type="http://schemas.openxmlformats.org/officeDocument/2006/relationships/tags" Target="../tags/tag67.xml"/><Relationship Id="rId31" Type="http://schemas.openxmlformats.org/officeDocument/2006/relationships/tags" Target="../tags/tag88.xml"/><Relationship Id="rId44" Type="http://schemas.openxmlformats.org/officeDocument/2006/relationships/tags" Target="../tags/tag101.xml"/><Relationship Id="rId52" Type="http://schemas.openxmlformats.org/officeDocument/2006/relationships/tags" Target="../tags/tag109.xml"/><Relationship Id="rId60" Type="http://schemas.openxmlformats.org/officeDocument/2006/relationships/tags" Target="../tags/tag117.xml"/><Relationship Id="rId65" Type="http://schemas.openxmlformats.org/officeDocument/2006/relationships/tags" Target="../tags/tag122.xml"/><Relationship Id="rId73" Type="http://schemas.openxmlformats.org/officeDocument/2006/relationships/tags" Target="../tags/tag130.xml"/><Relationship Id="rId78" Type="http://schemas.openxmlformats.org/officeDocument/2006/relationships/tags" Target="../tags/tag135.xml"/><Relationship Id="rId81" Type="http://schemas.openxmlformats.org/officeDocument/2006/relationships/tags" Target="../tags/tag138.xml"/><Relationship Id="rId86" Type="http://schemas.openxmlformats.org/officeDocument/2006/relationships/tags" Target="../tags/tag143.xml"/><Relationship Id="rId94" Type="http://schemas.openxmlformats.org/officeDocument/2006/relationships/tags" Target="../tags/tag151.xml"/><Relationship Id="rId99" Type="http://schemas.openxmlformats.org/officeDocument/2006/relationships/tags" Target="../tags/tag156.xml"/><Relationship Id="rId101" Type="http://schemas.openxmlformats.org/officeDocument/2006/relationships/slideLayout" Target="../slideLayouts/slideLayout2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39" Type="http://schemas.openxmlformats.org/officeDocument/2006/relationships/tags" Target="../tags/tag96.xml"/><Relationship Id="rId34" Type="http://schemas.openxmlformats.org/officeDocument/2006/relationships/tags" Target="../tags/tag91.xml"/><Relationship Id="rId50" Type="http://schemas.openxmlformats.org/officeDocument/2006/relationships/tags" Target="../tags/tag107.xml"/><Relationship Id="rId55" Type="http://schemas.openxmlformats.org/officeDocument/2006/relationships/tags" Target="../tags/tag112.xml"/><Relationship Id="rId76" Type="http://schemas.openxmlformats.org/officeDocument/2006/relationships/tags" Target="../tags/tag133.xml"/><Relationship Id="rId97" Type="http://schemas.openxmlformats.org/officeDocument/2006/relationships/tags" Target="../tags/tag154.xml"/><Relationship Id="rId7" Type="http://schemas.openxmlformats.org/officeDocument/2006/relationships/tags" Target="../tags/tag64.xml"/><Relationship Id="rId71" Type="http://schemas.openxmlformats.org/officeDocument/2006/relationships/tags" Target="../tags/tag128.xml"/><Relationship Id="rId92" Type="http://schemas.openxmlformats.org/officeDocument/2006/relationships/tags" Target="../tags/tag149.xml"/><Relationship Id="rId2" Type="http://schemas.openxmlformats.org/officeDocument/2006/relationships/tags" Target="../tags/tag59.xml"/><Relationship Id="rId29" Type="http://schemas.openxmlformats.org/officeDocument/2006/relationships/tags" Target="../tags/tag86.xml"/><Relationship Id="rId24" Type="http://schemas.openxmlformats.org/officeDocument/2006/relationships/tags" Target="../tags/tag81.xml"/><Relationship Id="rId40" Type="http://schemas.openxmlformats.org/officeDocument/2006/relationships/tags" Target="../tags/tag97.xml"/><Relationship Id="rId45" Type="http://schemas.openxmlformats.org/officeDocument/2006/relationships/tags" Target="../tags/tag102.xml"/><Relationship Id="rId66" Type="http://schemas.openxmlformats.org/officeDocument/2006/relationships/tags" Target="../tags/tag123.xml"/><Relationship Id="rId87" Type="http://schemas.openxmlformats.org/officeDocument/2006/relationships/tags" Target="../tags/tag144.xml"/><Relationship Id="rId61" Type="http://schemas.openxmlformats.org/officeDocument/2006/relationships/tags" Target="../tags/tag118.xml"/><Relationship Id="rId82" Type="http://schemas.openxmlformats.org/officeDocument/2006/relationships/tags" Target="../tags/tag139.xml"/><Relationship Id="rId19" Type="http://schemas.openxmlformats.org/officeDocument/2006/relationships/tags" Target="../tags/tag76.xml"/><Relationship Id="rId14" Type="http://schemas.openxmlformats.org/officeDocument/2006/relationships/tags" Target="../tags/tag71.xml"/><Relationship Id="rId30" Type="http://schemas.openxmlformats.org/officeDocument/2006/relationships/tags" Target="../tags/tag87.xml"/><Relationship Id="rId35" Type="http://schemas.openxmlformats.org/officeDocument/2006/relationships/tags" Target="../tags/tag92.xml"/><Relationship Id="rId56" Type="http://schemas.openxmlformats.org/officeDocument/2006/relationships/tags" Target="../tags/tag113.xml"/><Relationship Id="rId77" Type="http://schemas.openxmlformats.org/officeDocument/2006/relationships/tags" Target="../tags/tag134.xml"/><Relationship Id="rId100" Type="http://schemas.openxmlformats.org/officeDocument/2006/relationships/tags" Target="../tags/tag157.xml"/><Relationship Id="rId8" Type="http://schemas.openxmlformats.org/officeDocument/2006/relationships/tags" Target="../tags/tag65.xml"/><Relationship Id="rId51" Type="http://schemas.openxmlformats.org/officeDocument/2006/relationships/tags" Target="../tags/tag108.xml"/><Relationship Id="rId72" Type="http://schemas.openxmlformats.org/officeDocument/2006/relationships/tags" Target="../tags/tag129.xml"/><Relationship Id="rId93" Type="http://schemas.openxmlformats.org/officeDocument/2006/relationships/tags" Target="../tags/tag150.xml"/><Relationship Id="rId98" Type="http://schemas.openxmlformats.org/officeDocument/2006/relationships/tags" Target="../tags/tag155.xml"/><Relationship Id="rId3" Type="http://schemas.openxmlformats.org/officeDocument/2006/relationships/tags" Target="../tags/tag60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70.xml"/><Relationship Id="rId18" Type="http://schemas.openxmlformats.org/officeDocument/2006/relationships/tags" Target="../tags/tag175.xml"/><Relationship Id="rId26" Type="http://schemas.openxmlformats.org/officeDocument/2006/relationships/tags" Target="../tags/tag183.xml"/><Relationship Id="rId39" Type="http://schemas.openxmlformats.org/officeDocument/2006/relationships/tags" Target="../tags/tag196.xml"/><Relationship Id="rId21" Type="http://schemas.openxmlformats.org/officeDocument/2006/relationships/tags" Target="../tags/tag178.xml"/><Relationship Id="rId34" Type="http://schemas.openxmlformats.org/officeDocument/2006/relationships/tags" Target="../tags/tag191.xml"/><Relationship Id="rId42" Type="http://schemas.openxmlformats.org/officeDocument/2006/relationships/tags" Target="../tags/tag199.xml"/><Relationship Id="rId47" Type="http://schemas.openxmlformats.org/officeDocument/2006/relationships/tags" Target="../tags/tag204.xml"/><Relationship Id="rId50" Type="http://schemas.openxmlformats.org/officeDocument/2006/relationships/tags" Target="../tags/tag207.xml"/><Relationship Id="rId55" Type="http://schemas.openxmlformats.org/officeDocument/2006/relationships/tags" Target="../tags/tag212.xml"/><Relationship Id="rId7" Type="http://schemas.openxmlformats.org/officeDocument/2006/relationships/tags" Target="../tags/tag164.xml"/><Relationship Id="rId2" Type="http://schemas.openxmlformats.org/officeDocument/2006/relationships/tags" Target="../tags/tag159.xml"/><Relationship Id="rId16" Type="http://schemas.openxmlformats.org/officeDocument/2006/relationships/tags" Target="../tags/tag173.xml"/><Relationship Id="rId29" Type="http://schemas.openxmlformats.org/officeDocument/2006/relationships/tags" Target="../tags/tag186.xml"/><Relationship Id="rId11" Type="http://schemas.openxmlformats.org/officeDocument/2006/relationships/tags" Target="../tags/tag168.xml"/><Relationship Id="rId24" Type="http://schemas.openxmlformats.org/officeDocument/2006/relationships/tags" Target="../tags/tag181.xml"/><Relationship Id="rId32" Type="http://schemas.openxmlformats.org/officeDocument/2006/relationships/tags" Target="../tags/tag189.xml"/><Relationship Id="rId37" Type="http://schemas.openxmlformats.org/officeDocument/2006/relationships/tags" Target="../tags/tag194.xml"/><Relationship Id="rId40" Type="http://schemas.openxmlformats.org/officeDocument/2006/relationships/tags" Target="../tags/tag197.xml"/><Relationship Id="rId45" Type="http://schemas.openxmlformats.org/officeDocument/2006/relationships/tags" Target="../tags/tag202.xml"/><Relationship Id="rId53" Type="http://schemas.openxmlformats.org/officeDocument/2006/relationships/tags" Target="../tags/tag210.xml"/><Relationship Id="rId58" Type="http://schemas.openxmlformats.org/officeDocument/2006/relationships/slideLayout" Target="../slideLayouts/slideLayout2.xml"/><Relationship Id="rId5" Type="http://schemas.openxmlformats.org/officeDocument/2006/relationships/tags" Target="../tags/tag162.xml"/><Relationship Id="rId61" Type="http://schemas.openxmlformats.org/officeDocument/2006/relationships/image" Target="../media/image11.png"/><Relationship Id="rId19" Type="http://schemas.openxmlformats.org/officeDocument/2006/relationships/tags" Target="../tags/tag176.xml"/><Relationship Id="rId14" Type="http://schemas.openxmlformats.org/officeDocument/2006/relationships/tags" Target="../tags/tag171.xml"/><Relationship Id="rId22" Type="http://schemas.openxmlformats.org/officeDocument/2006/relationships/tags" Target="../tags/tag179.xml"/><Relationship Id="rId27" Type="http://schemas.openxmlformats.org/officeDocument/2006/relationships/tags" Target="../tags/tag184.xml"/><Relationship Id="rId30" Type="http://schemas.openxmlformats.org/officeDocument/2006/relationships/tags" Target="../tags/tag187.xml"/><Relationship Id="rId35" Type="http://schemas.openxmlformats.org/officeDocument/2006/relationships/tags" Target="../tags/tag192.xml"/><Relationship Id="rId43" Type="http://schemas.openxmlformats.org/officeDocument/2006/relationships/tags" Target="../tags/tag200.xml"/><Relationship Id="rId48" Type="http://schemas.openxmlformats.org/officeDocument/2006/relationships/tags" Target="../tags/tag205.xml"/><Relationship Id="rId56" Type="http://schemas.openxmlformats.org/officeDocument/2006/relationships/tags" Target="../tags/tag213.xml"/><Relationship Id="rId8" Type="http://schemas.openxmlformats.org/officeDocument/2006/relationships/tags" Target="../tags/tag165.xml"/><Relationship Id="rId51" Type="http://schemas.openxmlformats.org/officeDocument/2006/relationships/tags" Target="../tags/tag208.xml"/><Relationship Id="rId3" Type="http://schemas.openxmlformats.org/officeDocument/2006/relationships/tags" Target="../tags/tag160.xml"/><Relationship Id="rId12" Type="http://schemas.openxmlformats.org/officeDocument/2006/relationships/tags" Target="../tags/tag169.xml"/><Relationship Id="rId17" Type="http://schemas.openxmlformats.org/officeDocument/2006/relationships/tags" Target="../tags/tag174.xml"/><Relationship Id="rId25" Type="http://schemas.openxmlformats.org/officeDocument/2006/relationships/tags" Target="../tags/tag182.xml"/><Relationship Id="rId33" Type="http://schemas.openxmlformats.org/officeDocument/2006/relationships/tags" Target="../tags/tag190.xml"/><Relationship Id="rId38" Type="http://schemas.openxmlformats.org/officeDocument/2006/relationships/tags" Target="../tags/tag195.xml"/><Relationship Id="rId46" Type="http://schemas.openxmlformats.org/officeDocument/2006/relationships/tags" Target="../tags/tag203.xml"/><Relationship Id="rId59" Type="http://schemas.openxmlformats.org/officeDocument/2006/relationships/image" Target="../media/image9.png"/><Relationship Id="rId20" Type="http://schemas.openxmlformats.org/officeDocument/2006/relationships/tags" Target="../tags/tag177.xml"/><Relationship Id="rId41" Type="http://schemas.openxmlformats.org/officeDocument/2006/relationships/tags" Target="../tags/tag198.xml"/><Relationship Id="rId54" Type="http://schemas.openxmlformats.org/officeDocument/2006/relationships/tags" Target="../tags/tag211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5" Type="http://schemas.openxmlformats.org/officeDocument/2006/relationships/tags" Target="../tags/tag172.xml"/><Relationship Id="rId23" Type="http://schemas.openxmlformats.org/officeDocument/2006/relationships/tags" Target="../tags/tag180.xml"/><Relationship Id="rId28" Type="http://schemas.openxmlformats.org/officeDocument/2006/relationships/tags" Target="../tags/tag185.xml"/><Relationship Id="rId36" Type="http://schemas.openxmlformats.org/officeDocument/2006/relationships/tags" Target="../tags/tag193.xml"/><Relationship Id="rId49" Type="http://schemas.openxmlformats.org/officeDocument/2006/relationships/tags" Target="../tags/tag206.xml"/><Relationship Id="rId57" Type="http://schemas.openxmlformats.org/officeDocument/2006/relationships/tags" Target="../tags/tag214.xml"/><Relationship Id="rId10" Type="http://schemas.openxmlformats.org/officeDocument/2006/relationships/tags" Target="../tags/tag167.xml"/><Relationship Id="rId31" Type="http://schemas.openxmlformats.org/officeDocument/2006/relationships/tags" Target="../tags/tag188.xml"/><Relationship Id="rId44" Type="http://schemas.openxmlformats.org/officeDocument/2006/relationships/tags" Target="../tags/tag201.xml"/><Relationship Id="rId52" Type="http://schemas.openxmlformats.org/officeDocument/2006/relationships/tags" Target="../tags/tag209.xml"/><Relationship Id="rId60" Type="http://schemas.openxmlformats.org/officeDocument/2006/relationships/image" Target="../media/image10.png"/><Relationship Id="rId4" Type="http://schemas.openxmlformats.org/officeDocument/2006/relationships/tags" Target="../tags/tag161.xml"/><Relationship Id="rId9" Type="http://schemas.openxmlformats.org/officeDocument/2006/relationships/tags" Target="../tags/tag166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227.xml"/><Relationship Id="rId18" Type="http://schemas.openxmlformats.org/officeDocument/2006/relationships/tags" Target="../tags/tag232.xml"/><Relationship Id="rId26" Type="http://schemas.openxmlformats.org/officeDocument/2006/relationships/tags" Target="../tags/tag240.xml"/><Relationship Id="rId39" Type="http://schemas.openxmlformats.org/officeDocument/2006/relationships/tags" Target="../tags/tag253.xml"/><Relationship Id="rId21" Type="http://schemas.openxmlformats.org/officeDocument/2006/relationships/tags" Target="../tags/tag235.xml"/><Relationship Id="rId34" Type="http://schemas.openxmlformats.org/officeDocument/2006/relationships/tags" Target="../tags/tag248.xml"/><Relationship Id="rId42" Type="http://schemas.openxmlformats.org/officeDocument/2006/relationships/tags" Target="../tags/tag256.xml"/><Relationship Id="rId47" Type="http://schemas.openxmlformats.org/officeDocument/2006/relationships/tags" Target="../tags/tag261.xml"/><Relationship Id="rId50" Type="http://schemas.openxmlformats.org/officeDocument/2006/relationships/tags" Target="../tags/tag264.xml"/><Relationship Id="rId55" Type="http://schemas.openxmlformats.org/officeDocument/2006/relationships/tags" Target="../tags/tag269.xml"/><Relationship Id="rId63" Type="http://schemas.openxmlformats.org/officeDocument/2006/relationships/image" Target="../media/image12.png"/><Relationship Id="rId7" Type="http://schemas.openxmlformats.org/officeDocument/2006/relationships/tags" Target="../tags/tag221.xml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29" Type="http://schemas.openxmlformats.org/officeDocument/2006/relationships/tags" Target="../tags/tag243.xml"/><Relationship Id="rId11" Type="http://schemas.openxmlformats.org/officeDocument/2006/relationships/tags" Target="../tags/tag225.xml"/><Relationship Id="rId24" Type="http://schemas.openxmlformats.org/officeDocument/2006/relationships/tags" Target="../tags/tag238.xml"/><Relationship Id="rId32" Type="http://schemas.openxmlformats.org/officeDocument/2006/relationships/tags" Target="../tags/tag246.xml"/><Relationship Id="rId37" Type="http://schemas.openxmlformats.org/officeDocument/2006/relationships/tags" Target="../tags/tag251.xml"/><Relationship Id="rId40" Type="http://schemas.openxmlformats.org/officeDocument/2006/relationships/tags" Target="../tags/tag254.xml"/><Relationship Id="rId45" Type="http://schemas.openxmlformats.org/officeDocument/2006/relationships/tags" Target="../tags/tag259.xml"/><Relationship Id="rId53" Type="http://schemas.openxmlformats.org/officeDocument/2006/relationships/tags" Target="../tags/tag267.xml"/><Relationship Id="rId58" Type="http://schemas.openxmlformats.org/officeDocument/2006/relationships/tags" Target="../tags/tag272.xml"/><Relationship Id="rId5" Type="http://schemas.openxmlformats.org/officeDocument/2006/relationships/tags" Target="../tags/tag219.xml"/><Relationship Id="rId61" Type="http://schemas.openxmlformats.org/officeDocument/2006/relationships/tags" Target="../tags/tag275.xml"/><Relationship Id="rId19" Type="http://schemas.openxmlformats.org/officeDocument/2006/relationships/tags" Target="../tags/tag233.xml"/><Relationship Id="rId14" Type="http://schemas.openxmlformats.org/officeDocument/2006/relationships/tags" Target="../tags/tag228.xml"/><Relationship Id="rId22" Type="http://schemas.openxmlformats.org/officeDocument/2006/relationships/tags" Target="../tags/tag236.xml"/><Relationship Id="rId27" Type="http://schemas.openxmlformats.org/officeDocument/2006/relationships/tags" Target="../tags/tag241.xml"/><Relationship Id="rId30" Type="http://schemas.openxmlformats.org/officeDocument/2006/relationships/tags" Target="../tags/tag244.xml"/><Relationship Id="rId35" Type="http://schemas.openxmlformats.org/officeDocument/2006/relationships/tags" Target="../tags/tag249.xml"/><Relationship Id="rId43" Type="http://schemas.openxmlformats.org/officeDocument/2006/relationships/tags" Target="../tags/tag257.xml"/><Relationship Id="rId48" Type="http://schemas.openxmlformats.org/officeDocument/2006/relationships/tags" Target="../tags/tag262.xml"/><Relationship Id="rId56" Type="http://schemas.openxmlformats.org/officeDocument/2006/relationships/tags" Target="../tags/tag270.xml"/><Relationship Id="rId64" Type="http://schemas.openxmlformats.org/officeDocument/2006/relationships/image" Target="../media/image13.png"/><Relationship Id="rId8" Type="http://schemas.openxmlformats.org/officeDocument/2006/relationships/tags" Target="../tags/tag222.xml"/><Relationship Id="rId51" Type="http://schemas.openxmlformats.org/officeDocument/2006/relationships/tags" Target="../tags/tag265.xml"/><Relationship Id="rId3" Type="http://schemas.openxmlformats.org/officeDocument/2006/relationships/tags" Target="../tags/tag217.xml"/><Relationship Id="rId12" Type="http://schemas.openxmlformats.org/officeDocument/2006/relationships/tags" Target="../tags/tag226.xml"/><Relationship Id="rId17" Type="http://schemas.openxmlformats.org/officeDocument/2006/relationships/tags" Target="../tags/tag231.xml"/><Relationship Id="rId25" Type="http://schemas.openxmlformats.org/officeDocument/2006/relationships/tags" Target="../tags/tag239.xml"/><Relationship Id="rId33" Type="http://schemas.openxmlformats.org/officeDocument/2006/relationships/tags" Target="../tags/tag247.xml"/><Relationship Id="rId38" Type="http://schemas.openxmlformats.org/officeDocument/2006/relationships/tags" Target="../tags/tag252.xml"/><Relationship Id="rId46" Type="http://schemas.openxmlformats.org/officeDocument/2006/relationships/tags" Target="../tags/tag260.xml"/><Relationship Id="rId59" Type="http://schemas.openxmlformats.org/officeDocument/2006/relationships/tags" Target="../tags/tag273.xml"/><Relationship Id="rId20" Type="http://schemas.openxmlformats.org/officeDocument/2006/relationships/tags" Target="../tags/tag234.xml"/><Relationship Id="rId41" Type="http://schemas.openxmlformats.org/officeDocument/2006/relationships/tags" Target="../tags/tag255.xml"/><Relationship Id="rId54" Type="http://schemas.openxmlformats.org/officeDocument/2006/relationships/tags" Target="../tags/tag268.xml"/><Relationship Id="rId62" Type="http://schemas.openxmlformats.org/officeDocument/2006/relationships/slideLayout" Target="../slideLayouts/slideLayout2.xml"/><Relationship Id="rId1" Type="http://schemas.openxmlformats.org/officeDocument/2006/relationships/tags" Target="../tags/tag215.xml"/><Relationship Id="rId6" Type="http://schemas.openxmlformats.org/officeDocument/2006/relationships/tags" Target="../tags/tag220.xml"/><Relationship Id="rId15" Type="http://schemas.openxmlformats.org/officeDocument/2006/relationships/tags" Target="../tags/tag229.xml"/><Relationship Id="rId23" Type="http://schemas.openxmlformats.org/officeDocument/2006/relationships/tags" Target="../tags/tag237.xml"/><Relationship Id="rId28" Type="http://schemas.openxmlformats.org/officeDocument/2006/relationships/tags" Target="../tags/tag242.xml"/><Relationship Id="rId36" Type="http://schemas.openxmlformats.org/officeDocument/2006/relationships/tags" Target="../tags/tag250.xml"/><Relationship Id="rId49" Type="http://schemas.openxmlformats.org/officeDocument/2006/relationships/tags" Target="../tags/tag263.xml"/><Relationship Id="rId57" Type="http://schemas.openxmlformats.org/officeDocument/2006/relationships/tags" Target="../tags/tag271.xml"/><Relationship Id="rId10" Type="http://schemas.openxmlformats.org/officeDocument/2006/relationships/tags" Target="../tags/tag224.xml"/><Relationship Id="rId31" Type="http://schemas.openxmlformats.org/officeDocument/2006/relationships/tags" Target="../tags/tag245.xml"/><Relationship Id="rId44" Type="http://schemas.openxmlformats.org/officeDocument/2006/relationships/tags" Target="../tags/tag258.xml"/><Relationship Id="rId52" Type="http://schemas.openxmlformats.org/officeDocument/2006/relationships/tags" Target="../tags/tag266.xml"/><Relationship Id="rId60" Type="http://schemas.openxmlformats.org/officeDocument/2006/relationships/tags" Target="../tags/tag274.xml"/><Relationship Id="rId4" Type="http://schemas.openxmlformats.org/officeDocument/2006/relationships/tags" Target="../tags/tag218.xml"/><Relationship Id="rId9" Type="http://schemas.openxmlformats.org/officeDocument/2006/relationships/tags" Target="../tags/tag2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7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image" Target="../media/image15.png"/><Relationship Id="rId3" Type="http://schemas.openxmlformats.org/officeDocument/2006/relationships/tags" Target="../tags/tag279.xml"/><Relationship Id="rId21" Type="http://schemas.openxmlformats.org/officeDocument/2006/relationships/image" Target="../media/image17.png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20" Type="http://schemas.openxmlformats.org/officeDocument/2006/relationships/image" Target="../media/image16.wmf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10" Type="http://schemas.openxmlformats.org/officeDocument/2006/relationships/tags" Target="../tags/tag286.xml"/><Relationship Id="rId19" Type="http://schemas.openxmlformats.org/officeDocument/2006/relationships/oleObject" Target="../embeddings/oleObject1.bin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bin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48AB-F947-4ABD-4191-CD273943F4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磁场对通电导线的作用力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789A1-0955-0D28-F551-7F1809BCC3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force of a magnetic field on an energized conductor</a:t>
            </a:r>
          </a:p>
        </p:txBody>
      </p:sp>
    </p:spTree>
    <p:extLst>
      <p:ext uri="{BB962C8B-B14F-4D97-AF65-F5344CB8AC3E}">
        <p14:creationId xmlns:p14="http://schemas.microsoft.com/office/powerpoint/2010/main" val="50194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F911-5C65-4287-086E-DD72B7AE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N" dirty="0"/>
              <a:t>安培定则</a:t>
            </a: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FAAD58AB-AF4E-35A8-A4E0-DB0E3FF87D71}"/>
              </a:ext>
            </a:extLst>
          </p:cNvPr>
          <p:cNvPicPr>
            <a:picLocks noGrp="1"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37839" y="1825625"/>
            <a:ext cx="3182322" cy="4351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7C9118B6-132E-2984-C073-1E19BCA6CCCD}"/>
              </a:ext>
            </a:extLst>
          </p:cNvPr>
          <p:cNvPicPr>
            <a:picLocks noGrp="1"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5">
            <a:lum bright="-24000" contrast="48000"/>
          </a:blip>
          <a:stretch>
            <a:fillRect/>
          </a:stretch>
        </p:blipFill>
        <p:spPr>
          <a:xfrm>
            <a:off x="7174463" y="2083702"/>
            <a:ext cx="3177074" cy="3835184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852747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57836-B318-1CD5-3CA7-ACF728BA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A2B1-D903-F9E2-BB14-FCA1E9B21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N" dirty="0"/>
              <a:t>安培定则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2EC07EFE-510B-9B62-574B-54F5D98185FC}"/>
              </a:ext>
            </a:extLst>
          </p:cNvPr>
          <p:cNvPicPr>
            <a:picLocks noGrp="1" noChangeAspect="1"/>
          </p:cNvPicPr>
          <p:nvPr>
            <p:ph sz="half" idx="1"/>
            <p:custDataLst>
              <p:tags r:id="rId1"/>
            </p:custDataLst>
          </p:nvPr>
        </p:nvPicPr>
        <p:blipFill>
          <a:blip r:embed="rId4">
            <a:lum bright="-18000" contrast="36000"/>
          </a:blip>
          <a:stretch>
            <a:fillRect/>
          </a:stretch>
        </p:blipFill>
        <p:spPr>
          <a:xfrm>
            <a:off x="1524000" y="2737644"/>
            <a:ext cx="3810000" cy="2527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15">
            <a:extLst>
              <a:ext uri="{FF2B5EF4-FFF2-40B4-BE49-F238E27FC236}">
                <a16:creationId xmlns:a16="http://schemas.microsoft.com/office/drawing/2014/main" id="{0D5900F9-D3CA-A83F-5087-BC3629AEF9AD}"/>
              </a:ext>
            </a:extLst>
          </p:cNvPr>
          <p:cNvPicPr>
            <a:picLocks noGrp="1" noChangeAspect="1"/>
          </p:cNvPicPr>
          <p:nvPr>
            <p:ph sz="half" idx="2"/>
            <p:custDataLst>
              <p:tags r:id="rId2"/>
            </p:custDataLst>
          </p:nvPr>
        </p:nvPicPr>
        <p:blipFill>
          <a:blip r:embed="rId5">
            <a:lum bright="-24000" contrast="48000"/>
          </a:blip>
          <a:stretch>
            <a:fillRect/>
          </a:stretch>
        </p:blipFill>
        <p:spPr>
          <a:xfrm>
            <a:off x="7874000" y="2928144"/>
            <a:ext cx="1778000" cy="21463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44629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5904-973E-1A87-5A52-3F49A98F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磁感应强度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9198A3-868F-4075-7E6A-E6CA5F46F27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𝐼𝐿</m:t>
                        </m:r>
                      </m:den>
                    </m:f>
                  </m:oMath>
                </a14:m>
                <a:endParaRPr lang="en-CN" dirty="0"/>
              </a:p>
              <a:p>
                <a:r>
                  <a:rPr lang="en-CN" dirty="0"/>
                  <a:t>用</a:t>
                </a:r>
                <a:r>
                  <a:rPr lang="en-CN" dirty="0">
                    <a:solidFill>
                      <a:srgbClr val="FF0000"/>
                    </a:solidFill>
                  </a:rPr>
                  <a:t>磁感线</a:t>
                </a:r>
                <a:r>
                  <a:rPr lang="en-CN" dirty="0"/>
                  <a:t>描述磁感应强度的大小</a:t>
                </a:r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9198A3-868F-4075-7E6A-E6CA5F46F2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75B0CC86-7515-F836-3E48-DAC800D9D3C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65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文本框 115"/>
          <p:cNvSpPr txBox="1"/>
          <p:nvPr>
            <p:custDataLst>
              <p:tags r:id="rId1"/>
            </p:custDataLst>
          </p:nvPr>
        </p:nvSpPr>
        <p:spPr>
          <a:xfrm>
            <a:off x="4700343" y="3222790"/>
            <a:ext cx="2792412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①改变磁场方向</a:t>
            </a:r>
          </a:p>
        </p:txBody>
      </p:sp>
      <p:sp>
        <p:nvSpPr>
          <p:cNvPr id="117" name="文本框 116"/>
          <p:cNvSpPr txBox="1"/>
          <p:nvPr>
            <p:custDataLst>
              <p:tags r:id="rId2"/>
            </p:custDataLst>
          </p:nvPr>
        </p:nvSpPr>
        <p:spPr>
          <a:xfrm>
            <a:off x="4700343" y="5605945"/>
            <a:ext cx="2795587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②改变电流方向</a:t>
            </a:r>
          </a:p>
        </p:txBody>
      </p:sp>
      <p:grpSp>
        <p:nvGrpSpPr>
          <p:cNvPr id="7" name="组合 6"/>
          <p:cNvGrpSpPr/>
          <p:nvPr>
            <p:custDataLst>
              <p:tags r:id="rId3"/>
            </p:custDataLst>
          </p:nvPr>
        </p:nvGrpSpPr>
        <p:grpSpPr>
          <a:xfrm>
            <a:off x="7637353" y="1404436"/>
            <a:ext cx="2188221" cy="1564377"/>
            <a:chOff x="12804" y="924"/>
            <a:chExt cx="4138" cy="2806"/>
          </a:xfrm>
        </p:grpSpPr>
        <p:grpSp>
          <p:nvGrpSpPr>
            <p:cNvPr id="118" name="组合 46"/>
            <p:cNvGrpSpPr/>
            <p:nvPr>
              <p:custDataLst>
                <p:tags r:id="rId40"/>
              </p:custDataLst>
            </p:nvPr>
          </p:nvGrpSpPr>
          <p:grpSpPr>
            <a:xfrm>
              <a:off x="13767" y="1048"/>
              <a:ext cx="3175" cy="2682"/>
              <a:chOff x="1582" y="5432"/>
              <a:chExt cx="4393" cy="4047"/>
            </a:xfrm>
          </p:grpSpPr>
          <p:sp>
            <p:nvSpPr>
              <p:cNvPr id="119" name="AutoShape 19"/>
              <p:cNvSpPr/>
              <p:nvPr>
                <p:custDataLst>
                  <p:tags r:id="rId50"/>
                </p:custDataLst>
              </p:nvPr>
            </p:nvSpPr>
            <p:spPr>
              <a:xfrm>
                <a:off x="1582" y="5462"/>
                <a:ext cx="4359" cy="3997"/>
              </a:xfrm>
              <a:prstGeom prst="cube">
                <a:avLst>
                  <a:gd name="adj" fmla="val 24542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>
                  <a:buFont typeface="Wingdings" panose="05000000000000000000" pitchFamily="2" charset="2"/>
                </a:pPr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Line 20"/>
              <p:cNvSpPr/>
              <p:nvPr>
                <p:custDataLst>
                  <p:tags r:id="rId51"/>
                </p:custDataLst>
              </p:nvPr>
            </p:nvSpPr>
            <p:spPr>
              <a:xfrm>
                <a:off x="2579" y="5432"/>
                <a:ext cx="3" cy="292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1" name="Line 21"/>
              <p:cNvSpPr/>
              <p:nvPr>
                <p:custDataLst>
                  <p:tags r:id="rId52"/>
                </p:custDataLst>
              </p:nvPr>
            </p:nvSpPr>
            <p:spPr>
              <a:xfrm flipH="1" flipV="1">
                <a:off x="2643" y="8434"/>
                <a:ext cx="3332" cy="1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2" name="Line 22"/>
              <p:cNvSpPr/>
              <p:nvPr>
                <p:custDataLst>
                  <p:tags r:id="rId53"/>
                </p:custDataLst>
              </p:nvPr>
            </p:nvSpPr>
            <p:spPr>
              <a:xfrm flipH="1">
                <a:off x="1582" y="8407"/>
                <a:ext cx="991" cy="107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23" name="组合 47"/>
            <p:cNvGrpSpPr/>
            <p:nvPr>
              <p:custDataLst>
                <p:tags r:id="rId41"/>
              </p:custDataLst>
            </p:nvPr>
          </p:nvGrpSpPr>
          <p:grpSpPr>
            <a:xfrm rot="-10620000">
              <a:off x="12804" y="924"/>
              <a:ext cx="1633" cy="1073"/>
              <a:chOff x="1679" y="4850"/>
              <a:chExt cx="2261" cy="1617"/>
            </a:xfrm>
          </p:grpSpPr>
          <p:sp>
            <p:nvSpPr>
              <p:cNvPr id="124" name="Line 23"/>
              <p:cNvSpPr/>
              <p:nvPr>
                <p:custDataLst>
                  <p:tags r:id="rId48"/>
                </p:custDataLst>
              </p:nvPr>
            </p:nvSpPr>
            <p:spPr>
              <a:xfrm rot="180000" flipV="1">
                <a:off x="1679" y="5301"/>
                <a:ext cx="968" cy="1166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5" name="Text Box 27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2633" y="4850"/>
                <a:ext cx="1307" cy="14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</a:pPr>
                <a:r>
                  <a:rPr lang="en-US" altLang="zh-CN" sz="2800" b="1" i="1">
                    <a:solidFill>
                      <a:srgbClr val="FF99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I</a:t>
                </a:r>
              </a:p>
            </p:txBody>
          </p:sp>
        </p:grpSp>
        <p:grpSp>
          <p:nvGrpSpPr>
            <p:cNvPr id="126" name="组合 48"/>
            <p:cNvGrpSpPr/>
            <p:nvPr>
              <p:custDataLst>
                <p:tags r:id="rId42"/>
              </p:custDataLst>
            </p:nvPr>
          </p:nvGrpSpPr>
          <p:grpSpPr>
            <a:xfrm>
              <a:off x="12886" y="1684"/>
              <a:ext cx="913" cy="2033"/>
              <a:chOff x="418" y="6359"/>
              <a:chExt cx="1262" cy="3065"/>
            </a:xfrm>
          </p:grpSpPr>
          <p:sp>
            <p:nvSpPr>
              <p:cNvPr id="127" name="Text Box 26"/>
              <p:cNvSpPr txBox="1"/>
              <p:nvPr>
                <p:custDataLst>
                  <p:tags r:id="rId46"/>
                </p:custDataLst>
              </p:nvPr>
            </p:nvSpPr>
            <p:spPr>
              <a:xfrm>
                <a:off x="418" y="8012"/>
                <a:ext cx="1262" cy="14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</a:pPr>
                <a:r>
                  <a:rPr lang="en-US" altLang="zh-CN" sz="2800" b="1" i="1">
                    <a:solidFill>
                      <a:srgbClr val="0000FF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28" name="Line 25"/>
              <p:cNvSpPr/>
              <p:nvPr>
                <p:custDataLst>
                  <p:tags r:id="rId47"/>
                </p:custDataLst>
              </p:nvPr>
            </p:nvSpPr>
            <p:spPr>
              <a:xfrm rot="-10800000" flipV="1">
                <a:off x="1640" y="6359"/>
                <a:ext cx="3" cy="2596"/>
              </a:xfrm>
              <a:prstGeom prst="line">
                <a:avLst/>
              </a:prstGeom>
              <a:ln w="571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29" name="组合 49"/>
            <p:cNvGrpSpPr/>
            <p:nvPr>
              <p:custDataLst>
                <p:tags r:id="rId43"/>
              </p:custDataLst>
            </p:nvPr>
          </p:nvGrpSpPr>
          <p:grpSpPr>
            <a:xfrm>
              <a:off x="14533" y="1044"/>
              <a:ext cx="2192" cy="936"/>
              <a:chOff x="1649" y="6488"/>
              <a:chExt cx="3035" cy="1413"/>
            </a:xfrm>
          </p:grpSpPr>
          <p:sp>
            <p:nvSpPr>
              <p:cNvPr id="130" name="Line 24"/>
              <p:cNvSpPr/>
              <p:nvPr>
                <p:custDataLst>
                  <p:tags r:id="rId44"/>
                </p:custDataLst>
              </p:nvPr>
            </p:nvSpPr>
            <p:spPr>
              <a:xfrm>
                <a:off x="1649" y="6491"/>
                <a:ext cx="2237" cy="3"/>
              </a:xfrm>
              <a:prstGeom prst="line">
                <a:avLst/>
              </a:prstGeom>
              <a:ln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1" name="Text Box 28"/>
              <p:cNvSpPr txBox="1"/>
              <p:nvPr>
                <p:custDataLst>
                  <p:tags r:id="rId45"/>
                </p:custDataLst>
              </p:nvPr>
            </p:nvSpPr>
            <p:spPr>
              <a:xfrm>
                <a:off x="3346" y="6488"/>
                <a:ext cx="1338" cy="14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</a:pPr>
                <a:r>
                  <a:rPr lang="en-US" altLang="zh-CN" sz="2800" b="1" i="1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F</a:t>
                </a:r>
              </a:p>
            </p:txBody>
          </p:sp>
        </p:grpSp>
      </p:grpSp>
      <p:sp>
        <p:nvSpPr>
          <p:cNvPr id="132" name="AutoShape 34"/>
          <p:cNvSpPr/>
          <p:nvPr>
            <p:custDataLst>
              <p:tags r:id="rId4"/>
            </p:custDataLst>
          </p:nvPr>
        </p:nvSpPr>
        <p:spPr>
          <a:xfrm rot="-10800000" flipH="1">
            <a:off x="4517145" y="2070582"/>
            <a:ext cx="2540000" cy="304800"/>
          </a:xfrm>
          <a:custGeom>
            <a:avLst/>
            <a:gdLst/>
            <a:ahLst/>
            <a:cxnLst>
              <a:cxn ang="16200000">
                <a:pos x="0" y="0"/>
              </a:cxn>
              <a:cxn ang="10800000">
                <a:pos x="0" y="0"/>
              </a:cxn>
              <a:cxn ang="5400000">
                <a:pos x="0" y="0"/>
              </a:cxn>
              <a:cxn ang="0">
                <a:pos x="0" y="0"/>
              </a:cxn>
            </a:cxnLst>
            <a:rect l="l" t="t" r="r" b="b"/>
            <a:pathLst>
              <a:path w="21600" h="21600">
                <a:moveTo>
                  <a:pt x="16200" y="0"/>
                </a:moveTo>
                <a:lnTo>
                  <a:pt x="16200" y="3938"/>
                </a:lnTo>
                <a:lnTo>
                  <a:pt x="3375" y="3938"/>
                </a:lnTo>
                <a:lnTo>
                  <a:pt x="3375" y="17662"/>
                </a:lnTo>
                <a:lnTo>
                  <a:pt x="16200" y="17662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3938"/>
                </a:moveTo>
                <a:lnTo>
                  <a:pt x="1350" y="17662"/>
                </a:lnTo>
                <a:lnTo>
                  <a:pt x="2700" y="17662"/>
                </a:lnTo>
                <a:lnTo>
                  <a:pt x="2700" y="3938"/>
                </a:lnTo>
                <a:close/>
              </a:path>
              <a:path w="21600" h="21600">
                <a:moveTo>
                  <a:pt x="0" y="3938"/>
                </a:moveTo>
                <a:lnTo>
                  <a:pt x="0" y="17662"/>
                </a:lnTo>
                <a:lnTo>
                  <a:pt x="675" y="17662"/>
                </a:lnTo>
                <a:lnTo>
                  <a:pt x="675" y="3938"/>
                </a:lnTo>
                <a:close/>
              </a:path>
            </a:pathLst>
          </a:custGeom>
          <a:gradFill rotWithShape="1">
            <a:gsLst>
              <a:gs pos="0">
                <a:srgbClr val="FF3399">
                  <a:alpha val="100000"/>
                </a:srgbClr>
              </a:gs>
              <a:gs pos="12500">
                <a:srgbClr val="FF6633">
                  <a:alpha val="100000"/>
                </a:srgbClr>
              </a:gs>
              <a:gs pos="25000">
                <a:srgbClr val="FFFF00">
                  <a:alpha val="100000"/>
                </a:srgbClr>
              </a:gs>
              <a:gs pos="37500">
                <a:srgbClr val="01A78F">
                  <a:alpha val="100000"/>
                </a:srgbClr>
              </a:gs>
              <a:gs pos="50000">
                <a:srgbClr val="3366FF">
                  <a:alpha val="100000"/>
                </a:srgbClr>
              </a:gs>
              <a:gs pos="62500">
                <a:srgbClr val="01A78F">
                  <a:alpha val="100000"/>
                </a:srgbClr>
              </a:gs>
              <a:gs pos="75000">
                <a:srgbClr val="FFFF00">
                  <a:alpha val="100000"/>
                </a:srgbClr>
              </a:gs>
              <a:gs pos="87500">
                <a:srgbClr val="FF6633">
                  <a:alpha val="100000"/>
                </a:srgbClr>
              </a:gs>
              <a:gs pos="100000">
                <a:srgbClr val="FF3399">
                  <a:alpha val="100000"/>
                </a:srgbClr>
              </a:gs>
            </a:gsLst>
            <a:lin ang="5400000" scaled="1"/>
          </a:gra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8121073" y="3223076"/>
            <a:ext cx="1868164" cy="1886403"/>
            <a:chOff x="11956" y="3950"/>
            <a:chExt cx="3687" cy="3653"/>
          </a:xfrm>
        </p:grpSpPr>
        <p:grpSp>
          <p:nvGrpSpPr>
            <p:cNvPr id="133" name="组合 5"/>
            <p:cNvGrpSpPr/>
            <p:nvPr>
              <p:custDataLst>
                <p:tags r:id="rId26"/>
              </p:custDataLst>
            </p:nvPr>
          </p:nvGrpSpPr>
          <p:grpSpPr>
            <a:xfrm>
              <a:off x="11956" y="4165"/>
              <a:ext cx="2982" cy="2910"/>
              <a:chOff x="1579" y="4742"/>
              <a:chExt cx="4503" cy="4047"/>
            </a:xfrm>
          </p:grpSpPr>
          <p:sp>
            <p:nvSpPr>
              <p:cNvPr id="134" name="AutoShape 19"/>
              <p:cNvSpPr/>
              <p:nvPr>
                <p:custDataLst>
                  <p:tags r:id="rId36"/>
                </p:custDataLst>
              </p:nvPr>
            </p:nvSpPr>
            <p:spPr>
              <a:xfrm>
                <a:off x="1579" y="4772"/>
                <a:ext cx="4466" cy="3997"/>
              </a:xfrm>
              <a:prstGeom prst="cube">
                <a:avLst>
                  <a:gd name="adj" fmla="val 24542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>
                  <a:buFont typeface="Wingdings" panose="05000000000000000000" pitchFamily="2" charset="2"/>
                </a:pPr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5" name="Line 20"/>
              <p:cNvSpPr/>
              <p:nvPr>
                <p:custDataLst>
                  <p:tags r:id="rId37"/>
                </p:custDataLst>
              </p:nvPr>
            </p:nvSpPr>
            <p:spPr>
              <a:xfrm>
                <a:off x="2605" y="4742"/>
                <a:ext cx="3" cy="2921"/>
              </a:xfrm>
              <a:prstGeom prst="line">
                <a:avLst/>
              </a:prstGeom>
              <a:ln w="28575" cap="flat" cmpd="sng">
                <a:solidFill>
                  <a:srgbClr val="007A77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6" name="Line 22"/>
              <p:cNvSpPr/>
              <p:nvPr>
                <p:custDataLst>
                  <p:tags r:id="rId38"/>
                </p:custDataLst>
              </p:nvPr>
            </p:nvSpPr>
            <p:spPr>
              <a:xfrm flipH="1">
                <a:off x="1582" y="7717"/>
                <a:ext cx="1015" cy="1072"/>
              </a:xfrm>
              <a:prstGeom prst="line">
                <a:avLst/>
              </a:prstGeom>
              <a:ln w="28575" cap="flat" cmpd="sng">
                <a:solidFill>
                  <a:srgbClr val="007A77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7" name="Line 21"/>
              <p:cNvSpPr/>
              <p:nvPr>
                <p:custDataLst>
                  <p:tags r:id="rId39"/>
                </p:custDataLst>
              </p:nvPr>
            </p:nvSpPr>
            <p:spPr>
              <a:xfrm flipH="1" flipV="1">
                <a:off x="2670" y="7744"/>
                <a:ext cx="3413" cy="13"/>
              </a:xfrm>
              <a:prstGeom prst="line">
                <a:avLst/>
              </a:prstGeom>
              <a:ln w="28575" cap="flat" cmpd="sng">
                <a:solidFill>
                  <a:srgbClr val="007A77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38" name="组合 18"/>
            <p:cNvGrpSpPr/>
            <p:nvPr>
              <p:custDataLst>
                <p:tags r:id="rId27"/>
              </p:custDataLst>
            </p:nvPr>
          </p:nvGrpSpPr>
          <p:grpSpPr>
            <a:xfrm rot="10620000">
              <a:off x="14231" y="6380"/>
              <a:ext cx="829" cy="1224"/>
              <a:chOff x="4469" y="7632"/>
              <a:chExt cx="972" cy="1421"/>
            </a:xfrm>
          </p:grpSpPr>
          <p:sp>
            <p:nvSpPr>
              <p:cNvPr id="139" name="Line 23"/>
              <p:cNvSpPr/>
              <p:nvPr>
                <p:custDataLst>
                  <p:tags r:id="rId34"/>
                </p:custDataLst>
              </p:nvPr>
            </p:nvSpPr>
            <p:spPr>
              <a:xfrm rot="-10500000" flipH="1">
                <a:off x="4691" y="8221"/>
                <a:ext cx="750" cy="832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0" name="Text Box 27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4469" y="7632"/>
                <a:ext cx="960" cy="1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</a:pPr>
                <a:r>
                  <a:rPr lang="en-US" altLang="zh-CN" sz="2800" b="1" i="1">
                    <a:solidFill>
                      <a:srgbClr val="FF99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I</a:t>
                </a:r>
              </a:p>
            </p:txBody>
          </p:sp>
        </p:grpSp>
        <p:grpSp>
          <p:nvGrpSpPr>
            <p:cNvPr id="141" name="组合 22"/>
            <p:cNvGrpSpPr/>
            <p:nvPr>
              <p:custDataLst>
                <p:tags r:id="rId28"/>
              </p:custDataLst>
            </p:nvPr>
          </p:nvGrpSpPr>
          <p:grpSpPr>
            <a:xfrm>
              <a:off x="14914" y="3950"/>
              <a:ext cx="729" cy="2430"/>
              <a:chOff x="6042" y="4697"/>
              <a:chExt cx="853" cy="3047"/>
            </a:xfrm>
          </p:grpSpPr>
          <p:sp>
            <p:nvSpPr>
              <p:cNvPr id="142" name="Text Box 26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6073" y="4697"/>
                <a:ext cx="822" cy="126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</a:pPr>
                <a:r>
                  <a:rPr lang="en-US" altLang="zh-CN" sz="2800" b="1" i="1">
                    <a:solidFill>
                      <a:srgbClr val="0000FF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43" name="Line 25"/>
              <p:cNvSpPr/>
              <p:nvPr>
                <p:custDataLst>
                  <p:tags r:id="rId33"/>
                </p:custDataLst>
              </p:nvPr>
            </p:nvSpPr>
            <p:spPr>
              <a:xfrm flipV="1">
                <a:off x="6042" y="5148"/>
                <a:ext cx="3" cy="2596"/>
              </a:xfrm>
              <a:prstGeom prst="line">
                <a:avLst/>
              </a:prstGeom>
              <a:ln w="571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44" name="组合 26"/>
            <p:cNvGrpSpPr/>
            <p:nvPr>
              <p:custDataLst>
                <p:tags r:id="rId29"/>
              </p:custDataLst>
            </p:nvPr>
          </p:nvGrpSpPr>
          <p:grpSpPr>
            <a:xfrm rot="10800000">
              <a:off x="12514" y="5787"/>
              <a:ext cx="2310" cy="1011"/>
              <a:chOff x="1531" y="7967"/>
              <a:chExt cx="2707" cy="1175"/>
            </a:xfrm>
          </p:grpSpPr>
          <p:sp>
            <p:nvSpPr>
              <p:cNvPr id="145" name="Line 24"/>
              <p:cNvSpPr/>
              <p:nvPr>
                <p:custDataLst>
                  <p:tags r:id="rId30"/>
                </p:custDataLst>
              </p:nvPr>
            </p:nvSpPr>
            <p:spPr>
              <a:xfrm rot="10800000" flipH="1" flipV="1">
                <a:off x="1531" y="8472"/>
                <a:ext cx="2041" cy="17"/>
              </a:xfrm>
              <a:prstGeom prst="line">
                <a:avLst/>
              </a:prstGeom>
              <a:ln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6" name="文本框 25"/>
              <p:cNvSpPr txBox="1"/>
              <p:nvPr>
                <p:custDataLst>
                  <p:tags r:id="rId31"/>
                </p:custDataLst>
              </p:nvPr>
            </p:nvSpPr>
            <p:spPr>
              <a:xfrm rot="10800000">
                <a:off x="3387" y="7967"/>
                <a:ext cx="851" cy="117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en-US" altLang="zh-CN" sz="2800" b="1" i="1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F</a:t>
                </a:r>
              </a:p>
            </p:txBody>
          </p:sp>
        </p:grpSp>
      </p:grpSp>
      <p:sp>
        <p:nvSpPr>
          <p:cNvPr id="147" name="AutoShape 34"/>
          <p:cNvSpPr/>
          <p:nvPr>
            <p:custDataLst>
              <p:tags r:id="rId6"/>
            </p:custDataLst>
          </p:nvPr>
        </p:nvSpPr>
        <p:spPr>
          <a:xfrm rot="-10800000" flipH="1">
            <a:off x="4517145" y="3866680"/>
            <a:ext cx="2540000" cy="304800"/>
          </a:xfrm>
          <a:custGeom>
            <a:avLst/>
            <a:gdLst/>
            <a:ahLst/>
            <a:cxnLst>
              <a:cxn ang="16200000">
                <a:pos x="0" y="0"/>
              </a:cxn>
              <a:cxn ang="10800000">
                <a:pos x="0" y="0"/>
              </a:cxn>
              <a:cxn ang="5400000">
                <a:pos x="0" y="0"/>
              </a:cxn>
              <a:cxn ang="0">
                <a:pos x="0" y="0"/>
              </a:cxn>
            </a:cxnLst>
            <a:rect l="l" t="t" r="r" b="b"/>
            <a:pathLst>
              <a:path w="21600" h="21600">
                <a:moveTo>
                  <a:pt x="16200" y="0"/>
                </a:moveTo>
                <a:lnTo>
                  <a:pt x="16200" y="3938"/>
                </a:lnTo>
                <a:lnTo>
                  <a:pt x="3375" y="3938"/>
                </a:lnTo>
                <a:lnTo>
                  <a:pt x="3375" y="17662"/>
                </a:lnTo>
                <a:lnTo>
                  <a:pt x="16200" y="17662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3938"/>
                </a:moveTo>
                <a:lnTo>
                  <a:pt x="1350" y="17662"/>
                </a:lnTo>
                <a:lnTo>
                  <a:pt x="2700" y="17662"/>
                </a:lnTo>
                <a:lnTo>
                  <a:pt x="2700" y="3938"/>
                </a:lnTo>
                <a:close/>
              </a:path>
              <a:path w="21600" h="21600">
                <a:moveTo>
                  <a:pt x="0" y="3938"/>
                </a:moveTo>
                <a:lnTo>
                  <a:pt x="0" y="17662"/>
                </a:lnTo>
                <a:lnTo>
                  <a:pt x="675" y="17662"/>
                </a:lnTo>
                <a:lnTo>
                  <a:pt x="675" y="3938"/>
                </a:lnTo>
                <a:close/>
              </a:path>
            </a:pathLst>
          </a:custGeom>
          <a:gradFill rotWithShape="1">
            <a:gsLst>
              <a:gs pos="0">
                <a:srgbClr val="FF3399">
                  <a:alpha val="100000"/>
                </a:srgbClr>
              </a:gs>
              <a:gs pos="12500">
                <a:srgbClr val="FF6633">
                  <a:alpha val="100000"/>
                </a:srgbClr>
              </a:gs>
              <a:gs pos="25000">
                <a:srgbClr val="FFFF00">
                  <a:alpha val="100000"/>
                </a:srgbClr>
              </a:gs>
              <a:gs pos="37500">
                <a:srgbClr val="01A78F">
                  <a:alpha val="100000"/>
                </a:srgbClr>
              </a:gs>
              <a:gs pos="50000">
                <a:srgbClr val="3366FF">
                  <a:alpha val="100000"/>
                </a:srgbClr>
              </a:gs>
              <a:gs pos="62500">
                <a:srgbClr val="01A78F">
                  <a:alpha val="100000"/>
                </a:srgbClr>
              </a:gs>
              <a:gs pos="75000">
                <a:srgbClr val="FFFF00">
                  <a:alpha val="100000"/>
                </a:srgbClr>
              </a:gs>
              <a:gs pos="87500">
                <a:srgbClr val="FF6633">
                  <a:alpha val="100000"/>
                </a:srgbClr>
              </a:gs>
              <a:gs pos="100000">
                <a:srgbClr val="FF3399">
                  <a:alpha val="100000"/>
                </a:srgbClr>
              </a:gs>
            </a:gsLst>
            <a:lin ang="5400000" scaled="1"/>
          </a:gra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AutoShape 34"/>
          <p:cNvSpPr/>
          <p:nvPr>
            <p:custDataLst>
              <p:tags r:id="rId7"/>
            </p:custDataLst>
          </p:nvPr>
        </p:nvSpPr>
        <p:spPr>
          <a:xfrm rot="-10800000" flipH="1">
            <a:off x="4517145" y="6129502"/>
            <a:ext cx="2508250" cy="304800"/>
          </a:xfrm>
          <a:custGeom>
            <a:avLst/>
            <a:gdLst/>
            <a:ahLst/>
            <a:cxnLst>
              <a:cxn ang="16200000">
                <a:pos x="0" y="0"/>
              </a:cxn>
              <a:cxn ang="10800000">
                <a:pos x="0" y="0"/>
              </a:cxn>
              <a:cxn ang="5400000">
                <a:pos x="0" y="0"/>
              </a:cxn>
              <a:cxn ang="0">
                <a:pos x="0" y="0"/>
              </a:cxn>
            </a:cxnLst>
            <a:rect l="l" t="t" r="r" b="b"/>
            <a:pathLst>
              <a:path w="21600" h="21600">
                <a:moveTo>
                  <a:pt x="16200" y="0"/>
                </a:moveTo>
                <a:lnTo>
                  <a:pt x="16200" y="3938"/>
                </a:lnTo>
                <a:lnTo>
                  <a:pt x="3375" y="3938"/>
                </a:lnTo>
                <a:lnTo>
                  <a:pt x="3375" y="17662"/>
                </a:lnTo>
                <a:lnTo>
                  <a:pt x="16200" y="17662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3938"/>
                </a:moveTo>
                <a:lnTo>
                  <a:pt x="1350" y="17662"/>
                </a:lnTo>
                <a:lnTo>
                  <a:pt x="2700" y="17662"/>
                </a:lnTo>
                <a:lnTo>
                  <a:pt x="2700" y="3938"/>
                </a:lnTo>
                <a:close/>
              </a:path>
              <a:path w="21600" h="21600">
                <a:moveTo>
                  <a:pt x="0" y="3938"/>
                </a:moveTo>
                <a:lnTo>
                  <a:pt x="0" y="17662"/>
                </a:lnTo>
                <a:lnTo>
                  <a:pt x="675" y="17662"/>
                </a:lnTo>
                <a:lnTo>
                  <a:pt x="675" y="3938"/>
                </a:lnTo>
                <a:close/>
              </a:path>
            </a:pathLst>
          </a:custGeom>
          <a:gradFill rotWithShape="1">
            <a:gsLst>
              <a:gs pos="0">
                <a:srgbClr val="FF3399">
                  <a:alpha val="100000"/>
                </a:srgbClr>
              </a:gs>
              <a:gs pos="12500">
                <a:srgbClr val="FF6633">
                  <a:alpha val="100000"/>
                </a:srgbClr>
              </a:gs>
              <a:gs pos="25000">
                <a:srgbClr val="FFFF00">
                  <a:alpha val="100000"/>
                </a:srgbClr>
              </a:gs>
              <a:gs pos="37500">
                <a:srgbClr val="01A78F">
                  <a:alpha val="100000"/>
                </a:srgbClr>
              </a:gs>
              <a:gs pos="50000">
                <a:srgbClr val="3366FF">
                  <a:alpha val="100000"/>
                </a:srgbClr>
              </a:gs>
              <a:gs pos="62500">
                <a:srgbClr val="01A78F">
                  <a:alpha val="100000"/>
                </a:srgbClr>
              </a:gs>
              <a:gs pos="75000">
                <a:srgbClr val="FFFF00">
                  <a:alpha val="100000"/>
                </a:srgbClr>
              </a:gs>
              <a:gs pos="87500">
                <a:srgbClr val="FF6633">
                  <a:alpha val="100000"/>
                </a:srgbClr>
              </a:gs>
              <a:gs pos="100000">
                <a:srgbClr val="FF3399">
                  <a:alpha val="100000"/>
                </a:srgbClr>
              </a:gs>
            </a:gsLst>
            <a:lin ang="5400000" scaled="1"/>
          </a:gra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49" name="组合 27"/>
          <p:cNvGrpSpPr/>
          <p:nvPr>
            <p:custDataLst>
              <p:tags r:id="rId8"/>
            </p:custDataLst>
          </p:nvPr>
        </p:nvGrpSpPr>
        <p:grpSpPr>
          <a:xfrm>
            <a:off x="8114030" y="5176903"/>
            <a:ext cx="1960301" cy="1939754"/>
            <a:chOff x="7799" y="735"/>
            <a:chExt cx="4674" cy="4201"/>
          </a:xfrm>
        </p:grpSpPr>
        <p:grpSp>
          <p:nvGrpSpPr>
            <p:cNvPr id="150" name="组合 7"/>
            <p:cNvGrpSpPr/>
            <p:nvPr>
              <p:custDataLst>
                <p:tags r:id="rId12"/>
              </p:custDataLst>
            </p:nvPr>
          </p:nvGrpSpPr>
          <p:grpSpPr>
            <a:xfrm>
              <a:off x="7799" y="1128"/>
              <a:ext cx="3767" cy="3595"/>
              <a:chOff x="2054" y="5670"/>
              <a:chExt cx="4397" cy="4047"/>
            </a:xfrm>
          </p:grpSpPr>
          <p:sp>
            <p:nvSpPr>
              <p:cNvPr id="160" name="AutoShape 19"/>
              <p:cNvSpPr/>
              <p:nvPr>
                <p:custDataLst>
                  <p:tags r:id="rId22"/>
                </p:custDataLst>
              </p:nvPr>
            </p:nvSpPr>
            <p:spPr>
              <a:xfrm>
                <a:off x="2054" y="5700"/>
                <a:ext cx="4359" cy="3997"/>
              </a:xfrm>
              <a:prstGeom prst="cube">
                <a:avLst>
                  <a:gd name="adj" fmla="val 24542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>
                  <a:buFont typeface="Wingdings" panose="05000000000000000000" pitchFamily="2" charset="2"/>
                </a:pPr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Line 20"/>
              <p:cNvSpPr/>
              <p:nvPr>
                <p:custDataLst>
                  <p:tags r:id="rId23"/>
                </p:custDataLst>
              </p:nvPr>
            </p:nvSpPr>
            <p:spPr>
              <a:xfrm>
                <a:off x="3055" y="5670"/>
                <a:ext cx="3" cy="2921"/>
              </a:xfrm>
              <a:prstGeom prst="line">
                <a:avLst/>
              </a:prstGeom>
              <a:ln w="28575" cap="flat" cmpd="sng">
                <a:solidFill>
                  <a:srgbClr val="007A77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2" name="Line 21"/>
              <p:cNvSpPr/>
              <p:nvPr>
                <p:custDataLst>
                  <p:tags r:id="rId24"/>
                </p:custDataLst>
              </p:nvPr>
            </p:nvSpPr>
            <p:spPr>
              <a:xfrm flipH="1" flipV="1">
                <a:off x="3119" y="8672"/>
                <a:ext cx="3332" cy="13"/>
              </a:xfrm>
              <a:prstGeom prst="line">
                <a:avLst/>
              </a:prstGeom>
              <a:ln w="28575" cap="flat" cmpd="sng">
                <a:solidFill>
                  <a:srgbClr val="007A77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3" name="Line 22"/>
              <p:cNvSpPr/>
              <p:nvPr>
                <p:custDataLst>
                  <p:tags r:id="rId25"/>
                </p:custDataLst>
              </p:nvPr>
            </p:nvSpPr>
            <p:spPr>
              <a:xfrm flipH="1">
                <a:off x="2058" y="8645"/>
                <a:ext cx="991" cy="1072"/>
              </a:xfrm>
              <a:prstGeom prst="line">
                <a:avLst/>
              </a:prstGeom>
              <a:ln w="28575" cap="flat" cmpd="sng">
                <a:solidFill>
                  <a:srgbClr val="007A77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51" name="组合 8"/>
            <p:cNvGrpSpPr/>
            <p:nvPr>
              <p:custDataLst>
                <p:tags r:id="rId13"/>
              </p:custDataLst>
            </p:nvPr>
          </p:nvGrpSpPr>
          <p:grpSpPr>
            <a:xfrm rot="10800000">
              <a:off x="10652" y="735"/>
              <a:ext cx="1821" cy="1344"/>
              <a:chOff x="4485" y="5848"/>
              <a:chExt cx="1821" cy="1344"/>
            </a:xfrm>
          </p:grpSpPr>
          <p:sp>
            <p:nvSpPr>
              <p:cNvPr id="158" name="Line 23"/>
              <p:cNvSpPr/>
              <p:nvPr>
                <p:custDataLst>
                  <p:tags r:id="rId20"/>
                </p:custDataLst>
              </p:nvPr>
            </p:nvSpPr>
            <p:spPr>
              <a:xfrm flipH="1">
                <a:off x="5421" y="5848"/>
                <a:ext cx="885" cy="948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9" name="Text Box 27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4485" y="6062"/>
                <a:ext cx="938" cy="11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</a:pPr>
                <a:r>
                  <a:rPr lang="en-US" altLang="zh-CN" sz="2800" b="1" i="1">
                    <a:solidFill>
                      <a:srgbClr val="FF99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I</a:t>
                </a:r>
              </a:p>
            </p:txBody>
          </p:sp>
        </p:grpSp>
        <p:grpSp>
          <p:nvGrpSpPr>
            <p:cNvPr id="152" name="组合 9"/>
            <p:cNvGrpSpPr/>
            <p:nvPr>
              <p:custDataLst>
                <p:tags r:id="rId14"/>
              </p:custDataLst>
            </p:nvPr>
          </p:nvGrpSpPr>
          <p:grpSpPr>
            <a:xfrm>
              <a:off x="10652" y="2105"/>
              <a:ext cx="1258" cy="2831"/>
              <a:chOff x="6383" y="5700"/>
              <a:chExt cx="1258" cy="2833"/>
            </a:xfrm>
          </p:grpSpPr>
          <p:sp>
            <p:nvSpPr>
              <p:cNvPr id="156" name="Text Box 26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698" y="7402"/>
                <a:ext cx="943" cy="11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</a:pPr>
                <a:r>
                  <a:rPr lang="en-US" altLang="zh-CN" sz="2800" b="1" i="1">
                    <a:solidFill>
                      <a:srgbClr val="0000FF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57" name="Line 25"/>
              <p:cNvSpPr/>
              <p:nvPr>
                <p:custDataLst>
                  <p:tags r:id="rId19"/>
                </p:custDataLst>
              </p:nvPr>
            </p:nvSpPr>
            <p:spPr>
              <a:xfrm rot="10800000" flipH="1" flipV="1">
                <a:off x="6383" y="5700"/>
                <a:ext cx="31" cy="2435"/>
              </a:xfrm>
              <a:prstGeom prst="line">
                <a:avLst/>
              </a:prstGeom>
              <a:ln w="571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</p:grpSp>
        <p:grpSp>
          <p:nvGrpSpPr>
            <p:cNvPr id="153" name="组合 10"/>
            <p:cNvGrpSpPr/>
            <p:nvPr>
              <p:custDataLst>
                <p:tags r:id="rId15"/>
              </p:custDataLst>
            </p:nvPr>
          </p:nvGrpSpPr>
          <p:grpSpPr>
            <a:xfrm>
              <a:off x="7915" y="1977"/>
              <a:ext cx="2787" cy="1147"/>
              <a:chOff x="3642" y="5710"/>
              <a:chExt cx="2788" cy="1146"/>
            </a:xfrm>
          </p:grpSpPr>
          <p:sp>
            <p:nvSpPr>
              <p:cNvPr id="154" name="Line 24"/>
              <p:cNvSpPr/>
              <p:nvPr>
                <p:custDataLst>
                  <p:tags r:id="rId16"/>
                </p:custDataLst>
              </p:nvPr>
            </p:nvSpPr>
            <p:spPr>
              <a:xfrm flipH="1" flipV="1">
                <a:off x="4438" y="5710"/>
                <a:ext cx="1992" cy="17"/>
              </a:xfrm>
              <a:prstGeom prst="line">
                <a:avLst/>
              </a:prstGeom>
              <a:ln w="571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stealth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5" name="Text Box 28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642" y="5727"/>
                <a:ext cx="1262" cy="11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  <a:buFont typeface="Wingdings" panose="05000000000000000000" pitchFamily="2" charset="2"/>
                </a:pPr>
                <a:r>
                  <a:rPr lang="en-US" altLang="zh-CN" sz="2800" b="1" i="1">
                    <a:solidFill>
                      <a:srgbClr val="FF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F</a:t>
                </a:r>
              </a:p>
            </p:txBody>
          </p:sp>
        </p:grpSp>
      </p:grpSp>
      <p:pic>
        <p:nvPicPr>
          <p:cNvPr id="75" name="图片 7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5"/>
          <a:stretch>
            <a:fillRect/>
          </a:stretch>
        </p:blipFill>
        <p:spPr>
          <a:xfrm>
            <a:off x="734060" y="1533207"/>
            <a:ext cx="2578100" cy="15513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733425" y="3408997"/>
            <a:ext cx="2578735" cy="1353820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796925" y="5133657"/>
            <a:ext cx="2515235" cy="164655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7535C21-8524-340F-776F-B99F9B55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在实验中</a:t>
            </a:r>
            <a:r>
              <a:rPr lang="zh-CN" altLang="en-US" dirty="0"/>
              <a:t>，安培力的方向是怎样的？</a:t>
            </a:r>
            <a:endParaRPr lang="en-CN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54DD896-07DE-E167-CFE2-10B13B185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7" grpId="0"/>
      <p:bldP spid="147" grpId="0" animBg="1"/>
      <p:bldP spid="1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7CEDC-D126-CF5D-5B47-809E712B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左手定则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51054F-B965-76AA-57AB-274B4A7C13C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0710" y="1825625"/>
            <a:ext cx="369057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150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>
            <p:custDataLst>
              <p:tags r:id="rId1"/>
            </p:custDataLst>
          </p:nvPr>
        </p:nvGrpSpPr>
        <p:grpSpPr>
          <a:xfrm>
            <a:off x="2404745" y="2218690"/>
            <a:ext cx="2368550" cy="1582420"/>
            <a:chOff x="3787" y="3016"/>
            <a:chExt cx="3730" cy="2492"/>
          </a:xfrm>
        </p:grpSpPr>
        <p:grpSp>
          <p:nvGrpSpPr>
            <p:cNvPr id="28" name="Group 27"/>
            <p:cNvGrpSpPr/>
            <p:nvPr>
              <p:custDataLst>
                <p:tags r:id="rId85"/>
              </p:custDataLst>
            </p:nvPr>
          </p:nvGrpSpPr>
          <p:grpSpPr>
            <a:xfrm>
              <a:off x="3787" y="3746"/>
              <a:ext cx="3730" cy="1763"/>
              <a:chOff x="0" y="0"/>
              <a:chExt cx="1804" cy="816"/>
            </a:xfrm>
          </p:grpSpPr>
          <p:grpSp>
            <p:nvGrpSpPr>
              <p:cNvPr id="29" name="Group 28"/>
              <p:cNvGrpSpPr/>
              <p:nvPr>
                <p:custDataLst>
                  <p:tags r:id="rId95"/>
                </p:custDataLst>
              </p:nvPr>
            </p:nvGrpSpPr>
            <p:grpSpPr>
              <a:xfrm>
                <a:off x="0" y="0"/>
                <a:ext cx="1429" cy="816"/>
                <a:chOff x="0" y="0"/>
                <a:chExt cx="1429" cy="816"/>
              </a:xfrm>
            </p:grpSpPr>
            <p:sp>
              <p:nvSpPr>
                <p:cNvPr id="30" name="Line 29"/>
                <p:cNvSpPr>
                  <a:spLocks noChangeShapeType="1"/>
                </p:cNvSpPr>
                <p:nvPr>
                  <p:custDataLst>
                    <p:tags r:id="rId97"/>
                  </p:custDataLst>
                </p:nvPr>
              </p:nvSpPr>
              <p:spPr bwMode="auto">
                <a:xfrm>
                  <a:off x="0" y="544"/>
                  <a:ext cx="1429" cy="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bevel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>
                    <a:buFont typeface="Arial" panose="020B0604020202020204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Arial" panose="020B0604020202020204" pitchFamily="34" charset="0"/>
                    <a:sym typeface="Calibri" panose="020F0502020204030204" charset="0"/>
                  </a:endParaRPr>
                </a:p>
              </p:txBody>
            </p:sp>
            <p:sp>
              <p:nvSpPr>
                <p:cNvPr id="31" name="Line 30"/>
                <p:cNvSpPr>
                  <a:spLocks noChangeShapeType="1"/>
                </p:cNvSpPr>
                <p:nvPr>
                  <p:custDataLst>
                    <p:tags r:id="rId98"/>
                  </p:custDataLst>
                </p:nvPr>
              </p:nvSpPr>
              <p:spPr bwMode="auto">
                <a:xfrm>
                  <a:off x="0" y="0"/>
                  <a:ext cx="1429" cy="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bevel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>
                    <a:buFont typeface="Arial" panose="020B0604020202020204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Arial" panose="020B0604020202020204" pitchFamily="34" charset="0"/>
                    <a:sym typeface="Calibri" panose="020F0502020204030204" charset="0"/>
                  </a:endParaRPr>
                </a:p>
              </p:txBody>
            </p:sp>
            <p:sp>
              <p:nvSpPr>
                <p:cNvPr id="32" name="Line 31"/>
                <p:cNvSpPr>
                  <a:spLocks noChangeShapeType="1"/>
                </p:cNvSpPr>
                <p:nvPr>
                  <p:custDataLst>
                    <p:tags r:id="rId99"/>
                  </p:custDataLst>
                </p:nvPr>
              </p:nvSpPr>
              <p:spPr bwMode="auto">
                <a:xfrm>
                  <a:off x="0" y="272"/>
                  <a:ext cx="1429" cy="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bevel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>
                    <a:buFont typeface="Arial" panose="020B0604020202020204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Arial" panose="020B0604020202020204" pitchFamily="34" charset="0"/>
                    <a:sym typeface="Calibri" panose="020F0502020204030204" charset="0"/>
                  </a:endParaRPr>
                </a:p>
              </p:txBody>
            </p:sp>
            <p:sp>
              <p:nvSpPr>
                <p:cNvPr id="33" name="Line 32"/>
                <p:cNvSpPr>
                  <a:spLocks noChangeShapeType="1"/>
                </p:cNvSpPr>
                <p:nvPr>
                  <p:custDataLst>
                    <p:tags r:id="rId100"/>
                  </p:custDataLst>
                </p:nvPr>
              </p:nvSpPr>
              <p:spPr bwMode="auto">
                <a:xfrm>
                  <a:off x="0" y="816"/>
                  <a:ext cx="1429" cy="1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bevel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>
                    <a:buFont typeface="Arial" panose="020B0604020202020204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Arial" panose="020B0604020202020204" pitchFamily="34" charset="0"/>
                    <a:sym typeface="Calibri" panose="020F0502020204030204" charset="0"/>
                  </a:endParaRPr>
                </a:p>
              </p:txBody>
            </p:sp>
          </p:grpSp>
          <p:sp>
            <p:nvSpPr>
              <p:cNvPr id="34" name="Text Box 33"/>
              <p:cNvSpPr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1338" y="113"/>
                <a:ext cx="466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zh-CN" sz="2400" b="1" i="1">
                    <a:latin typeface="Times New Roman" panose="02020603050405020304" charset="0"/>
                    <a:ea typeface="华文行楷" panose="02010800040101010101" pitchFamily="2" charset="-122"/>
                    <a:sym typeface="Times New Roman" panose="02020603050405020304" charset="0"/>
                  </a:rPr>
                  <a:t>B</a:t>
                </a: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" name="组合 45"/>
            <p:cNvGrpSpPr/>
            <p:nvPr>
              <p:custDataLst>
                <p:tags r:id="rId86"/>
              </p:custDataLst>
            </p:nvPr>
          </p:nvGrpSpPr>
          <p:grpSpPr>
            <a:xfrm>
              <a:off x="4178" y="3016"/>
              <a:ext cx="1214" cy="2067"/>
              <a:chOff x="4250" y="2205"/>
              <a:chExt cx="1214" cy="2067"/>
            </a:xfrm>
          </p:grpSpPr>
          <p:grpSp>
            <p:nvGrpSpPr>
              <p:cNvPr id="23" name="Group 22"/>
              <p:cNvGrpSpPr/>
              <p:nvPr>
                <p:custDataLst>
                  <p:tags r:id="rId87"/>
                </p:custDataLst>
              </p:nvPr>
            </p:nvGrpSpPr>
            <p:grpSpPr>
              <a:xfrm>
                <a:off x="4250" y="3552"/>
                <a:ext cx="1215" cy="720"/>
                <a:chOff x="0" y="0"/>
                <a:chExt cx="486" cy="288"/>
              </a:xfrm>
            </p:grpSpPr>
            <p:sp>
              <p:nvSpPr>
                <p:cNvPr id="24" name="Oval 23"/>
                <p:cNvSpPr>
                  <a:spLocks noChangeArrowheads="1"/>
                </p:cNvSpPr>
                <p:nvPr>
                  <p:custDataLst>
                    <p:tags r:id="rId91"/>
                  </p:custDataLst>
                </p:nvPr>
              </p:nvSpPr>
              <p:spPr bwMode="auto">
                <a:xfrm>
                  <a:off x="349" y="82"/>
                  <a:ext cx="137" cy="137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beve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>
                    <a:buFont typeface="Arial" panose="020B0604020202020204" pitchFamily="34" charset="0"/>
                    <a:buNone/>
                  </a:pPr>
                  <a:endParaRPr lang="zh-CN" altLang="zh-CN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5" name="Group 24"/>
                <p:cNvGrpSpPr/>
                <p:nvPr>
                  <p:custDataLst>
                    <p:tags r:id="rId92"/>
                  </p:custDataLst>
                </p:nvPr>
              </p:nvGrpSpPr>
              <p:grpSpPr>
                <a:xfrm>
                  <a:off x="0" y="0"/>
                  <a:ext cx="434" cy="288"/>
                  <a:chOff x="0" y="0"/>
                  <a:chExt cx="434" cy="288"/>
                </a:xfrm>
              </p:grpSpPr>
              <p:sp>
                <p:nvSpPr>
                  <p:cNvPr id="26" name="Oval 25"/>
                  <p:cNvSpPr>
                    <a:spLocks noChangeArrowheads="1"/>
                  </p:cNvSpPr>
                  <p:nvPr>
                    <p:custDataLst>
                      <p:tags r:id="rId93"/>
                    </p:custDataLst>
                  </p:nvPr>
                </p:nvSpPr>
                <p:spPr bwMode="auto">
                  <a:xfrm>
                    <a:off x="400" y="131"/>
                    <a:ext cx="34" cy="34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>
                    <a:solidFill>
                      <a:srgbClr val="FF0000"/>
                    </a:solidFill>
                    <a:bevel/>
                  </a:ln>
                </p:spPr>
                <p:txBody>
                  <a:bodyPr wrap="none" anchor="ctr"/>
                  <a:lstStyle/>
                  <a:p>
                    <a:pPr>
                      <a:buFont typeface="Arial" panose="020B0604020202020204" pitchFamily="34" charset="0"/>
                      <a:buNone/>
                    </a:pPr>
                    <a:endParaRPr lang="zh-CN" altLang="zh-CN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" name="Text Box 26"/>
                  <p:cNvSpPr>
                    <a:spLocks noChangeArrowheads="1"/>
                  </p:cNvSpPr>
                  <p:nvPr>
                    <p:custDataLst>
                      <p:tags r:id="rId94"/>
                    </p:custDataLst>
                  </p:nvPr>
                </p:nvSpPr>
                <p:spPr bwMode="auto">
                  <a:xfrm>
                    <a:off x="0" y="0"/>
                    <a:ext cx="409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  <a:buFont typeface="Arial" panose="020B0604020202020204" pitchFamily="34" charset="0"/>
                      <a:buNone/>
                    </a:pPr>
                    <a:r>
                      <a:rPr lang="en-US" altLang="zh-CN" sz="2400" b="1" i="1">
                        <a:solidFill>
                          <a:srgbClr val="FF0000"/>
                        </a:solidFill>
                        <a:latin typeface="Times New Roman" panose="02020603050405020304" charset="0"/>
                        <a:ea typeface="华文行楷" panose="02010800040101010101" pitchFamily="2" charset="-122"/>
                        <a:sym typeface="Times New Roman" panose="02020603050405020304" charset="0"/>
                      </a:rPr>
                      <a:t>I</a:t>
                    </a:r>
                    <a:endParaRPr lang="zh-CN" altLang="en-US">
                      <a:latin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35" name="Group 34"/>
              <p:cNvGrpSpPr/>
              <p:nvPr>
                <p:custDataLst>
                  <p:tags r:id="rId88"/>
                </p:custDataLst>
              </p:nvPr>
            </p:nvGrpSpPr>
            <p:grpSpPr>
              <a:xfrm>
                <a:off x="4665" y="2205"/>
                <a:ext cx="625" cy="1552"/>
                <a:chOff x="0" y="0"/>
                <a:chExt cx="250" cy="621"/>
              </a:xfrm>
            </p:grpSpPr>
            <p:sp>
              <p:nvSpPr>
                <p:cNvPr id="36" name="Line 35"/>
                <p:cNvSpPr>
                  <a:spLocks noChangeShapeType="1"/>
                </p:cNvSpPr>
                <p:nvPr>
                  <p:custDataLst>
                    <p:tags r:id="rId89"/>
                  </p:custDataLst>
                </p:nvPr>
              </p:nvSpPr>
              <p:spPr bwMode="auto">
                <a:xfrm flipV="1">
                  <a:off x="250" y="122"/>
                  <a:ext cx="1" cy="499"/>
                </a:xfrm>
                <a:prstGeom prst="line">
                  <a:avLst/>
                </a:prstGeom>
                <a:noFill/>
                <a:ln w="25400">
                  <a:solidFill>
                    <a:srgbClr val="0000FF"/>
                  </a:solidFill>
                  <a:bevel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eaLnBrk="0" hangingPunct="0">
                    <a:buFont typeface="Arial" panose="020B0604020202020204" pitchFamily="34" charset="0"/>
                    <a:buNone/>
                  </a:pPr>
                  <a:endParaRPr lang="zh-CN" altLang="zh-CN">
                    <a:solidFill>
                      <a:srgbClr val="000000"/>
                    </a:solidFill>
                    <a:latin typeface="Arial" panose="020B0604020202020204" pitchFamily="34" charset="0"/>
                    <a:sym typeface="Calibri" panose="020F0502020204030204" charset="0"/>
                  </a:endParaRPr>
                </a:p>
              </p:txBody>
            </p:sp>
            <p:sp>
              <p:nvSpPr>
                <p:cNvPr id="37" name="Text Box 36"/>
                <p:cNvSpPr>
                  <a:spLocks noChangeArrowheads="1"/>
                </p:cNvSpPr>
                <p:nvPr>
                  <p:custDataLst>
                    <p:tags r:id="rId90"/>
                  </p:custDataLst>
                </p:nvPr>
              </p:nvSpPr>
              <p:spPr bwMode="auto">
                <a:xfrm>
                  <a:off x="0" y="0"/>
                  <a:ext cx="249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2400" b="1" i="1">
                      <a:solidFill>
                        <a:srgbClr val="0000FF"/>
                      </a:solidFill>
                      <a:latin typeface="Times New Roman" panose="02020603050405020304" charset="0"/>
                      <a:ea typeface="华文行楷" panose="02010800040101010101" pitchFamily="2" charset="-122"/>
                      <a:sym typeface="Times New Roman" panose="02020603050405020304" charset="0"/>
                    </a:rPr>
                    <a:t>F</a:t>
                  </a:r>
                  <a:endParaRPr lang="zh-CN" altLang="en-US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47" name="组合 46"/>
          <p:cNvGrpSpPr/>
          <p:nvPr>
            <p:custDataLst>
              <p:tags r:id="rId2"/>
            </p:custDataLst>
          </p:nvPr>
        </p:nvGrpSpPr>
        <p:grpSpPr>
          <a:xfrm>
            <a:off x="6713220" y="2324735"/>
            <a:ext cx="1564640" cy="1555750"/>
            <a:chOff x="9914" y="2451"/>
            <a:chExt cx="2464" cy="2450"/>
          </a:xfrm>
        </p:grpSpPr>
        <p:grpSp>
          <p:nvGrpSpPr>
            <p:cNvPr id="103" name="Group 107"/>
            <p:cNvGrpSpPr/>
            <p:nvPr>
              <p:custDataLst>
                <p:tags r:id="rId45"/>
              </p:custDataLst>
            </p:nvPr>
          </p:nvGrpSpPr>
          <p:grpSpPr>
            <a:xfrm>
              <a:off x="9914" y="2451"/>
              <a:ext cx="2465" cy="2450"/>
              <a:chOff x="0" y="0"/>
              <a:chExt cx="1600" cy="1600"/>
            </a:xfrm>
          </p:grpSpPr>
          <p:sp>
            <p:nvSpPr>
              <p:cNvPr id="104" name="Line 108"/>
              <p:cNvSpPr>
                <a:spLocks noChangeShapeType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0" y="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05" name="Line 109"/>
              <p:cNvSpPr>
                <a:spLocks noChangeShapeType="1"/>
              </p:cNvSpPr>
              <p:nvPr>
                <p:custDataLst>
                  <p:tags r:id="rId54"/>
                </p:custDataLst>
              </p:nvPr>
            </p:nvSpPr>
            <p:spPr bwMode="auto">
              <a:xfrm flipH="1">
                <a:off x="0" y="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06" name="Line 110"/>
              <p:cNvSpPr>
                <a:spLocks noChangeShapeType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0" y="48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07" name="Line 111"/>
              <p:cNvSpPr>
                <a:spLocks noChangeShapeType="1"/>
              </p:cNvSpPr>
              <p:nvPr>
                <p:custDataLst>
                  <p:tags r:id="rId56"/>
                </p:custDataLst>
              </p:nvPr>
            </p:nvSpPr>
            <p:spPr bwMode="auto">
              <a:xfrm flipH="1">
                <a:off x="0" y="48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08" name="Line 112"/>
              <p:cNvSpPr>
                <a:spLocks noChangeShapeType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0" y="96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09" name="Line 113"/>
              <p:cNvSpPr>
                <a:spLocks noChangeShapeType="1"/>
              </p:cNvSpPr>
              <p:nvPr>
                <p:custDataLst>
                  <p:tags r:id="rId58"/>
                </p:custDataLst>
              </p:nvPr>
            </p:nvSpPr>
            <p:spPr bwMode="auto">
              <a:xfrm flipH="1">
                <a:off x="0" y="96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0" name="Line 114"/>
              <p:cNvSpPr>
                <a:spLocks noChangeShapeType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0" y="144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1" name="Line 115"/>
              <p:cNvSpPr>
                <a:spLocks noChangeShapeType="1"/>
              </p:cNvSpPr>
              <p:nvPr>
                <p:custDataLst>
                  <p:tags r:id="rId60"/>
                </p:custDataLst>
              </p:nvPr>
            </p:nvSpPr>
            <p:spPr bwMode="auto">
              <a:xfrm flipH="1">
                <a:off x="0" y="144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2" name="Line 116"/>
              <p:cNvSpPr>
                <a:spLocks noChangeShapeType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480" y="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3" name="Line 117"/>
              <p:cNvSpPr>
                <a:spLocks noChangeShapeType="1"/>
              </p:cNvSpPr>
              <p:nvPr>
                <p:custDataLst>
                  <p:tags r:id="rId62"/>
                </p:custDataLst>
              </p:nvPr>
            </p:nvSpPr>
            <p:spPr bwMode="auto">
              <a:xfrm flipH="1">
                <a:off x="480" y="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4" name="Line 118"/>
              <p:cNvSpPr>
                <a:spLocks noChangeShapeType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480" y="48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5" name="Line 119"/>
              <p:cNvSpPr>
                <a:spLocks noChangeShapeType="1"/>
              </p:cNvSpPr>
              <p:nvPr>
                <p:custDataLst>
                  <p:tags r:id="rId64"/>
                </p:custDataLst>
              </p:nvPr>
            </p:nvSpPr>
            <p:spPr bwMode="auto">
              <a:xfrm flipH="1">
                <a:off x="480" y="48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6" name="Line 120"/>
              <p:cNvSpPr>
                <a:spLocks noChangeShapeType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480" y="96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7" name="Line 121"/>
              <p:cNvSpPr>
                <a:spLocks noChangeShapeType="1"/>
              </p:cNvSpPr>
              <p:nvPr>
                <p:custDataLst>
                  <p:tags r:id="rId66"/>
                </p:custDataLst>
              </p:nvPr>
            </p:nvSpPr>
            <p:spPr bwMode="auto">
              <a:xfrm flipH="1">
                <a:off x="480" y="96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8" name="Line 122"/>
              <p:cNvSpPr>
                <a:spLocks noChangeShapeType="1"/>
              </p:cNvSpPr>
              <p:nvPr>
                <p:custDataLst>
                  <p:tags r:id="rId67"/>
                </p:custDataLst>
              </p:nvPr>
            </p:nvSpPr>
            <p:spPr bwMode="auto">
              <a:xfrm>
                <a:off x="480" y="144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9" name="Line 123"/>
              <p:cNvSpPr>
                <a:spLocks noChangeShapeType="1"/>
              </p:cNvSpPr>
              <p:nvPr>
                <p:custDataLst>
                  <p:tags r:id="rId68"/>
                </p:custDataLst>
              </p:nvPr>
            </p:nvSpPr>
            <p:spPr bwMode="auto">
              <a:xfrm flipH="1">
                <a:off x="480" y="144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0" name="Line 124"/>
              <p:cNvSpPr>
                <a:spLocks noChangeShapeType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960" y="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1" name="Line 125"/>
              <p:cNvSpPr>
                <a:spLocks noChangeShapeType="1"/>
              </p:cNvSpPr>
              <p:nvPr>
                <p:custDataLst>
                  <p:tags r:id="rId70"/>
                </p:custDataLst>
              </p:nvPr>
            </p:nvSpPr>
            <p:spPr bwMode="auto">
              <a:xfrm flipH="1">
                <a:off x="960" y="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2" name="Line 126"/>
              <p:cNvSpPr>
                <a:spLocks noChangeShapeType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960" y="48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3" name="Line 127"/>
              <p:cNvSpPr>
                <a:spLocks noChangeShapeType="1"/>
              </p:cNvSpPr>
              <p:nvPr>
                <p:custDataLst>
                  <p:tags r:id="rId72"/>
                </p:custDataLst>
              </p:nvPr>
            </p:nvSpPr>
            <p:spPr bwMode="auto">
              <a:xfrm flipH="1">
                <a:off x="960" y="48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4" name="Line 128"/>
              <p:cNvSpPr>
                <a:spLocks noChangeShapeType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960" y="96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5" name="Line 129"/>
              <p:cNvSpPr>
                <a:spLocks noChangeShapeType="1"/>
              </p:cNvSpPr>
              <p:nvPr>
                <p:custDataLst>
                  <p:tags r:id="rId74"/>
                </p:custDataLst>
              </p:nvPr>
            </p:nvSpPr>
            <p:spPr bwMode="auto">
              <a:xfrm flipH="1">
                <a:off x="960" y="96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6" name="Line 130"/>
              <p:cNvSpPr>
                <a:spLocks noChangeShapeType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960" y="144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7" name="Line 131"/>
              <p:cNvSpPr>
                <a:spLocks noChangeShapeType="1"/>
              </p:cNvSpPr>
              <p:nvPr>
                <p:custDataLst>
                  <p:tags r:id="rId76"/>
                </p:custDataLst>
              </p:nvPr>
            </p:nvSpPr>
            <p:spPr bwMode="auto">
              <a:xfrm flipH="1">
                <a:off x="960" y="144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8" name="Line 132"/>
              <p:cNvSpPr>
                <a:spLocks noChangeShapeType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1440" y="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9" name="Line 133"/>
              <p:cNvSpPr>
                <a:spLocks noChangeShapeType="1"/>
              </p:cNvSpPr>
              <p:nvPr>
                <p:custDataLst>
                  <p:tags r:id="rId78"/>
                </p:custDataLst>
              </p:nvPr>
            </p:nvSpPr>
            <p:spPr bwMode="auto">
              <a:xfrm flipH="1">
                <a:off x="1440" y="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30" name="Line 134"/>
              <p:cNvSpPr>
                <a:spLocks noChangeShapeType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1440" y="48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31" name="Line 135"/>
              <p:cNvSpPr>
                <a:spLocks noChangeShapeType="1"/>
              </p:cNvSpPr>
              <p:nvPr>
                <p:custDataLst>
                  <p:tags r:id="rId80"/>
                </p:custDataLst>
              </p:nvPr>
            </p:nvSpPr>
            <p:spPr bwMode="auto">
              <a:xfrm flipH="1">
                <a:off x="1440" y="48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32" name="Line 136"/>
              <p:cNvSpPr>
                <a:spLocks noChangeShapeType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1440" y="96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33" name="Line 137"/>
              <p:cNvSpPr>
                <a:spLocks noChangeShapeType="1"/>
              </p:cNvSpPr>
              <p:nvPr>
                <p:custDataLst>
                  <p:tags r:id="rId82"/>
                </p:custDataLst>
              </p:nvPr>
            </p:nvSpPr>
            <p:spPr bwMode="auto">
              <a:xfrm flipH="1">
                <a:off x="1440" y="96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34" name="Line 138"/>
              <p:cNvSpPr>
                <a:spLocks noChangeShapeType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1440" y="144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35" name="Line 139"/>
              <p:cNvSpPr>
                <a:spLocks noChangeShapeType="1"/>
              </p:cNvSpPr>
              <p:nvPr>
                <p:custDataLst>
                  <p:tags r:id="rId84"/>
                </p:custDataLst>
              </p:nvPr>
            </p:nvSpPr>
            <p:spPr bwMode="auto">
              <a:xfrm flipH="1">
                <a:off x="1440" y="1440"/>
                <a:ext cx="160" cy="16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</p:grpSp>
        <p:sp>
          <p:nvSpPr>
            <p:cNvPr id="173" name="Rectangle 177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1019" y="2829"/>
              <a:ext cx="185" cy="1927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zh-CN">
                <a:latin typeface="Arial" panose="020B0604020202020204" pitchFamily="34" charset="0"/>
              </a:endParaRPr>
            </a:p>
          </p:txBody>
        </p:sp>
        <p:sp>
          <p:nvSpPr>
            <p:cNvPr id="174" name="Line 178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flipV="1">
              <a:off x="11096" y="3059"/>
              <a:ext cx="5" cy="130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bevel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grpSp>
          <p:nvGrpSpPr>
            <p:cNvPr id="179" name="Group 183"/>
            <p:cNvGrpSpPr/>
            <p:nvPr>
              <p:custDataLst>
                <p:tags r:id="rId48"/>
              </p:custDataLst>
            </p:nvPr>
          </p:nvGrpSpPr>
          <p:grpSpPr>
            <a:xfrm>
              <a:off x="10021" y="3029"/>
              <a:ext cx="975" cy="720"/>
              <a:chOff x="0" y="0"/>
              <a:chExt cx="389" cy="288"/>
            </a:xfrm>
          </p:grpSpPr>
          <p:sp>
            <p:nvSpPr>
              <p:cNvPr id="180" name="Line 184"/>
              <p:cNvSpPr>
                <a:spLocks noChangeShapeType="1"/>
              </p:cNvSpPr>
              <p:nvPr>
                <p:custDataLst>
                  <p:tags r:id="rId51"/>
                </p:custDataLst>
              </p:nvPr>
            </p:nvSpPr>
            <p:spPr bwMode="auto">
              <a:xfrm flipH="1">
                <a:off x="0" y="263"/>
                <a:ext cx="389" cy="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81" name="Text Box 185"/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21" y="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i="1">
                    <a:solidFill>
                      <a:srgbClr val="0000FF"/>
                    </a:solidFill>
                    <a:latin typeface="Times New Roman" panose="02020603050405020304" charset="0"/>
                    <a:ea typeface="华文行楷" panose="02010800040101010101" pitchFamily="2" charset="-122"/>
                    <a:sym typeface="Times New Roman" panose="02020603050405020304" charset="0"/>
                  </a:rPr>
                  <a:t>F</a:t>
                </a: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Text Box 190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1164" y="3299"/>
              <a:ext cx="622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I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89" name="Text Box 193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10094" y="2489"/>
              <a:ext cx="610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i="1"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B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45" name="组合 44"/>
          <p:cNvGrpSpPr/>
          <p:nvPr>
            <p:custDataLst>
              <p:tags r:id="rId3"/>
            </p:custDataLst>
          </p:nvPr>
        </p:nvGrpSpPr>
        <p:grpSpPr>
          <a:xfrm>
            <a:off x="6784340" y="4468495"/>
            <a:ext cx="1443990" cy="1642110"/>
            <a:chOff x="10256" y="5987"/>
            <a:chExt cx="2274" cy="2586"/>
          </a:xfrm>
        </p:grpSpPr>
        <p:grpSp>
          <p:nvGrpSpPr>
            <p:cNvPr id="3" name="Group 2"/>
            <p:cNvGrpSpPr/>
            <p:nvPr>
              <p:custDataLst>
                <p:tags r:id="rId19"/>
              </p:custDataLst>
            </p:nvPr>
          </p:nvGrpSpPr>
          <p:grpSpPr>
            <a:xfrm>
              <a:off x="10256" y="6039"/>
              <a:ext cx="2275" cy="2535"/>
              <a:chOff x="0" y="0"/>
              <a:chExt cx="910" cy="1014"/>
            </a:xfrm>
          </p:grpSpPr>
          <p:sp>
            <p:nvSpPr>
              <p:cNvPr id="4" name="Oval 3"/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0" y="0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5" name="Oval 4"/>
              <p:cNvSpPr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0" y="313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6" name="Oval 5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7" y="618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7" name="Oval 6"/>
              <p:cNvSpPr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4" y="944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8" name="Oval 7"/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277" y="0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9" name="Oval 8"/>
              <p:cNvSpPr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277" y="313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0" name="Oval 9"/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284" y="618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1" name="Oval 10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291" y="944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Oval 11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555" y="0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3" name="Oval 12"/>
              <p:cNvSpPr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555" y="313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4" name="Oval 13"/>
              <p:cNvSpPr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562" y="618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5" name="Oval 14"/>
              <p:cNvSpPr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569" y="944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6" name="Oval 15"/>
              <p:cNvSpPr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833" y="7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7" name="Oval 16"/>
              <p:cNvSpPr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833" y="320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8" name="Oval 17"/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840" y="625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19" name="Oval 18"/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847" y="951"/>
                <a:ext cx="63" cy="6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bevel/>
              </a:ln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75" name="Rectangle 179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 rot="2700000">
              <a:off x="11156" y="6304"/>
              <a:ext cx="188" cy="156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zh-CN">
                <a:latin typeface="Arial" panose="020B0604020202020204" pitchFamily="34" charset="0"/>
              </a:endParaRPr>
            </a:p>
          </p:txBody>
        </p:sp>
        <p:sp>
          <p:nvSpPr>
            <p:cNvPr id="176" name="Line 180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rot="2700000" flipV="1">
              <a:off x="11246" y="6462"/>
              <a:ext cx="10" cy="125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bevel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177" name="Line 181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10774" y="7702"/>
              <a:ext cx="1527" cy="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dash"/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178" name="Text Box 182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1046" y="7177"/>
              <a:ext cx="810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>
                <a:buFont typeface="Arial" panose="020B0604020202020204" pitchFamily="34" charset="0"/>
                <a:buNone/>
              </a:pPr>
              <a:r>
                <a:rPr lang="en-US" altLang="zh-CN" b="1">
                  <a:latin typeface="Times New Roman" panose="02020603050405020304" charset="0"/>
                  <a:sym typeface="Times New Roman" panose="02020603050405020304" charset="0"/>
                </a:rPr>
                <a:t>30°</a:t>
              </a:r>
              <a:endParaRPr lang="en-US" altLang="zh-CN" b="1">
                <a:latin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grpSp>
          <p:nvGrpSpPr>
            <p:cNvPr id="182" name="Group 186"/>
            <p:cNvGrpSpPr/>
            <p:nvPr>
              <p:custDataLst>
                <p:tags r:id="rId24"/>
              </p:custDataLst>
            </p:nvPr>
          </p:nvGrpSpPr>
          <p:grpSpPr>
            <a:xfrm>
              <a:off x="11349" y="7072"/>
              <a:ext cx="1030" cy="885"/>
              <a:chOff x="0" y="0"/>
              <a:chExt cx="412" cy="354"/>
            </a:xfrm>
          </p:grpSpPr>
          <p:sp>
            <p:nvSpPr>
              <p:cNvPr id="183" name="Line 187"/>
              <p:cNvSpPr>
                <a:spLocks noChangeShapeType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0" y="35"/>
                <a:ext cx="331" cy="319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84" name="Text Box 188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63" y="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i="1">
                    <a:solidFill>
                      <a:srgbClr val="0000FF"/>
                    </a:solidFill>
                    <a:latin typeface="Times New Roman" panose="02020603050405020304" charset="0"/>
                    <a:ea typeface="华文行楷" panose="02010800040101010101" pitchFamily="2" charset="-122"/>
                    <a:sym typeface="Times New Roman" panose="02020603050405020304" charset="0"/>
                  </a:rPr>
                  <a:t>F</a:t>
                </a: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5" name="Text Box 189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1064" y="6099"/>
              <a:ext cx="622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I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90" name="Text Box 194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0329" y="5987"/>
              <a:ext cx="610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i="1"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B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4"/>
            </p:custDataLst>
          </p:nvPr>
        </p:nvGrpSpPr>
        <p:grpSpPr>
          <a:xfrm>
            <a:off x="2174875" y="4229100"/>
            <a:ext cx="2241550" cy="2040890"/>
            <a:chOff x="3425" y="5493"/>
            <a:chExt cx="3530" cy="3214"/>
          </a:xfrm>
        </p:grpSpPr>
        <p:grpSp>
          <p:nvGrpSpPr>
            <p:cNvPr id="20" name="Group 19"/>
            <p:cNvGrpSpPr/>
            <p:nvPr>
              <p:custDataLst>
                <p:tags r:id="rId6"/>
              </p:custDataLst>
            </p:nvPr>
          </p:nvGrpSpPr>
          <p:grpSpPr>
            <a:xfrm>
              <a:off x="5580" y="6095"/>
              <a:ext cx="980" cy="1078"/>
              <a:chOff x="0" y="0"/>
              <a:chExt cx="393" cy="431"/>
            </a:xfrm>
          </p:grpSpPr>
          <p:sp>
            <p:nvSpPr>
              <p:cNvPr id="21" name="Line 20"/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 rot="-3518835">
                <a:off x="-197" y="232"/>
                <a:ext cx="393" cy="1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22" name="Text Box 21"/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73" y="0"/>
                <a:ext cx="32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i="1">
                    <a:solidFill>
                      <a:srgbClr val="0000FF"/>
                    </a:solidFill>
                    <a:latin typeface="Times New Roman" panose="02020603050405020304" charset="0"/>
                    <a:ea typeface="华文行楷" panose="02010800040101010101" pitchFamily="2" charset="-122"/>
                    <a:sym typeface="Times New Roman" panose="02020603050405020304" charset="0"/>
                  </a:rPr>
                  <a:t>F</a:t>
                </a: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" name="Text Box 42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300" y="6403"/>
              <a:ext cx="765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I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grpSp>
          <p:nvGrpSpPr>
            <p:cNvPr id="92" name="Group 96"/>
            <p:cNvGrpSpPr/>
            <p:nvPr>
              <p:custDataLst>
                <p:tags r:id="rId8"/>
              </p:custDataLst>
            </p:nvPr>
          </p:nvGrpSpPr>
          <p:grpSpPr>
            <a:xfrm>
              <a:off x="3425" y="5493"/>
              <a:ext cx="3530" cy="3215"/>
              <a:chOff x="0" y="0"/>
              <a:chExt cx="1724" cy="1564"/>
            </a:xfrm>
          </p:grpSpPr>
          <p:sp>
            <p:nvSpPr>
              <p:cNvPr id="93" name="Line 97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 flipH="1" flipV="1">
                <a:off x="427" y="76"/>
                <a:ext cx="1297" cy="7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94" name="Text Box 98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77" y="0"/>
                <a:ext cx="292" cy="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>
                    <a:latin typeface="Times New Roman" panose="02020603050405020304" charset="0"/>
                    <a:ea typeface="华文行楷" panose="02010800040101010101" pitchFamily="2" charset="-122"/>
                    <a:sym typeface="Times New Roman" panose="02020603050405020304" charset="0"/>
                  </a:rPr>
                  <a:t>B</a:t>
                </a:r>
                <a:endParaRPr lang="zh-CN" altLang="en-US">
                  <a:latin typeface="Arial" panose="020B0604020202020204" pitchFamily="34" charset="0"/>
                </a:endParaRPr>
              </a:p>
            </p:txBody>
          </p:sp>
          <p:sp>
            <p:nvSpPr>
              <p:cNvPr id="95" name="Line 99"/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 flipH="1" flipV="1">
                <a:off x="0" y="829"/>
                <a:ext cx="1297" cy="7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96" name="Line 100"/>
              <p:cNvSpPr>
                <a:spLocks noChangeShapeType="1"/>
              </p:cNvSpPr>
              <p:nvPr>
                <p:custDataLst>
                  <p:tags r:id="rId15"/>
                </p:custDataLst>
              </p:nvPr>
            </p:nvSpPr>
            <p:spPr bwMode="auto">
              <a:xfrm flipH="1" flipV="1">
                <a:off x="288" y="330"/>
                <a:ext cx="1297" cy="7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97" name="Line 101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 flipH="1" flipV="1">
                <a:off x="127" y="562"/>
                <a:ext cx="1297" cy="73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</p:grpSp>
        <p:sp>
          <p:nvSpPr>
            <p:cNvPr id="191" name="Oval 2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055" y="7080"/>
              <a:ext cx="343" cy="34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buFont typeface="Arial" panose="020B0604020202020204" pitchFamily="34" charset="0"/>
                <a:buNone/>
              </a:pPr>
              <a:endParaRPr lang="zh-CN" altLang="zh-CN">
                <a:latin typeface="Arial" panose="020B0604020202020204" pitchFamily="34" charset="0"/>
              </a:endParaRPr>
            </a:p>
          </p:txBody>
        </p:sp>
        <p:sp>
          <p:nvSpPr>
            <p:cNvPr id="192" name="Line 4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5115" y="7113"/>
              <a:ext cx="200" cy="27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193" name="Line 40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5100" y="7148"/>
              <a:ext cx="253" cy="18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</p:grpSp>
      <p:sp>
        <p:nvSpPr>
          <p:cNvPr id="39" name="文本框 38"/>
          <p:cNvSpPr txBox="1"/>
          <p:nvPr>
            <p:custDataLst>
              <p:tags r:id="rId5"/>
            </p:custDataLst>
          </p:nvPr>
        </p:nvSpPr>
        <p:spPr>
          <a:xfrm>
            <a:off x="0" y="6727825"/>
            <a:ext cx="12181840" cy="1301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14FFDDDA-0609-B505-101A-21AC0DB2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第一次使用</a:t>
            </a:r>
            <a:r>
              <a:rPr lang="zh-CN" altLang="en-US" dirty="0"/>
              <a:t>，我告诉你</a:t>
            </a:r>
            <a:r>
              <a:rPr lang="en-US" altLang="zh-CN" dirty="0"/>
              <a:t>3</a:t>
            </a:r>
            <a:r>
              <a:rPr lang="zh-CN" altLang="en-US" dirty="0"/>
              <a:t>个物理量，</a:t>
            </a:r>
            <a:r>
              <a:rPr lang="en-CN" dirty="0"/>
              <a:t>左手应该如何摆放</a:t>
            </a:r>
            <a:r>
              <a:rPr lang="zh-CN" altLang="en-US" dirty="0"/>
              <a:t>（下次可就只告诉</a:t>
            </a:r>
            <a:r>
              <a:rPr lang="en-US" altLang="zh-CN" dirty="0"/>
              <a:t>2</a:t>
            </a:r>
            <a:r>
              <a:rPr lang="zh-CN" altLang="en-US" dirty="0"/>
              <a:t>个了）</a:t>
            </a:r>
            <a:endParaRPr lang="en-CN" dirty="0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7E4A7ADC-68B3-47B0-9BCF-ECED18139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</p:cSld>
  <p:clrMapOvr>
    <a:masterClrMapping/>
  </p:clrMapOvr>
  <p:transition spd="slow"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9"/>
          <a:stretch>
            <a:fillRect/>
          </a:stretch>
        </p:blipFill>
        <p:spPr>
          <a:xfrm>
            <a:off x="1409700" y="1050925"/>
            <a:ext cx="2644140" cy="1925320"/>
          </a:xfrm>
          <a:prstGeom prst="rect">
            <a:avLst/>
          </a:prstGeom>
        </p:spPr>
      </p:pic>
      <p:grpSp>
        <p:nvGrpSpPr>
          <p:cNvPr id="28" name="Group 27"/>
          <p:cNvGrpSpPr/>
          <p:nvPr>
            <p:custDataLst>
              <p:tags r:id="rId2"/>
            </p:custDataLst>
          </p:nvPr>
        </p:nvGrpSpPr>
        <p:grpSpPr>
          <a:xfrm rot="16200000">
            <a:off x="1781411" y="3677790"/>
            <a:ext cx="1876196" cy="1743245"/>
            <a:chOff x="0" y="-455"/>
            <a:chExt cx="1429" cy="1271"/>
          </a:xfrm>
        </p:grpSpPr>
        <p:grpSp>
          <p:nvGrpSpPr>
            <p:cNvPr id="29" name="Group 28"/>
            <p:cNvGrpSpPr/>
            <p:nvPr>
              <p:custDataLst>
                <p:tags r:id="rId52"/>
              </p:custDataLst>
            </p:nvPr>
          </p:nvGrpSpPr>
          <p:grpSpPr>
            <a:xfrm>
              <a:off x="0" y="0"/>
              <a:ext cx="1429" cy="816"/>
              <a:chOff x="0" y="0"/>
              <a:chExt cx="1429" cy="816"/>
            </a:xfrm>
          </p:grpSpPr>
          <p:sp>
            <p:nvSpPr>
              <p:cNvPr id="30" name="Line 29"/>
              <p:cNvSpPr>
                <a:spLocks noChangeShapeType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0" y="544"/>
                <a:ext cx="142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31" name="Line 30"/>
              <p:cNvSpPr>
                <a:spLocks noChangeShapeType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0" y="0"/>
                <a:ext cx="142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32" name="Line 31"/>
              <p:cNvSpPr>
                <a:spLocks noChangeShapeType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0" y="272"/>
                <a:ext cx="142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33" name="Line 32"/>
              <p:cNvSpPr>
                <a:spLocks noChangeShapeType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0" y="816"/>
                <a:ext cx="142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</p:grpSp>
        <p:sp>
          <p:nvSpPr>
            <p:cNvPr id="34" name="Text Box 33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 rot="5220000">
              <a:off x="1020" y="-406"/>
              <a:ext cx="44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i="1"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B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>
            <p:custDataLst>
              <p:tags r:id="rId3"/>
            </p:custDataLst>
          </p:nvPr>
        </p:nvGrpSpPr>
        <p:grpSpPr>
          <a:xfrm>
            <a:off x="3163936" y="3992245"/>
            <a:ext cx="792163" cy="457200"/>
            <a:chOff x="1" y="84"/>
            <a:chExt cx="499" cy="288"/>
          </a:xfrm>
        </p:grpSpPr>
        <p:sp>
          <p:nvSpPr>
            <p:cNvPr id="36" name="Line 35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rot="5400000" flipV="1">
              <a:off x="250" y="122"/>
              <a:ext cx="1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37" name="Text Box 36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126" y="84"/>
              <a:ext cx="2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F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4"/>
            </p:custDataLst>
          </p:nvPr>
        </p:nvGrpSpPr>
        <p:grpSpPr>
          <a:xfrm>
            <a:off x="2407016" y="4292600"/>
            <a:ext cx="849264" cy="514667"/>
            <a:chOff x="8504" y="2895"/>
            <a:chExt cx="1337" cy="810"/>
          </a:xfrm>
        </p:grpSpPr>
        <p:grpSp>
          <p:nvGrpSpPr>
            <p:cNvPr id="23" name="Group 22"/>
            <p:cNvGrpSpPr/>
            <p:nvPr>
              <p:custDataLst>
                <p:tags r:id="rId46"/>
              </p:custDataLst>
            </p:nvPr>
          </p:nvGrpSpPr>
          <p:grpSpPr>
            <a:xfrm>
              <a:off x="8504" y="2985"/>
              <a:ext cx="1198" cy="720"/>
              <a:chOff x="7" y="82"/>
              <a:chExt cx="479" cy="288"/>
            </a:xfrm>
          </p:grpSpPr>
          <p:sp>
            <p:nvSpPr>
              <p:cNvPr id="24" name="Oval 23"/>
              <p:cNvSpPr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349" y="82"/>
                <a:ext cx="137" cy="137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27" name="Text Box 26"/>
              <p:cNvSpPr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7" y="82"/>
                <a:ext cx="40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charset="0"/>
                    <a:ea typeface="华文行楷" panose="02010800040101010101" pitchFamily="2" charset="-122"/>
                    <a:sym typeface="Times New Roman" panose="02020603050405020304" charset="0"/>
                  </a:rPr>
                  <a:t>I</a:t>
                </a: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" name="文本框 3"/>
            <p:cNvSpPr txBox="1"/>
            <p:nvPr>
              <p:custDataLst>
                <p:tags r:id="rId47"/>
              </p:custDataLst>
            </p:nvPr>
          </p:nvSpPr>
          <p:spPr>
            <a:xfrm>
              <a:off x="9191" y="2895"/>
              <a:ext cx="650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</a:rPr>
                <a:t>×</a:t>
              </a:r>
            </a:p>
          </p:txBody>
        </p:sp>
      </p:grp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4679950" y="1050925"/>
            <a:ext cx="2703195" cy="2049145"/>
          </a:xfrm>
          <a:prstGeom prst="rect">
            <a:avLst/>
          </a:prstGeom>
        </p:spPr>
      </p:pic>
      <p:grpSp>
        <p:nvGrpSpPr>
          <p:cNvPr id="8" name="Group 27"/>
          <p:cNvGrpSpPr/>
          <p:nvPr>
            <p:custDataLst>
              <p:tags r:id="rId6"/>
            </p:custDataLst>
          </p:nvPr>
        </p:nvGrpSpPr>
        <p:grpSpPr>
          <a:xfrm rot="17580000">
            <a:off x="4908151" y="3493640"/>
            <a:ext cx="1876196" cy="1743245"/>
            <a:chOff x="0" y="-455"/>
            <a:chExt cx="1429" cy="1271"/>
          </a:xfrm>
        </p:grpSpPr>
        <p:grpSp>
          <p:nvGrpSpPr>
            <p:cNvPr id="9" name="Group 28"/>
            <p:cNvGrpSpPr/>
            <p:nvPr>
              <p:custDataLst>
                <p:tags r:id="rId40"/>
              </p:custDataLst>
            </p:nvPr>
          </p:nvGrpSpPr>
          <p:grpSpPr>
            <a:xfrm>
              <a:off x="0" y="0"/>
              <a:ext cx="1429" cy="816"/>
              <a:chOff x="0" y="0"/>
              <a:chExt cx="1429" cy="816"/>
            </a:xfrm>
          </p:grpSpPr>
          <p:sp>
            <p:nvSpPr>
              <p:cNvPr id="10" name="Line 29"/>
              <p:cNvSpPr>
                <a:spLocks noChangeShapeType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0" y="544"/>
                <a:ext cx="142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1" name="Line 30"/>
              <p:cNvSpPr>
                <a:spLocks noChangeShapeType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0" y="0"/>
                <a:ext cx="142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2" name="Line 31"/>
              <p:cNvSpPr>
                <a:spLocks noChangeShapeType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0" y="272"/>
                <a:ext cx="142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13" name="Line 32"/>
              <p:cNvSpPr>
                <a:spLocks noChangeShapeType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0" y="816"/>
                <a:ext cx="142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bevel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</p:grpSp>
        <p:sp>
          <p:nvSpPr>
            <p:cNvPr id="14" name="Text Box 33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 rot="5220000">
              <a:off x="1020" y="-406"/>
              <a:ext cx="446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400" b="1" i="1"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B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Group 34"/>
          <p:cNvGrpSpPr/>
          <p:nvPr>
            <p:custDataLst>
              <p:tags r:id="rId7"/>
            </p:custDataLst>
          </p:nvPr>
        </p:nvGrpSpPr>
        <p:grpSpPr>
          <a:xfrm rot="1260000">
            <a:off x="6321791" y="4173220"/>
            <a:ext cx="792163" cy="457200"/>
            <a:chOff x="1" y="84"/>
            <a:chExt cx="499" cy="288"/>
          </a:xfrm>
        </p:grpSpPr>
        <p:sp>
          <p:nvSpPr>
            <p:cNvPr id="47" name="Line 35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rot="5400000" flipV="1">
              <a:off x="250" y="122"/>
              <a:ext cx="1" cy="4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48" name="Text Box 36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26" y="84"/>
              <a:ext cx="2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F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8"/>
            </p:custDataLst>
          </p:nvPr>
        </p:nvGrpSpPr>
        <p:grpSpPr>
          <a:xfrm>
            <a:off x="5619572" y="4288772"/>
            <a:ext cx="725348" cy="760881"/>
            <a:chOff x="8699" y="2850"/>
            <a:chExt cx="1142" cy="1198"/>
          </a:xfrm>
        </p:grpSpPr>
        <p:grpSp>
          <p:nvGrpSpPr>
            <p:cNvPr id="50" name="Group 22"/>
            <p:cNvGrpSpPr/>
            <p:nvPr>
              <p:custDataLst>
                <p:tags r:id="rId34"/>
              </p:custDataLst>
            </p:nvPr>
          </p:nvGrpSpPr>
          <p:grpSpPr>
            <a:xfrm>
              <a:off x="8699" y="2985"/>
              <a:ext cx="1023" cy="1063"/>
              <a:chOff x="85" y="82"/>
              <a:chExt cx="409" cy="425"/>
            </a:xfrm>
          </p:grpSpPr>
          <p:sp>
            <p:nvSpPr>
              <p:cNvPr id="51" name="Oval 23"/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349" y="82"/>
                <a:ext cx="137" cy="137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Text Box 26"/>
              <p:cNvSpPr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85" y="219"/>
                <a:ext cx="40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  <a:buFont typeface="Arial" panose="020B0604020202020204" pitchFamily="34" charset="0"/>
                  <a:buNone/>
                </a:pPr>
                <a:r>
                  <a:rPr lang="en-US" altLang="zh-CN" sz="2400" b="1" i="1">
                    <a:solidFill>
                      <a:srgbClr val="FF0000"/>
                    </a:solidFill>
                    <a:latin typeface="Times New Roman" panose="02020603050405020304" charset="0"/>
                    <a:ea typeface="华文行楷" panose="02010800040101010101" pitchFamily="2" charset="-122"/>
                    <a:sym typeface="Times New Roman" panose="02020603050405020304" charset="0"/>
                  </a:rPr>
                  <a:t>I</a:t>
                </a: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3" name="文本框 52"/>
            <p:cNvSpPr txBox="1"/>
            <p:nvPr>
              <p:custDataLst>
                <p:tags r:id="rId35"/>
              </p:custDataLst>
            </p:nvPr>
          </p:nvSpPr>
          <p:spPr>
            <a:xfrm>
              <a:off x="9191" y="2850"/>
              <a:ext cx="650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</a:rPr>
                <a:t>×</a:t>
              </a:r>
            </a:p>
          </p:txBody>
        </p:sp>
      </p:grpSp>
      <p:pic>
        <p:nvPicPr>
          <p:cNvPr id="54" name="图片 5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1"/>
          <a:stretch>
            <a:fillRect/>
          </a:stretch>
        </p:blipFill>
        <p:spPr>
          <a:xfrm>
            <a:off x="8173085" y="843280"/>
            <a:ext cx="3062605" cy="2074545"/>
          </a:xfrm>
          <a:prstGeom prst="rect">
            <a:avLst/>
          </a:prstGeom>
        </p:spPr>
      </p:pic>
      <p:grpSp>
        <p:nvGrpSpPr>
          <p:cNvPr id="72" name="Group 76"/>
          <p:cNvGrpSpPr/>
          <p:nvPr>
            <p:custDataLst>
              <p:tags r:id="rId10"/>
            </p:custDataLst>
          </p:nvPr>
        </p:nvGrpSpPr>
        <p:grpSpPr>
          <a:xfrm rot="1740000">
            <a:off x="8582025" y="3427730"/>
            <a:ext cx="2736850" cy="2183130"/>
            <a:chOff x="0" y="0"/>
            <a:chExt cx="1724" cy="1564"/>
          </a:xfrm>
        </p:grpSpPr>
        <p:sp>
          <p:nvSpPr>
            <p:cNvPr id="73" name="Line 77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H="1" flipV="1">
              <a:off x="427" y="76"/>
              <a:ext cx="1297" cy="7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74" name="Text Box 78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77" y="0"/>
              <a:ext cx="29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i="1"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B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75" name="Line 79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H="1" flipV="1">
              <a:off x="0" y="829"/>
              <a:ext cx="1297" cy="7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76" name="Line 80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H="1" flipV="1">
              <a:off x="288" y="330"/>
              <a:ext cx="1297" cy="7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77" name="Line 81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H="1" flipV="1">
              <a:off x="127" y="562"/>
              <a:ext cx="1297" cy="7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</p:grpSp>
      <p:grpSp>
        <p:nvGrpSpPr>
          <p:cNvPr id="78" name="Group 82"/>
          <p:cNvGrpSpPr/>
          <p:nvPr>
            <p:custDataLst>
              <p:tags r:id="rId11"/>
            </p:custDataLst>
          </p:nvPr>
        </p:nvGrpSpPr>
        <p:grpSpPr>
          <a:xfrm>
            <a:off x="9320578" y="4141470"/>
            <a:ext cx="576263" cy="488950"/>
            <a:chOff x="0" y="0"/>
            <a:chExt cx="338" cy="308"/>
          </a:xfrm>
        </p:grpSpPr>
        <p:grpSp>
          <p:nvGrpSpPr>
            <p:cNvPr id="79" name="Group 83"/>
            <p:cNvGrpSpPr/>
            <p:nvPr>
              <p:custDataLst>
                <p:tags r:id="rId24"/>
              </p:custDataLst>
            </p:nvPr>
          </p:nvGrpSpPr>
          <p:grpSpPr>
            <a:xfrm>
              <a:off x="224" y="194"/>
              <a:ext cx="114" cy="114"/>
              <a:chOff x="0" y="0"/>
              <a:chExt cx="114" cy="114"/>
            </a:xfrm>
          </p:grpSpPr>
          <p:sp>
            <p:nvSpPr>
              <p:cNvPr id="80" name="Oval 84"/>
              <p:cNvSpPr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0" y="0"/>
                <a:ext cx="114" cy="11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81" name="Line 85"/>
              <p:cNvSpPr>
                <a:spLocks noChangeShapeType="1"/>
              </p:cNvSpPr>
              <p:nvPr>
                <p:custDataLst>
                  <p:tags r:id="rId27"/>
                </p:custDataLst>
              </p:nvPr>
            </p:nvSpPr>
            <p:spPr bwMode="auto">
              <a:xfrm flipH="1">
                <a:off x="23" y="23"/>
                <a:ext cx="68" cy="6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82" name="Line 86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3" y="23"/>
                <a:ext cx="68" cy="68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</p:grpSp>
        <p:sp>
          <p:nvSpPr>
            <p:cNvPr id="83" name="Text Box 87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0" y="0"/>
              <a:ext cx="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I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84" name="Group 88"/>
          <p:cNvGrpSpPr/>
          <p:nvPr>
            <p:custDataLst>
              <p:tags r:id="rId12"/>
            </p:custDataLst>
          </p:nvPr>
        </p:nvGrpSpPr>
        <p:grpSpPr>
          <a:xfrm rot="1800000">
            <a:off x="10035906" y="3668395"/>
            <a:ext cx="1060450" cy="1116012"/>
            <a:chOff x="0" y="0"/>
            <a:chExt cx="668" cy="703"/>
          </a:xfrm>
        </p:grpSpPr>
        <p:sp>
          <p:nvSpPr>
            <p:cNvPr id="85" name="Line 89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V="1">
              <a:off x="0" y="109"/>
              <a:ext cx="366" cy="59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  <a:sym typeface="Calibri" panose="020F0502020204030204" charset="0"/>
              </a:endParaRPr>
            </a:p>
          </p:txBody>
        </p:sp>
        <p:sp>
          <p:nvSpPr>
            <p:cNvPr id="86" name="Text Box 90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 rot="20400000">
              <a:off x="321" y="0"/>
              <a:ext cx="3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0000FF"/>
                  </a:solidFill>
                  <a:latin typeface="Times New Roman" panose="02020603050405020304" charset="0"/>
                  <a:ea typeface="华文行楷" panose="02010800040101010101" pitchFamily="2" charset="-122"/>
                  <a:sym typeface="Times New Roman" panose="02020603050405020304" charset="0"/>
                </a:rPr>
                <a:t>F</a:t>
              </a:r>
              <a:endParaRPr lang="zh-CN" altLang="en-US">
                <a:latin typeface="Arial" panose="020B0604020202020204" pitchFamily="34" charset="0"/>
              </a:endParaRPr>
            </a:p>
          </p:txBody>
        </p:sp>
      </p:grpSp>
      <p:cxnSp>
        <p:nvCxnSpPr>
          <p:cNvPr id="55" name="直接连接符 54"/>
          <p:cNvCxnSpPr/>
          <p:nvPr>
            <p:custDataLst>
              <p:tags r:id="rId13"/>
            </p:custDataLst>
          </p:nvPr>
        </p:nvCxnSpPr>
        <p:spPr>
          <a:xfrm>
            <a:off x="4928235" y="4548505"/>
            <a:ext cx="2454910" cy="71120"/>
          </a:xfrm>
          <a:prstGeom prst="line">
            <a:avLst/>
          </a:prstGeom>
          <a:ln w="28575" cmpd="sng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>
            <p:custDataLst>
              <p:tags r:id="rId14"/>
            </p:custDataLst>
          </p:nvPr>
        </p:nvCxnSpPr>
        <p:spPr>
          <a:xfrm>
            <a:off x="2053590" y="4585335"/>
            <a:ext cx="2461895" cy="14605"/>
          </a:xfrm>
          <a:prstGeom prst="line">
            <a:avLst/>
          </a:prstGeom>
          <a:ln w="28575" cmpd="sng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>
            <p:custDataLst>
              <p:tags r:id="rId15"/>
            </p:custDataLst>
          </p:nvPr>
        </p:nvSpPr>
        <p:spPr>
          <a:xfrm>
            <a:off x="327660" y="4323080"/>
            <a:ext cx="13995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侧视图</a:t>
            </a:r>
          </a:p>
        </p:txBody>
      </p:sp>
      <p:grpSp>
        <p:nvGrpSpPr>
          <p:cNvPr id="60" name="组合 59"/>
          <p:cNvGrpSpPr/>
          <p:nvPr>
            <p:custDataLst>
              <p:tags r:id="rId16"/>
            </p:custDataLst>
          </p:nvPr>
        </p:nvGrpSpPr>
        <p:grpSpPr>
          <a:xfrm>
            <a:off x="8655050" y="4135755"/>
            <a:ext cx="2096770" cy="1142365"/>
            <a:chOff x="13630" y="6513"/>
            <a:chExt cx="3302" cy="1799"/>
          </a:xfrm>
        </p:grpSpPr>
        <p:grpSp>
          <p:nvGrpSpPr>
            <p:cNvPr id="87" name="Group 91"/>
            <p:cNvGrpSpPr/>
            <p:nvPr>
              <p:custDataLst>
                <p:tags r:id="rId18"/>
              </p:custDataLst>
            </p:nvPr>
          </p:nvGrpSpPr>
          <p:grpSpPr>
            <a:xfrm>
              <a:off x="13630" y="6513"/>
              <a:ext cx="3302" cy="1765"/>
              <a:chOff x="0" y="292"/>
              <a:chExt cx="1321" cy="706"/>
            </a:xfrm>
          </p:grpSpPr>
          <p:sp>
            <p:nvSpPr>
              <p:cNvPr id="88" name="Line 92"/>
              <p:cNvSpPr>
                <a:spLocks noChangeShapeType="1"/>
              </p:cNvSpPr>
              <p:nvPr>
                <p:custDataLst>
                  <p:tags r:id="rId20"/>
                </p:custDataLst>
              </p:nvPr>
            </p:nvSpPr>
            <p:spPr bwMode="auto">
              <a:xfrm flipH="1">
                <a:off x="1" y="292"/>
                <a:ext cx="1320" cy="705"/>
              </a:xfrm>
              <a:prstGeom prst="line">
                <a:avLst/>
              </a:prstGeom>
              <a:noFill/>
              <a:ln w="28575" cmpd="sng">
                <a:solidFill>
                  <a:schemeClr val="tx2"/>
                </a:solidFill>
                <a:prstDash val="solid"/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  <p:sp>
            <p:nvSpPr>
              <p:cNvPr id="89" name="Line 93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0" y="978"/>
                <a:ext cx="1042" cy="20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prstDash val="solid"/>
                <a:beve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>
                  <a:buFont typeface="Arial" panose="020B0604020202020204" pitchFamily="34" charset="0"/>
                  <a:buNone/>
                </a:pPr>
                <a:endParaRPr lang="zh-CN" altLang="zh-CN">
                  <a:solidFill>
                    <a:srgbClr val="000000"/>
                  </a:solidFill>
                  <a:latin typeface="Arial" panose="020B0604020202020204" pitchFamily="34" charset="0"/>
                  <a:sym typeface="Calibri" panose="020F0502020204030204" charset="0"/>
                </a:endParaRPr>
              </a:p>
            </p:txBody>
          </p:sp>
        </p:grpSp>
        <p:sp>
          <p:nvSpPr>
            <p:cNvPr id="59" name="文本框 58"/>
            <p:cNvSpPr txBox="1"/>
            <p:nvPr>
              <p:custDataLst>
                <p:tags r:id="rId19"/>
              </p:custDataLst>
            </p:nvPr>
          </p:nvSpPr>
          <p:spPr>
            <a:xfrm>
              <a:off x="14337" y="7732"/>
              <a:ext cx="48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cs typeface="Arial" panose="020B0604020202020204" pitchFamily="34" charset="0"/>
                </a:rPr>
                <a:t>θ</a:t>
              </a:r>
            </a:p>
          </p:txBody>
        </p:sp>
      </p:grp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0" y="6727825"/>
            <a:ext cx="12181840" cy="1301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F250D8E-85A6-6A72-24C2-BE06E776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下次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D408E75-F994-BFD3-3794-0B4D1B53E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6021101" y="2518698"/>
            <a:ext cx="2686050" cy="2471935"/>
            <a:chOff x="4866218" y="2624422"/>
            <a:chExt cx="2686050" cy="2471935"/>
          </a:xfrm>
        </p:grpSpPr>
        <p:sp>
          <p:nvSpPr>
            <p:cNvPr id="8" name="Oval 174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 rot="10800000">
              <a:off x="7156031" y="4894931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9" name="Oval 175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 rot="10800000">
              <a:off x="7162491" y="4311203"/>
              <a:ext cx="39462" cy="438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0" name="Oval 17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 rot="10800000">
              <a:off x="7169295" y="3731586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1" name="Oval 177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 rot="10800000">
              <a:off x="6686782" y="5005921"/>
              <a:ext cx="39462" cy="438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 rot="10800000">
              <a:off x="6691991" y="4601696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3" name="Oval 180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 rot="10800000">
              <a:off x="6691991" y="4192172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4" name="Oval 181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 rot="10800000">
              <a:off x="7156030" y="3241036"/>
              <a:ext cx="39462" cy="438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5" name="Oval 182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 rot="10800000">
              <a:off x="7162490" y="2781205"/>
              <a:ext cx="39462" cy="438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6" name="Oval 183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 rot="10800000">
              <a:off x="6691995" y="3772694"/>
              <a:ext cx="39462" cy="4384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7" name="Oval 184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 rot="10800000">
              <a:off x="6692536" y="3503042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8" name="Oval 185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 rot="10800000">
              <a:off x="6691991" y="3098818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19" name="Oval 186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 rot="10800000">
              <a:off x="6691995" y="2671010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20" name="Line 187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rot="10800000">
              <a:off x="5918539" y="4959332"/>
              <a:ext cx="131540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88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rot="10800000" flipH="1">
              <a:off x="5918539" y="4959332"/>
              <a:ext cx="131540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89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rot="10800000">
              <a:off x="5918539" y="4553738"/>
              <a:ext cx="131540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90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rot="10800000" flipH="1">
              <a:off x="5918539" y="4553738"/>
              <a:ext cx="131540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91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rot="10800000">
              <a:off x="5918539" y="4148142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92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rot="10800000" flipH="1">
              <a:off x="5918539" y="4148142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93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rot="10800000">
              <a:off x="5918539" y="3742548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194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rot="10800000" flipH="1">
              <a:off x="5918539" y="3742548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95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rot="10800000">
              <a:off x="5437102" y="4827788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196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rot="10800000" flipH="1">
              <a:off x="5437102" y="4827788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97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 rot="10800000">
              <a:off x="5437102" y="4244060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198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 rot="10800000" flipH="1">
              <a:off x="5437102" y="4244060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199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 rot="10800000">
              <a:off x="5918539" y="3435612"/>
              <a:ext cx="131540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00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 rot="10800000" flipH="1">
              <a:off x="5918539" y="3435612"/>
              <a:ext cx="131540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201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 rot="10800000">
              <a:off x="5918539" y="3030017"/>
              <a:ext cx="131540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202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 rot="10800000" flipH="1">
              <a:off x="5918539" y="3030017"/>
              <a:ext cx="131540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203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 rot="10800000">
              <a:off x="5918539" y="2624422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04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rot="10800000" flipH="1">
              <a:off x="5918539" y="2624422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05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rot="10800000">
              <a:off x="5437102" y="3684997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206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rot="10800000" flipH="1">
              <a:off x="5437102" y="3684997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207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rot="10800000">
              <a:off x="5437102" y="3183485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208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rot="10800000" flipH="1">
              <a:off x="5437102" y="3183485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209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rot="10800000">
              <a:off x="5437102" y="2720340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210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rot="10800000" flipH="1">
              <a:off x="5437102" y="2720340"/>
              <a:ext cx="131540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11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 rot="10800000">
              <a:off x="4866218" y="4581143"/>
              <a:ext cx="128909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12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 rot="10800000" flipH="1">
              <a:off x="4866218" y="4581143"/>
              <a:ext cx="128909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13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 rot="10800000">
              <a:off x="4866218" y="3717884"/>
              <a:ext cx="128909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14"/>
            <p:cNvSpPr>
              <a:spLocks noChangeShapeType="1"/>
            </p:cNvSpPr>
            <p:nvPr>
              <p:custDataLst>
                <p:tags r:id="rId56"/>
              </p:custDataLst>
            </p:nvPr>
          </p:nvSpPr>
          <p:spPr bwMode="auto">
            <a:xfrm rot="10800000" flipH="1">
              <a:off x="4866218" y="3717884"/>
              <a:ext cx="128909" cy="1370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215"/>
            <p:cNvSpPr>
              <a:spLocks noChangeShapeType="1"/>
            </p:cNvSpPr>
            <p:nvPr>
              <p:custDataLst>
                <p:tags r:id="rId57"/>
              </p:custDataLst>
            </p:nvPr>
          </p:nvSpPr>
          <p:spPr bwMode="auto">
            <a:xfrm rot="10800000">
              <a:off x="4866218" y="2950542"/>
              <a:ext cx="128909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216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 rot="10800000" flipH="1">
              <a:off x="4866218" y="2950542"/>
              <a:ext cx="128909" cy="13428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Oval 217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 rot="10800000">
              <a:off x="7512806" y="4622250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51" name="Oval 218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 rot="10800000">
              <a:off x="7512806" y="3937123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  <p:sp>
          <p:nvSpPr>
            <p:cNvPr id="52" name="Oval 219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 rot="10800000">
              <a:off x="7512806" y="3221852"/>
              <a:ext cx="39462" cy="41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  <a:sym typeface="Calibri" panose="020F0502020204030204" charset="0"/>
              </a:endParaRPr>
            </a:p>
          </p:txBody>
        </p:sp>
      </p:grpSp>
      <p:grpSp>
        <p:nvGrpSpPr>
          <p:cNvPr id="53" name="Group 5"/>
          <p:cNvGrpSpPr/>
          <p:nvPr>
            <p:custDataLst>
              <p:tags r:id="rId2"/>
            </p:custDataLst>
          </p:nvPr>
        </p:nvGrpSpPr>
        <p:grpSpPr>
          <a:xfrm>
            <a:off x="7539973" y="2843422"/>
            <a:ext cx="716706" cy="728752"/>
            <a:chOff x="186" y="54"/>
            <a:chExt cx="219" cy="217"/>
          </a:xfrm>
        </p:grpSpPr>
        <p:sp>
          <p:nvSpPr>
            <p:cNvPr id="54" name="Line 6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186" y="211"/>
              <a:ext cx="213" cy="2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95" y="54"/>
              <a:ext cx="210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buFont typeface="Arial" panose="020B0604020202020204" pitchFamily="34" charset="0"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latin typeface="Times New Roman" panose="02020603050405020304" charset="0"/>
                  <a:sym typeface="Times New Roman" panose="02020603050405020304" charset="0"/>
                </a:rPr>
                <a:t>F</a:t>
              </a:r>
              <a:endParaRPr lang="zh-CN" altLang="en-US"/>
            </a:p>
          </p:txBody>
        </p:sp>
      </p:grpSp>
      <p:grpSp>
        <p:nvGrpSpPr>
          <p:cNvPr id="57" name="组合 56"/>
          <p:cNvGrpSpPr/>
          <p:nvPr>
            <p:custDataLst>
              <p:tags r:id="rId3"/>
            </p:custDataLst>
          </p:nvPr>
        </p:nvGrpSpPr>
        <p:grpSpPr>
          <a:xfrm>
            <a:off x="7073362" y="2117840"/>
            <a:ext cx="1583137" cy="2759687"/>
            <a:chOff x="3097822" y="3366348"/>
            <a:chExt cx="1583137" cy="2759687"/>
          </a:xfrm>
        </p:grpSpPr>
        <p:grpSp>
          <p:nvGrpSpPr>
            <p:cNvPr id="58" name="组合 57"/>
            <p:cNvGrpSpPr/>
            <p:nvPr>
              <p:custDataLst>
                <p:tags r:id="rId8"/>
              </p:custDataLst>
            </p:nvPr>
          </p:nvGrpSpPr>
          <p:grpSpPr>
            <a:xfrm rot="10800000">
              <a:off x="3454005" y="3366348"/>
              <a:ext cx="888613" cy="2759687"/>
              <a:chOff x="5979048" y="2523023"/>
              <a:chExt cx="888613" cy="2759687"/>
            </a:xfrm>
          </p:grpSpPr>
          <p:sp>
            <p:nvSpPr>
              <p:cNvPr id="61" name="AutoShape 172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5979048" y="2523023"/>
                <a:ext cx="194679" cy="2743245"/>
              </a:xfrm>
              <a:prstGeom prst="roundRect">
                <a:avLst>
                  <a:gd name="adj" fmla="val 16667"/>
                </a:avLst>
              </a:prstGeom>
              <a:noFill/>
              <a:ln w="25400">
                <a:solidFill>
                  <a:schemeClr val="tx1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  <a:sym typeface="Calibri" panose="020F0502020204030204" charset="0"/>
                </a:endParaRPr>
              </a:p>
            </p:txBody>
          </p:sp>
          <p:sp>
            <p:nvSpPr>
              <p:cNvPr id="62" name="Line 173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 flipV="1">
                <a:off x="6076387" y="3030016"/>
                <a:ext cx="2631" cy="1932056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bevel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AutoShape 172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6672982" y="2539465"/>
                <a:ext cx="194679" cy="2743245"/>
              </a:xfrm>
              <a:prstGeom prst="roundRect">
                <a:avLst>
                  <a:gd name="adj" fmla="val 16667"/>
                </a:avLst>
              </a:prstGeom>
              <a:noFill/>
              <a:ln w="25400">
                <a:solidFill>
                  <a:schemeClr val="tx1"/>
                </a:solidFill>
                <a:beve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  <a:sym typeface="Calibri" panose="020F0502020204030204" charset="0"/>
                </a:endParaRPr>
              </a:p>
            </p:txBody>
          </p:sp>
          <p:sp>
            <p:nvSpPr>
              <p:cNvPr id="64" name="Line 173"/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 flipV="1">
                <a:off x="6757487" y="3030015"/>
                <a:ext cx="2630" cy="1932057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bevel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9" name="文本框 58"/>
            <p:cNvSpPr txBox="1"/>
            <p:nvPr>
              <p:custDataLst>
                <p:tags r:id="rId9"/>
              </p:custDataLst>
            </p:nvPr>
          </p:nvSpPr>
          <p:spPr>
            <a:xfrm>
              <a:off x="3097822" y="3402511"/>
              <a:ext cx="2867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  <a:endParaRPr lang="zh-CN" altLang="en-US" sz="28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10"/>
              </p:custDataLst>
            </p:nvPr>
          </p:nvSpPr>
          <p:spPr>
            <a:xfrm>
              <a:off x="4394251" y="3425376"/>
              <a:ext cx="2867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i="1">
                  <a:latin typeface="Times New Roman" panose="02020603050405020304" charset="0"/>
                  <a:cs typeface="Times New Roman" panose="02020603050405020304" charset="0"/>
                </a:rPr>
                <a:t>b</a:t>
              </a:r>
              <a:endParaRPr lang="zh-CN" altLang="en-US" sz="28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pic>
        <p:nvPicPr>
          <p:cNvPr id="56" name="图片 5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3"/>
          <a:stretch>
            <a:fillRect/>
          </a:stretch>
        </p:blipFill>
        <p:spPr>
          <a:xfrm>
            <a:off x="1395095" y="2343150"/>
            <a:ext cx="1114425" cy="2466340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4"/>
          <a:stretch>
            <a:fillRect/>
          </a:stretch>
        </p:blipFill>
        <p:spPr>
          <a:xfrm>
            <a:off x="3626485" y="2477770"/>
            <a:ext cx="1084580" cy="2379980"/>
          </a:xfrm>
          <a:prstGeom prst="rect">
            <a:avLst/>
          </a:prstGeom>
        </p:spPr>
      </p:pic>
      <p:sp>
        <p:nvSpPr>
          <p:cNvPr id="72" name="文本框 71"/>
          <p:cNvSpPr txBox="1"/>
          <p:nvPr>
            <p:custDataLst>
              <p:tags r:id="rId6"/>
            </p:custDataLst>
          </p:nvPr>
        </p:nvSpPr>
        <p:spPr>
          <a:xfrm>
            <a:off x="1548130" y="5584825"/>
            <a:ext cx="8789035" cy="595630"/>
          </a:xfrm>
          <a:prstGeom prst="rect">
            <a:avLst/>
          </a:prstGeom>
          <a:solidFill>
            <a:srgbClr val="FAF7D4"/>
          </a:solidFill>
        </p:spPr>
        <p:txBody>
          <a:bodyPr wrap="square" rtlCol="0" anchor="t">
            <a:no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规律：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同方向电流</a:t>
            </a:r>
            <a:r>
              <a:rPr lang="zh-CN" altLang="en-US" sz="28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相互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吸引</a:t>
            </a:r>
            <a:r>
              <a:rPr lang="en-US" altLang="zh-CN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,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反方向电流</a:t>
            </a:r>
            <a:r>
              <a:rPr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相互</a:t>
            </a:r>
            <a:r>
              <a:rPr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排斥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endParaRPr lang="zh-CN" altLang="en-US" sz="2800" b="1">
              <a:solidFill>
                <a:srgbClr val="001BB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001BB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</a:t>
            </a:r>
            <a:r>
              <a:rPr lang="en-US" altLang="zh-CN" sz="2800" b="1">
                <a:solidFill>
                  <a:srgbClr val="001BBF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          </a:t>
            </a:r>
            <a:endParaRPr lang="zh-CN" altLang="en-US" sz="2800" b="1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0" y="6727825"/>
            <a:ext cx="12181840" cy="1301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894EB-104D-B24A-11C3-F42E7ADE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分析同向</a:t>
            </a:r>
            <a:r>
              <a:rPr lang="zh-CN" altLang="en-US" dirty="0"/>
              <a:t>，反向电流的安培力</a:t>
            </a:r>
            <a:endParaRPr lang="en-C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B2B50-3708-F091-ADBC-D2A784702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6FEB-B1C4-707C-0CF9-8A9795A8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N" dirty="0"/>
              <a:t>安培力的应用</a:t>
            </a:r>
            <a:r>
              <a:rPr lang="zh-CN" altLang="en-US" dirty="0"/>
              <a:t>：</a:t>
            </a:r>
            <a:r>
              <a:rPr lang="zh-CN" altLang="en-CN" dirty="0"/>
              <a:t>磁式电流表</a:t>
            </a:r>
            <a:endParaRPr lang="en-CN" dirty="0"/>
          </a:p>
        </p:txBody>
      </p:sp>
      <p:pic>
        <p:nvPicPr>
          <p:cNvPr id="3074" name="Picture 2" descr="磁电式电流表工作原理-电子发烧友网">
            <a:extLst>
              <a:ext uri="{FF2B5EF4-FFF2-40B4-BE49-F238E27FC236}">
                <a16:creationId xmlns:a16="http://schemas.microsoft.com/office/drawing/2014/main" id="{CA2A93FE-00E5-1833-EA2E-F8CBB8E56F2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335780"/>
            <a:ext cx="5181600" cy="3331028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8B12CB-D369-E1B3-DB2F-CC963DDFF575}"/>
              </a:ext>
            </a:extLst>
          </p:cNvPr>
          <p:cNvPicPr>
            <a:picLocks noGrp="1" noChangeAspect="1" noChangeArrowheads="1"/>
          </p:cNvPicPr>
          <p:nvPr>
            <p:ph sz="half" idx="2"/>
            <p:custDataLst>
              <p:tags r:id="rId1"/>
            </p:custDataLst>
          </p:nvPr>
        </p:nvPicPr>
        <p:blipFill>
          <a:blip r:embed="rId4">
            <a:clrChange>
              <a:clrFrom>
                <a:srgbClr val="FFFFCC"/>
              </a:clrFrom>
              <a:clrTo>
                <a:srgbClr val="FFFF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2010063"/>
            <a:ext cx="5181600" cy="3982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172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0" y="6727825"/>
            <a:ext cx="12181840" cy="13017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3"/>
            </p:custDataLst>
          </p:nvPr>
        </p:nvSpPr>
        <p:spPr>
          <a:xfrm>
            <a:off x="467995" y="580390"/>
            <a:ext cx="2844165" cy="46037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三、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/>
                <a:sym typeface="+mn-ea"/>
              </a:rPr>
              <a:t>磁电式电流表</a:t>
            </a:r>
          </a:p>
        </p:txBody>
      </p:sp>
      <p:grpSp>
        <p:nvGrpSpPr>
          <p:cNvPr id="76" name="组合 75"/>
          <p:cNvGrpSpPr/>
          <p:nvPr>
            <p:custDataLst>
              <p:tags r:id="rId4"/>
            </p:custDataLst>
          </p:nvPr>
        </p:nvGrpSpPr>
        <p:grpSpPr>
          <a:xfrm>
            <a:off x="3860800" y="579120"/>
            <a:ext cx="6419850" cy="460375"/>
            <a:chOff x="6385" y="914"/>
            <a:chExt cx="10110" cy="725"/>
          </a:xfrm>
        </p:grpSpPr>
        <p:sp>
          <p:nvSpPr>
            <p:cNvPr id="77" name="文本框 76"/>
            <p:cNvSpPr txBox="1"/>
            <p:nvPr>
              <p:custDataLst>
                <p:tags r:id="rId15"/>
              </p:custDataLst>
            </p:nvPr>
          </p:nvSpPr>
          <p:spPr>
            <a:xfrm>
              <a:off x="7724" y="914"/>
              <a:ext cx="8771" cy="72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 anchor="t">
              <a:spAutoFit/>
            </a:bodyPr>
            <a:lstStyle/>
            <a:p>
              <a:r>
                <a:rPr lang="zh-CN" altLang="en-US" sz="2400" kern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  <a:sym typeface="+mn-ea"/>
                </a:rPr>
                <a:t>磁电式电流表的刻度为什么是均匀的？</a:t>
              </a:r>
              <a:endParaRPr lang="en-US" altLang="zh-CN" sz="2400" kern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  <a:sym typeface="+mn-ea"/>
              </a:endParaRPr>
            </a:p>
          </p:txBody>
        </p:sp>
        <p:sp>
          <p:nvSpPr>
            <p:cNvPr id="78" name="右箭头 77"/>
            <p:cNvSpPr/>
            <p:nvPr>
              <p:custDataLst>
                <p:tags r:id="rId16"/>
              </p:custDataLst>
            </p:nvPr>
          </p:nvSpPr>
          <p:spPr>
            <a:xfrm>
              <a:off x="6385" y="1083"/>
              <a:ext cx="991" cy="50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Picture 3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8">
            <a:clrChange>
              <a:clrFrom>
                <a:srgbClr val="FFFFCC"/>
              </a:clrFrom>
              <a:clrTo>
                <a:srgbClr val="FFFFC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995" y="1871980"/>
            <a:ext cx="5207000" cy="3989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6035040" y="1483360"/>
            <a:ext cx="4133215" cy="16795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0000"/>
            </a:solidFill>
            <a:prstDash val="dash"/>
          </a:ln>
        </p:spPr>
        <p:txBody>
          <a:bodyPr wrap="square" rtlCol="0" anchor="t">
            <a:noAutofit/>
          </a:bodyPr>
          <a:lstStyle/>
          <a:p>
            <a:pPr algn="ctr" fontAlgn="auto">
              <a:lnSpc>
                <a:spcPct val="125000"/>
              </a:lnSpc>
            </a:pPr>
            <a:r>
              <a:rPr lang="zh-CN" altLang="en-US" sz="280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线圈转动的轨迹圆上</a:t>
            </a:r>
            <a:r>
              <a:rPr lang="en-US" altLang="zh-CN" sz="2800" i="1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大小处处相等，当线圈转动时</a:t>
            </a:r>
            <a:r>
              <a:rPr lang="en-US" altLang="zh-CN" sz="2800" i="1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B</a:t>
            </a:r>
            <a:r>
              <a:rPr lang="zh-CN" altLang="en-US" sz="280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与</a:t>
            </a:r>
            <a:r>
              <a:rPr lang="en-US" altLang="zh-CN" sz="2800" i="1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280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始终互相垂直。</a:t>
            </a:r>
          </a:p>
        </p:txBody>
      </p:sp>
      <p:sp>
        <p:nvSpPr>
          <p:cNvPr id="9" name="圆角右箭头 8"/>
          <p:cNvSpPr/>
          <p:nvPr>
            <p:custDataLst>
              <p:tags r:id="rId7"/>
            </p:custDataLst>
          </p:nvPr>
        </p:nvSpPr>
        <p:spPr>
          <a:xfrm>
            <a:off x="2951480" y="2231390"/>
            <a:ext cx="3083560" cy="720725"/>
          </a:xfrm>
          <a:prstGeom prst="bentArrow">
            <a:avLst>
              <a:gd name="adj1" fmla="val 6784"/>
              <a:gd name="adj2" fmla="val 25000"/>
              <a:gd name="adj3" fmla="val 25000"/>
              <a:gd name="adj4" fmla="val 4375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6447155" y="3702050"/>
            <a:ext cx="1290320" cy="6299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 anchor="t"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en-US" altLang="zh-CN" sz="2800" i="1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F=ILB</a:t>
            </a:r>
          </a:p>
        </p:txBody>
      </p:sp>
      <p:sp>
        <p:nvSpPr>
          <p:cNvPr id="19" name="右箭头 18"/>
          <p:cNvSpPr/>
          <p:nvPr>
            <p:custDataLst>
              <p:tags r:id="rId9"/>
            </p:custDataLst>
          </p:nvPr>
        </p:nvSpPr>
        <p:spPr>
          <a:xfrm>
            <a:off x="7974330" y="3815080"/>
            <a:ext cx="405765" cy="22606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>
            <p:custDataLst>
              <p:tags r:id="rId10"/>
            </p:custDataLst>
          </p:nvPr>
        </p:nvGrpSpPr>
        <p:grpSpPr>
          <a:xfrm>
            <a:off x="8616950" y="3606800"/>
            <a:ext cx="1163320" cy="1139190"/>
            <a:chOff x="14076" y="7552"/>
            <a:chExt cx="1832" cy="1794"/>
          </a:xfrm>
        </p:grpSpPr>
        <p:graphicFrame>
          <p:nvGraphicFramePr>
            <p:cNvPr id="17" name="对象 16">
              <a:hlinkClick r:id="" action="ppaction://ole?verb=0"/>
            </p:cNvPr>
            <p:cNvGraphicFramePr>
              <a:graphicFrameLocks noChangeAspect="1"/>
            </p:cNvGraphicFramePr>
            <p:nvPr>
              <p:custDataLst>
                <p:tags r:id="rId13"/>
              </p:custDataLst>
            </p:nvPr>
          </p:nvGraphicFramePr>
          <p:xfrm>
            <a:off x="14076" y="7552"/>
            <a:ext cx="1832" cy="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419100" imgH="165100" progId="Equation.KSEE3">
                    <p:embed/>
                  </p:oleObj>
                </mc:Choice>
                <mc:Fallback>
                  <p:oleObj r:id="rId19" imgW="419100" imgH="165100" progId="Equation.KSEE3">
                    <p:embed/>
                    <p:pic>
                      <p:nvPicPr>
                        <p:cNvPr id="17" name="对象 16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076" y="7552"/>
                          <a:ext cx="1832" cy="7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右箭头 20"/>
            <p:cNvSpPr/>
            <p:nvPr>
              <p:custDataLst>
                <p:tags r:id="rId14"/>
              </p:custDataLst>
            </p:nvPr>
          </p:nvSpPr>
          <p:spPr>
            <a:xfrm rot="5580000">
              <a:off x="14224" y="8604"/>
              <a:ext cx="1127" cy="356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555" name="Rectangle 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26754" y="5253680"/>
            <a:ext cx="3853815" cy="60769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l-GR" altLang="en-US" sz="2800" i="1" kern="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θ</a:t>
            </a:r>
            <a:r>
              <a:rPr lang="en-US" altLang="en-US" sz="2800" i="1" kern="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800" kern="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∝ </a:t>
            </a:r>
            <a:r>
              <a:rPr lang="en-US" altLang="zh-CN" sz="2800" i="1" kern="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2800" i="1" kern="0">
                <a:latin typeface="Times New Roman" panose="02020603050405020304" charset="0"/>
                <a:ea typeface="微软雅黑"/>
                <a:cs typeface="Times New Roman" panose="02020603050405020304" charset="0"/>
                <a:sym typeface="+mn-ea"/>
              </a:rPr>
              <a:t>，</a:t>
            </a:r>
            <a:r>
              <a:rPr lang="zh-CN" altLang="en-US" sz="2800" kern="0">
                <a:solidFill>
                  <a:schemeClr val="tx1"/>
                </a:solidFill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表盘的</a:t>
            </a:r>
            <a:r>
              <a:rPr lang="zh-CN" altLang="en-US" sz="2800" kern="0">
                <a:solidFill>
                  <a:srgbClr val="FF0000"/>
                </a:solidFill>
                <a:latin typeface="Times New Roman" panose="02020603050405020304" charset="0"/>
                <a:ea typeface="微软雅黑"/>
                <a:cs typeface="Times New Roman" panose="02020603050405020304" charset="0"/>
              </a:rPr>
              <a:t>刻度均匀</a:t>
            </a:r>
            <a:endParaRPr lang="zh-CN" altLang="en-US" sz="2800" i="1" kern="0">
              <a:solidFill>
                <a:srgbClr val="FF0000"/>
              </a:solidFill>
              <a:latin typeface="Times New Roman" panose="02020603050405020304" charset="0"/>
              <a:ea typeface="微软雅黑"/>
              <a:cs typeface="Times New Roman" panose="02020603050405020304" charset="0"/>
            </a:endParaRPr>
          </a:p>
        </p:txBody>
      </p:sp>
      <p:pic>
        <p:nvPicPr>
          <p:cNvPr id="3" name="Picture 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1"/>
          <a:stretch>
            <a:fillRect/>
          </a:stretch>
        </p:blipFill>
        <p:spPr>
          <a:xfrm flipH="1">
            <a:off x="12458700" y="10210800"/>
            <a:ext cx="0" cy="0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20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15" grpId="0" animBg="1"/>
      <p:bldP spid="19" grpId="0" animBg="1"/>
      <p:bldP spid="235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DD1C6-6EAF-8347-6531-7F0E86EB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电动机</a:t>
            </a:r>
          </a:p>
        </p:txBody>
      </p:sp>
      <p:pic>
        <p:nvPicPr>
          <p:cNvPr id="1026" name="Picture 2" descr="Simple Electric Motor and Generator 10th Grade Quiz | Wayground (formerly  Quizizz)">
            <a:extLst>
              <a:ext uri="{FF2B5EF4-FFF2-40B4-BE49-F238E27FC236}">
                <a16:creationId xmlns:a16="http://schemas.microsoft.com/office/drawing/2014/main" id="{F2E51381-6D59-9E9C-05F9-F0D5B533B7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852" y="1825625"/>
            <a:ext cx="932429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711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y2meta.com - Electromagnetic Railgun Firing Hypervelocity Projectile @ Mach 7-(1080p)">
            <a:hlinkClick r:id="" action="ppaction://media"/>
            <a:extLst>
              <a:ext uri="{FF2B5EF4-FFF2-40B4-BE49-F238E27FC236}">
                <a16:creationId xmlns:a16="http://schemas.microsoft.com/office/drawing/2014/main" id="{E0F3212E-97AA-8B8F-6882-75A8A420EE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941" y="643467"/>
            <a:ext cx="990411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2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4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W558">
            <a:extLst>
              <a:ext uri="{FF2B5EF4-FFF2-40B4-BE49-F238E27FC236}">
                <a16:creationId xmlns:a16="http://schemas.microsoft.com/office/drawing/2014/main" id="{3159BA9C-4FD8-AD86-B7E7-2E6671D52FF7}"/>
              </a:ext>
            </a:extLst>
          </p:cNvPr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91992" y="68263"/>
            <a:ext cx="7208015" cy="672147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417363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0" name="yt_shape_10080"/>
          <p:cNvSpPr txBox="1"/>
          <p:nvPr/>
        </p:nvSpPr>
        <p:spPr>
          <a:xfrm>
            <a:off x="324000" y="1087228"/>
            <a:ext cx="9478557" cy="46756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54965" indent="-354920" eaLnBrk="1" latinLnBrk="0" hangingPunct="0">
              <a:lnSpc>
                <a:spcPct val="12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1.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通电导线的方向与磁场的方向垂直时：安培力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</a:t>
            </a:r>
            <a:r>
              <a:rPr sz="1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100" spc="-100" dirty="0">
                <a:latin typeface="Times New Roman"/>
              </a:rPr>
              <a:t>⁠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,isEnd"/>
              </a:rPr>
              <a:t>。</a:t>
            </a:r>
          </a:p>
        </p:txBody>
      </p:sp>
      <p:sp>
        <p:nvSpPr>
          <p:cNvPr id="10081" name="yt_shape_10081"/>
          <p:cNvSpPr txBox="1"/>
          <p:nvPr/>
        </p:nvSpPr>
        <p:spPr>
          <a:xfrm>
            <a:off x="324000" y="1605592"/>
            <a:ext cx="9218870" cy="46756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54965" indent="-354920" eaLnBrk="1" latinLnBrk="0" hangingPunct="0">
              <a:lnSpc>
                <a:spcPct val="12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2.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通电导线的方向与磁场的方向平行时：安培力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sz="26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</a:t>
            </a:r>
            <a:r>
              <a:rPr sz="14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100" spc="-100" dirty="0">
                <a:latin typeface="Times New Roman"/>
              </a:rPr>
              <a:t>⁠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,isEnd"/>
              </a:rPr>
              <a:t>。</a:t>
            </a:r>
          </a:p>
        </p:txBody>
      </p:sp>
      <p:sp>
        <p:nvSpPr>
          <p:cNvPr id="10082" name="yt_shape_10082"/>
          <p:cNvSpPr txBox="1"/>
          <p:nvPr/>
        </p:nvSpPr>
        <p:spPr>
          <a:xfrm>
            <a:off x="324000" y="2123956"/>
            <a:ext cx="2154436" cy="46756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54965" indent="-354920" algn="l" eaLnBrk="1" latinLnBrk="0" hangingPunct="0">
              <a:lnSpc>
                <a:spcPct val="12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3.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电流的方向</a:t>
            </a:r>
          </a:p>
        </p:txBody>
      </p:sp>
      <p:pic>
        <p:nvPicPr>
          <p:cNvPr id="10083" name="yt_image_10083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319" y="2563188"/>
            <a:ext cx="1604455" cy="199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85" name="yt_shape_10085"/>
          <p:cNvSpPr txBox="1"/>
          <p:nvPr/>
        </p:nvSpPr>
        <p:spPr>
          <a:xfrm>
            <a:off x="2102852" y="2145098"/>
            <a:ext cx="5920852" cy="46756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354965" algn="l" eaLnBrk="1" latinLnBrk="0" hangingPunct="0">
              <a:lnSpc>
                <a:spcPct val="12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与磁场方向夹角为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θ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（如图所示）</a:t>
            </a:r>
          </a:p>
        </p:txBody>
      </p:sp>
      <p:sp>
        <p:nvSpPr>
          <p:cNvPr id="10086" name="yt_shape_10086"/>
          <p:cNvSpPr txBox="1"/>
          <p:nvPr/>
        </p:nvSpPr>
        <p:spPr>
          <a:xfrm>
            <a:off x="324000" y="2699725"/>
            <a:ext cx="4707379" cy="46756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243330" indent="-888254" algn="l" eaLnBrk="1" latinLnBrk="0" hangingPunct="0">
              <a:lnSpc>
                <a:spcPct val="12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（1）把磁感应强度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分</a:t>
            </a:r>
            <a:r>
              <a:rPr lang="zh-CN" altLang="zh-CN" sz="2800" b="0" i="0" u="none" dirty="0">
                <a:solidFill>
                  <a:srgbClr val="0000FF"/>
                </a:solidFill>
                <a:effectLst/>
                <a:latin typeface="Times New Roman" pitchFamily="28"/>
                <a:ea typeface="宋体" pitchFamily="28"/>
              </a:rPr>
              <a:t>解：</a:t>
            </a:r>
          </a:p>
        </p:txBody>
      </p:sp>
      <p:sp>
        <p:nvSpPr>
          <p:cNvPr id="10087" name="yt_shape_10087"/>
          <p:cNvSpPr txBox="1"/>
          <p:nvPr/>
        </p:nvSpPr>
        <p:spPr>
          <a:xfrm>
            <a:off x="324000" y="3218089"/>
            <a:ext cx="7048724" cy="46756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243330" eaLnBrk="1" latinLnBrk="0" hangingPunct="0">
              <a:lnSpc>
                <a:spcPct val="12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①与导线垂直的分量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sz="26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   </a:t>
            </a:r>
            <a:r>
              <a:rPr sz="1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100" spc="-100">
                <a:latin typeface="Times New Roman"/>
              </a:rPr>
              <a:t>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,isEnd"/>
              </a:rPr>
              <a:t>；</a:t>
            </a:r>
          </a:p>
        </p:txBody>
      </p:sp>
      <p:sp>
        <p:nvSpPr>
          <p:cNvPr id="2" name="yt_shape_10088">
            <a:extLst>
              <a:ext uri="{FF2B5EF4-FFF2-40B4-BE49-F238E27FC236}">
                <a16:creationId xmlns:a16="http://schemas.microsoft.com/office/drawing/2014/main" id="{97F15F9F-0371-65B3-F445-8163015E86EB}"/>
              </a:ext>
            </a:extLst>
          </p:cNvPr>
          <p:cNvSpPr txBox="1"/>
          <p:nvPr/>
        </p:nvSpPr>
        <p:spPr>
          <a:xfrm>
            <a:off x="324071" y="3736453"/>
            <a:ext cx="7059946" cy="467564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243330" eaLnBrk="1" latinLnBrk="0" hangingPunct="0">
              <a:lnSpc>
                <a:spcPct val="12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②与导线平行的分量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∥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sz="26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   </a:t>
            </a:r>
            <a:r>
              <a:rPr sz="1900" u="sng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100" spc="-100">
                <a:latin typeface="Times New Roman"/>
              </a:rPr>
              <a:t>⁠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,isEnd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129F21-86C1-0699-CD82-0EB77BD3D022}"/>
              </a:ext>
            </a:extLst>
          </p:cNvPr>
          <p:cNvSpPr txBox="1"/>
          <p:nvPr/>
        </p:nvSpPr>
        <p:spPr>
          <a:xfrm>
            <a:off x="8474701" y="1040422"/>
            <a:ext cx="615060" cy="556654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0" lang="zh-CN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Il</a:t>
            </a:r>
            <a:r>
              <a:rPr kumimoji="0" lang="zh-CN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B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67A4D3-4FDA-63D0-0402-AF06FE175B27}"/>
              </a:ext>
            </a:extLst>
          </p:cNvPr>
          <p:cNvSpPr txBox="1"/>
          <p:nvPr/>
        </p:nvSpPr>
        <p:spPr>
          <a:xfrm>
            <a:off x="8474701" y="1558786"/>
            <a:ext cx="357885" cy="556654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</a:rPr>
              <a:t>0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3DBC20-A211-CD1C-D713-C47DCF85259B}"/>
              </a:ext>
            </a:extLst>
          </p:cNvPr>
          <p:cNvSpPr txBox="1"/>
          <p:nvPr/>
        </p:nvSpPr>
        <p:spPr>
          <a:xfrm>
            <a:off x="5607994" y="3171283"/>
            <a:ext cx="1075437" cy="556654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0" lang="zh-CN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B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sin </a:t>
            </a:r>
            <a:r>
              <a:rPr kumimoji="0" lang="zh-CN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Times New Roman" pitchFamily="28"/>
              </a:rPr>
              <a:t>θ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28DD55-FD6F-107F-2129-B6BC61D8ADBC}"/>
              </a:ext>
            </a:extLst>
          </p:cNvPr>
          <p:cNvSpPr txBox="1"/>
          <p:nvPr/>
        </p:nvSpPr>
        <p:spPr>
          <a:xfrm>
            <a:off x="5560440" y="3689647"/>
            <a:ext cx="1134174" cy="556654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0" lang="zh-CN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B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cos </a:t>
            </a:r>
            <a:r>
              <a:rPr kumimoji="0" lang="zh-CN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Times New Roman" pitchFamily="28"/>
              </a:rPr>
              <a:t>θ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5" name="yt_shape_10089"/>
          <p:cNvSpPr txBox="1"/>
          <p:nvPr/>
        </p:nvSpPr>
        <p:spPr>
          <a:xfrm>
            <a:off x="324000" y="4611374"/>
            <a:ext cx="1116106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243330" indent="-888254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（2）导线所受的安培力是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产生的，即安培力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IlB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⊥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sz="25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2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                          </a:t>
            </a:r>
            <a:r>
              <a:rPr sz="10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/>
              </a:rPr>
              <a:t> </a:t>
            </a:r>
            <a:r>
              <a:rPr sz="100" spc="-100" dirty="0">
                <a:latin typeface="Times New Roman"/>
              </a:rPr>
              <a:t>⁠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,isEnd"/>
              </a:rPr>
              <a:t>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90483A-8DB7-43C5-8833-28118EC137C9}"/>
              </a:ext>
            </a:extLst>
          </p:cNvPr>
          <p:cNvSpPr txBox="1"/>
          <p:nvPr/>
        </p:nvSpPr>
        <p:spPr>
          <a:xfrm>
            <a:off x="9463078" y="4564568"/>
            <a:ext cx="1292924" cy="620662"/>
          </a:xfrm>
          <a:prstGeom prst="rect">
            <a:avLst/>
          </a:prstGeom>
          <a:noFill/>
        </p:spPr>
        <p:txBody>
          <a:bodyPr vert="horz" wrap="none" rtlCol="0">
            <a:noAutofit/>
          </a:bodyPr>
          <a:lstStyle/>
          <a:p>
            <a:pPr>
              <a:lnSpc>
                <a:spcPct val="140000"/>
              </a:lnSpc>
            </a:pPr>
            <a:r>
              <a:rPr kumimoji="0" lang="zh-CN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IlB</a:t>
            </a:r>
            <a:r>
              <a:rPr kumimoji="0" lang="zh-CN" altLang="zh-CN" sz="2800" b="0" i="0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cs typeface="+mn-cs"/>
              </a:rPr>
              <a:t>sin </a:t>
            </a:r>
            <a:r>
              <a:rPr kumimoji="0" lang="zh-CN" altLang="zh-CN" sz="2800" b="0" i="1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 pitchFamily="28"/>
                <a:ea typeface="Times New Roman" pitchFamily="28"/>
              </a:rPr>
              <a:t>θ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17" name="yt_image_10019" title="H_46.367954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17" y="498726"/>
            <a:ext cx="2176272" cy="58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0" build="allAtOnce"/>
      <p:bldP spid="5" grpId="0" build="allAtOnce"/>
      <p:bldP spid="6" grpId="0" build="allAtOnce"/>
      <p:bldP spid="16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2" name="yt_shape_10092"/>
          <p:cNvSpPr txBox="1"/>
          <p:nvPr/>
        </p:nvSpPr>
        <p:spPr>
          <a:xfrm>
            <a:off x="324000" y="1042779"/>
            <a:ext cx="515205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621665" indent="-621587"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安培力公式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=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BIl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sin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  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θ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的理解</a:t>
            </a:r>
          </a:p>
        </p:txBody>
      </p:sp>
      <p:sp>
        <p:nvSpPr>
          <p:cNvPr id="10093" name="yt_shape_10093"/>
          <p:cNvSpPr txBox="1"/>
          <p:nvPr/>
        </p:nvSpPr>
        <p:spPr>
          <a:xfrm>
            <a:off x="324000" y="1625764"/>
            <a:ext cx="7270580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（1）公式适用于匀强磁场中的通电导线。</a:t>
            </a:r>
          </a:p>
        </p:txBody>
      </p:sp>
      <p:sp>
        <p:nvSpPr>
          <p:cNvPr id="10094" name="yt_shape_10094"/>
          <p:cNvSpPr txBox="1"/>
          <p:nvPr/>
        </p:nvSpPr>
        <p:spPr>
          <a:xfrm>
            <a:off x="324071" y="220874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510030" indent="-888254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（2）当导线弯曲时，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0_c9a0d"/>
              </a:rPr>
              <a:t>为连接导线两个端点的线段的长度，相应的电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流方向沿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由始端流向末端。如图甲所示。</a:t>
            </a:r>
          </a:p>
        </p:txBody>
      </p:sp>
      <p:pic>
        <p:nvPicPr>
          <p:cNvPr id="10095" name="yt_image_10095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521" y="3547340"/>
            <a:ext cx="4454957" cy="214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yt_image_10027" title="H_46.367954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4BACC6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53" y="482953"/>
            <a:ext cx="2176272" cy="58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7" name="yt_shape_10097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indent="-354920"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2.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31_6e220"/>
              </a:rPr>
              <a:t>当通电导线处于多个磁场中时，每个磁场对导线都有作用力，则通电导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线所受的安培力为这几个安培力的矢量和。</a:t>
            </a:r>
          </a:p>
          <a:p>
            <a:pPr marL="621665" indent="-621587"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．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推论：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7_d4120"/>
              </a:rPr>
              <a:t>在匀强磁场中，任意形状的闭合共面通电线圈，当线圈平面与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磁场方向垂直时，线圈的有效长度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l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2_4b5a6"/>
              </a:rPr>
              <a:t>，整个通电线圈所受安培力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，如图乙所示。</a:t>
            </a:r>
          </a:p>
        </p:txBody>
      </p:sp>
      <p:pic>
        <p:nvPicPr>
          <p:cNvPr id="3" name="yt_image_10099" title="H_183.16795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4515" y="3563624"/>
            <a:ext cx="3642969" cy="232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6="http://schemas.microsoft.com/office/drawing/2014/main" xmlns:a14="http://schemas.microsoft.com/office/drawing/2010/main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1" name="yt_shape_10101"/>
          <p:cNvSpPr txBox="1"/>
          <p:nvPr/>
        </p:nvSpPr>
        <p:spPr>
          <a:xfrm>
            <a:off x="324071" y="368007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1665"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【例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3</a:t>
            </a: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】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（安培力的计算）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8_8e9ab"/>
              </a:rPr>
              <a:t>如图所示，在匀强磁场中放有下列各种形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状的通电导线，电流为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I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，磁感应强度为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。</a:t>
            </a:r>
          </a:p>
        </p:txBody>
      </p:sp>
      <p:pic>
        <p:nvPicPr>
          <p:cNvPr id="10102" name="yt_image_10102" title="H_176.83197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156" y="1706598"/>
            <a:ext cx="3891686" cy="224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yt_image_10104">
            <a:extLst>
              <a:ext uri="">
                <a16:creationId xmlns:a16="http://schemas.microsoft.com/office/drawing/2014/main" xmlns:p15="http://schemas.microsoft.com/office/powerpoint/2012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993" y="4116074"/>
            <a:ext cx="6046013" cy="224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:a14="http://schemas.microsoft.com/office/drawing/2010/main" xmlns:a16="http://schemas.microsoft.com/office/drawing/2014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6" name="yt_shape_10106"/>
          <p:cNvSpPr txBox="1"/>
          <p:nvPr/>
        </p:nvSpPr>
        <p:spPr>
          <a:xfrm>
            <a:off x="324071" y="401858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1665" eaLnBrk="1" latinLnBrk="0" hangingPunct="0">
              <a:lnSpc>
                <a:spcPct val="140000"/>
              </a:lnSpc>
            </a:pP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写出各导线所受到的安培力大小的表达式：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100" b="0" i="0" spc="-1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W:0.00496063,H:47.04"/>
              </a:rPr>
              <a:t> </a:t>
            </a:r>
            <a:r>
              <a:rPr lang="zh-CN" altLang="zh-CN" sz="2800" b="0" i="0" u="sng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W:112.005,H:47.04"/>
              </a:rPr>
              <a:t>　　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ecadc,isEnd"/>
              </a:rPr>
              <a:t>，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100" b="0" i="0" spc="-1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W:0.00496063,H:41.5"/>
              </a:rPr>
              <a:t> </a:t>
            </a:r>
            <a:r>
              <a:rPr lang="zh-CN" altLang="zh-CN" sz="2800" b="0" i="0" u="sng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W:112.005,H:41.5"/>
              </a:rPr>
              <a:t>　　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100" b="0" i="0" spc="-1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W:0.00503937,H:41.5"/>
              </a:rPr>
              <a:t> </a:t>
            </a:r>
            <a:r>
              <a:rPr lang="zh-CN" altLang="zh-CN" sz="2800" b="0" i="0" u="sng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W:112.005,H:41.5"/>
              </a:rPr>
              <a:t>　　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100" b="0" i="0" spc="-1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W:0.00496063,H:41.5"/>
              </a:rPr>
              <a:t> </a:t>
            </a:r>
            <a:r>
              <a:rPr lang="zh-CN" altLang="zh-CN" sz="2800" b="0" i="0" u="sng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W:112.005,H:41.5"/>
              </a:rPr>
              <a:t>　　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，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E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=</a:t>
            </a:r>
            <a:r>
              <a:rPr lang="zh-CN" altLang="zh-CN" sz="100" b="0" i="0" spc="-100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W:0.00496063,H:41.5"/>
              </a:rPr>
              <a:t> </a:t>
            </a:r>
            <a:r>
              <a:rPr lang="zh-CN" altLang="zh-CN" sz="2800" b="0" i="0" u="sng" dirty="0">
                <a:solidFill>
                  <a:srgbClr val="C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itchFamily="28"/>
                <a:ea typeface="宋体" pitchFamily="28"/>
                <a:sym typeface="W:112.005,H:41.5"/>
              </a:rPr>
              <a:t>　　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,isEnd"/>
              </a:rPr>
              <a:t> 。</a:t>
            </a:r>
          </a:p>
        </p:txBody>
      </p:sp>
      <p:sp>
        <p:nvSpPr>
          <p:cNvPr id="3" name="矩形 2"/>
          <p:cNvSpPr/>
          <p:nvPr/>
        </p:nvSpPr>
        <p:spPr>
          <a:xfrm>
            <a:off x="8272772" y="401858"/>
            <a:ext cx="13805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i="1" dirty="0">
                <a:solidFill>
                  <a:srgbClr val="C00000"/>
                </a:solidFill>
                <a:latin typeface="Times New Roman" pitchFamily="28"/>
                <a:ea typeface="黑体" pitchFamily="28"/>
              </a:rPr>
              <a:t>IlB</a:t>
            </a:r>
            <a:r>
              <a:rPr lang="zh-CN" altLang="zh-CN" sz="2800" dirty="0">
                <a:solidFill>
                  <a:srgbClr val="C00000"/>
                </a:solidFill>
                <a:latin typeface="Times New Roman" pitchFamily="28"/>
                <a:ea typeface="宋体" pitchFamily="28"/>
              </a:rPr>
              <a:t>cos </a:t>
            </a:r>
            <a:r>
              <a:rPr lang="zh-CN" altLang="zh-CN" sz="2800" i="1" dirty="0">
                <a:solidFill>
                  <a:srgbClr val="C00000"/>
                </a:solidFill>
                <a:latin typeface="Times New Roman" pitchFamily="28"/>
                <a:ea typeface="Times New Roman" pitchFamily="28"/>
              </a:rPr>
              <a:t>α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31180" y="1014077"/>
            <a:ext cx="6238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i="1" dirty="0">
                <a:solidFill>
                  <a:srgbClr val="C00000"/>
                </a:solidFill>
                <a:latin typeface="Times New Roman" pitchFamily="28"/>
                <a:ea typeface="宋体" pitchFamily="28"/>
              </a:rPr>
              <a:t>IlB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04199" y="1014077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>
                <a:solidFill>
                  <a:srgbClr val="C00000"/>
                </a:solidFill>
                <a:latin typeface="Times New Roman" pitchFamily="28"/>
                <a:ea typeface="宋体" pitchFamily="28"/>
              </a:rPr>
              <a:t>0</a:t>
            </a:r>
            <a:endParaRPr lang="zh-CN" alt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073016" y="972142"/>
                <a:ext cx="1417568" cy="5651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zh-CN" sz="2800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　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i="1">
                            <a:solidFill>
                              <a:srgbClr val="C00000"/>
                            </a:solidFill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zh-CN" sz="2800" i="1" dirty="0">
                    <a:solidFill>
                      <a:srgbClr val="C00000"/>
                    </a:solidFill>
                    <a:latin typeface="Times New Roman" pitchFamily="28"/>
                    <a:ea typeface="宋体" pitchFamily="28"/>
                  </a:rPr>
                  <a:t>IlB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3016" y="972142"/>
                <a:ext cx="1417568" cy="565155"/>
              </a:xfrm>
              <a:prstGeom prst="rect">
                <a:avLst/>
              </a:prstGeom>
              <a:blipFill>
                <a:blip r:embed="rId2"/>
                <a:stretch>
                  <a:fillRect t="-4301" r="-7296" b="-27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8170902" y="941002"/>
            <a:ext cx="1551387" cy="6288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1665" lvl="0" hangingPunct="0">
              <a:lnSpc>
                <a:spcPct val="140000"/>
              </a:lnSpc>
            </a:pPr>
            <a:r>
              <a:rPr lang="zh-CN" altLang="zh-CN" sz="2800" dirty="0">
                <a:solidFill>
                  <a:srgbClr val="C00000"/>
                </a:solidFill>
                <a:latin typeface="Times New Roman" pitchFamily="28"/>
                <a:ea typeface="宋体" pitchFamily="28"/>
              </a:rPr>
              <a:t>2</a:t>
            </a:r>
            <a:r>
              <a:rPr lang="zh-CN" altLang="zh-CN" sz="2800" i="1" dirty="0">
                <a:solidFill>
                  <a:srgbClr val="C00000"/>
                </a:solidFill>
                <a:latin typeface="Times New Roman" pitchFamily="28"/>
                <a:ea typeface="宋体" pitchFamily="28"/>
              </a:rPr>
              <a:t>IRB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yt_shape_10109"/>
              <p:cNvSpPr txBox="1"/>
              <p:nvPr/>
            </p:nvSpPr>
            <p:spPr>
              <a:xfrm>
                <a:off x="324071" y="1658624"/>
                <a:ext cx="11924914" cy="240065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marL="621665" algn="l" eaLnBrk="1" latinLnBrk="0" hangingPunct="0">
                  <a:lnSpc>
                    <a:spcPct val="140000"/>
                  </a:lnSpc>
                </a:pPr>
                <a:r>
                  <a:rPr lang="zh-CN" altLang="zh-CN" sz="2800" b="1" i="0" u="none" dirty="0">
                    <a:solidFill>
                      <a:srgbClr val="0000FF"/>
                    </a:solidFill>
                    <a:effectLst/>
                    <a:latin typeface="Times New Roman" pitchFamily="28"/>
                    <a:ea typeface="黑体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黑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图中，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IlB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cos 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Times New Roman" pitchFamily="28"/>
                  </a:rPr>
                  <a:t>α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；B图中，导线在纸平面内，因此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⊥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2_d25ff"/>
                  </a:rPr>
                  <a:t>，故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IlB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；C图中电流方向与磁场方向平行，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2_3c0c3"/>
                  </a:rPr>
                  <a:t>=0；D图中是两根导线组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成的折线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abc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，整体有效长度为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ac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l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，故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D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IlB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；E图中是沿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→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  <a:sym typeface="_⨹_1_e9b8b"/>
                  </a:rPr>
                  <a:t>b</a:t>
                </a:r>
                <a:b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</a:b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的半圆形电流，其有效长度为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ab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=2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R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，则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F</a:t>
                </a:r>
                <a:r>
                  <a:rPr lang="zh-CN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E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=2</a:t>
                </a:r>
                <a:r>
                  <a:rPr lang="zh-CN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IRB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。</a:t>
                </a:r>
              </a:p>
            </p:txBody>
          </p:sp>
        </mc:Choice>
        <mc:Fallback xmlns="">
          <p:sp>
            <p:nvSpPr>
              <p:cNvPr id="15" name="yt_shape_10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1658624"/>
                <a:ext cx="11924914" cy="2400657"/>
              </a:xfrm>
              <a:prstGeom prst="rect">
                <a:avLst/>
              </a:prstGeom>
              <a:blipFill>
                <a:blip r:embed="rId3"/>
                <a:stretch>
                  <a:fillRect t="-1015" b="-8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5" grpId="0" build="allAtOnce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9"/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0"/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1"/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0"/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2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2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3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3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3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4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42"/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7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9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9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3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6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7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8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6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8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9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3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9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3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4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8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3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3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4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2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3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7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4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5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2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5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7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5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8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9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5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3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4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49"/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5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5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6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2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6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7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8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9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2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9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4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3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4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6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7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8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9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6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4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3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4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6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7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8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9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9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7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8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9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56"/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8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9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2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3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4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6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06"/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05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06"/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07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06"/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1"/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3"/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4"/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7"/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1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17"/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38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5"/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18"/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08"/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409"/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3</TotalTime>
  <Words>647</Words>
  <Application>Microsoft Macintosh PowerPoint</Application>
  <PresentationFormat>Widescreen</PresentationFormat>
  <Paragraphs>88</Paragraphs>
  <Slides>19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方正新报宋_GBK</vt:lpstr>
      <vt:lpstr>Microsoft YaHei</vt:lpstr>
      <vt:lpstr>Microsoft YaHei</vt:lpstr>
      <vt:lpstr>黑体</vt:lpstr>
      <vt:lpstr>华文楷体</vt:lpstr>
      <vt:lpstr>Arial</vt:lpstr>
      <vt:lpstr>Calibri</vt:lpstr>
      <vt:lpstr>Cambria Math</vt:lpstr>
      <vt:lpstr>Tahoma</vt:lpstr>
      <vt:lpstr>Times New Roman</vt:lpstr>
      <vt:lpstr>Wingdings</vt:lpstr>
      <vt:lpstr>Office 主题​​</vt:lpstr>
      <vt:lpstr>Equation.KSEE3</vt:lpstr>
      <vt:lpstr>磁场对通电导线的作用力</vt:lpstr>
      <vt:lpstr>安培定则</vt:lpstr>
      <vt:lpstr>安培定则</vt:lpstr>
      <vt:lpstr>磁感应强度</vt:lpstr>
      <vt:lpstr>在实验中，安培力的方向是怎样的？</vt:lpstr>
      <vt:lpstr>左手定则</vt:lpstr>
      <vt:lpstr>第一次使用，我告诉你3个物理量，左手应该如何摆放（下次可就只告诉2个了）</vt:lpstr>
      <vt:lpstr>下次</vt:lpstr>
      <vt:lpstr>分析同向，反向电流的安培力</vt:lpstr>
      <vt:lpstr>安培力的应用：磁式电流表</vt:lpstr>
      <vt:lpstr>PowerPoint Presentation</vt:lpstr>
      <vt:lpstr>电动机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2</cp:revision>
  <dcterms:created xsi:type="dcterms:W3CDTF">2026-10-23T02:26:59Z</dcterms:created>
  <dcterms:modified xsi:type="dcterms:W3CDTF">2026-10-23T02:30:52Z</dcterms:modified>
</cp:coreProperties>
</file>