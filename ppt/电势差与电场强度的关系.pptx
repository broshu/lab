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260.xml" ContentType="application/vnd.openxmlformats-officedocument.presentationml.tags+xml"/>
  <Override PartName="/ppt/tags/tag292.xml" ContentType="application/vnd.openxmlformats-officedocument.presentationml.tags+xml"/>
  <Override PartName="/ppt/tags/tag299.xml" ContentType="application/vnd.openxmlformats-officedocument.presentationml.tags+xml"/>
  <Override PartName="/ppt/tags/tag352.xml" ContentType="application/vnd.openxmlformats-officedocument.presentationml.tags+xml"/>
  <Override PartName="/ppt/tags/tag367.xml" ContentType="application/vnd.openxmlformats-officedocument.presentationml.tags+xml"/>
  <Override PartName="/ppt/tags/tag369.xml" ContentType="application/vnd.openxmlformats-officedocument.presentationml.tags+xml"/>
  <Override PartName="/ppt/tags/tag376.xml" ContentType="application/vnd.openxmlformats-officedocument.presentationml.tags+xml"/>
</Types>
</file>

<file path=_rels/.rels><?xml version="1.0" encoding="UTF-8"?>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1" r:id="rId3"/>
    <p:sldId id="539" r:id="rId4"/>
    <p:sldId id="538" r:id="rId5"/>
    <p:sldId id="302" r:id="rId6"/>
    <p:sldId id="540" r:id="rId7"/>
    <p:sldId id="303" r:id="rId8"/>
    <p:sldId id="307" r:id="rId9"/>
    <p:sldId id="305" r:id="rId10"/>
    <p:sldId id="550" r:id="rId11"/>
    <p:sldId id="315" r:id="rId12"/>
    <p:sldId id="317" r:id="rId13"/>
    <p:sldId id="34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7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8.xml.rels><?xml version="1.0" encoding="UTF-8"?>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观察与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: 形状 19"/>
          <p:cNvSpPr/>
          <p:nvPr userDrawn="1">
            <p:custDataLst>
              <p:tags r:id="rId1"/>
            </p:custDataLst>
          </p:nvPr>
        </p:nvSpPr>
        <p:spPr>
          <a:xfrm rot="16200000" flipH="1">
            <a:off x="1171658" y="291584"/>
            <a:ext cx="419170" cy="1065768"/>
          </a:xfrm>
          <a:custGeom>
            <a:avLst/>
            <a:gdLst>
              <a:gd name="connsiteX0" fmla="*/ 381911 w 419170"/>
              <a:gd name="connsiteY0" fmla="*/ 1047124 h 1065768"/>
              <a:gd name="connsiteX1" fmla="*/ 400540 w 419170"/>
              <a:gd name="connsiteY1" fmla="*/ 1065768 h 1065768"/>
              <a:gd name="connsiteX2" fmla="*/ 419170 w 419170"/>
              <a:gd name="connsiteY2" fmla="*/ 1047124 h 1065768"/>
              <a:gd name="connsiteX3" fmla="*/ 400540 w 419170"/>
              <a:gd name="connsiteY3" fmla="*/ 1028481 h 1065768"/>
              <a:gd name="connsiteX4" fmla="*/ 381911 w 419170"/>
              <a:gd name="connsiteY4" fmla="*/ 1047124 h 1065768"/>
              <a:gd name="connsiteX5" fmla="*/ 381911 w 419170"/>
              <a:gd name="connsiteY5" fmla="*/ 978610 h 1065768"/>
              <a:gd name="connsiteX6" fmla="*/ 400540 w 419170"/>
              <a:gd name="connsiteY6" fmla="*/ 997253 h 1065768"/>
              <a:gd name="connsiteX7" fmla="*/ 419170 w 419170"/>
              <a:gd name="connsiteY7" fmla="*/ 978610 h 1065768"/>
              <a:gd name="connsiteX8" fmla="*/ 400540 w 419170"/>
              <a:gd name="connsiteY8" fmla="*/ 959966 h 1065768"/>
              <a:gd name="connsiteX9" fmla="*/ 381911 w 419170"/>
              <a:gd name="connsiteY9" fmla="*/ 978610 h 1065768"/>
              <a:gd name="connsiteX10" fmla="*/ 381911 w 419170"/>
              <a:gd name="connsiteY10" fmla="*/ 910095 h 1065768"/>
              <a:gd name="connsiteX11" fmla="*/ 400540 w 419170"/>
              <a:gd name="connsiteY11" fmla="*/ 928739 h 1065768"/>
              <a:gd name="connsiteX12" fmla="*/ 419170 w 419170"/>
              <a:gd name="connsiteY12" fmla="*/ 910095 h 1065768"/>
              <a:gd name="connsiteX13" fmla="*/ 400540 w 419170"/>
              <a:gd name="connsiteY13" fmla="*/ 891452 h 1065768"/>
              <a:gd name="connsiteX14" fmla="*/ 381911 w 419170"/>
              <a:gd name="connsiteY14" fmla="*/ 910095 h 1065768"/>
              <a:gd name="connsiteX15" fmla="*/ 381911 w 419170"/>
              <a:gd name="connsiteY15" fmla="*/ 841581 h 1065768"/>
              <a:gd name="connsiteX16" fmla="*/ 400540 w 419170"/>
              <a:gd name="connsiteY16" fmla="*/ 860224 h 1065768"/>
              <a:gd name="connsiteX17" fmla="*/ 419170 w 419170"/>
              <a:gd name="connsiteY17" fmla="*/ 841581 h 1065768"/>
              <a:gd name="connsiteX18" fmla="*/ 400540 w 419170"/>
              <a:gd name="connsiteY18" fmla="*/ 822937 h 1065768"/>
              <a:gd name="connsiteX19" fmla="*/ 381911 w 419170"/>
              <a:gd name="connsiteY19" fmla="*/ 841581 h 1065768"/>
              <a:gd name="connsiteX20" fmla="*/ 381911 w 419170"/>
              <a:gd name="connsiteY20" fmla="*/ 773065 h 1065768"/>
              <a:gd name="connsiteX21" fmla="*/ 400540 w 419170"/>
              <a:gd name="connsiteY21" fmla="*/ 791709 h 1065768"/>
              <a:gd name="connsiteX22" fmla="*/ 419170 w 419170"/>
              <a:gd name="connsiteY22" fmla="*/ 773065 h 1065768"/>
              <a:gd name="connsiteX23" fmla="*/ 400540 w 419170"/>
              <a:gd name="connsiteY23" fmla="*/ 754422 h 1065768"/>
              <a:gd name="connsiteX24" fmla="*/ 381911 w 419170"/>
              <a:gd name="connsiteY24" fmla="*/ 773065 h 1065768"/>
              <a:gd name="connsiteX25" fmla="*/ 381911 w 419170"/>
              <a:gd name="connsiteY25" fmla="*/ 704551 h 1065768"/>
              <a:gd name="connsiteX26" fmla="*/ 400540 w 419170"/>
              <a:gd name="connsiteY26" fmla="*/ 723194 h 1065768"/>
              <a:gd name="connsiteX27" fmla="*/ 419170 w 419170"/>
              <a:gd name="connsiteY27" fmla="*/ 704551 h 1065768"/>
              <a:gd name="connsiteX28" fmla="*/ 400540 w 419170"/>
              <a:gd name="connsiteY28" fmla="*/ 685907 h 1065768"/>
              <a:gd name="connsiteX29" fmla="*/ 381911 w 419170"/>
              <a:gd name="connsiteY29" fmla="*/ 704551 h 1065768"/>
              <a:gd name="connsiteX30" fmla="*/ 381911 w 419170"/>
              <a:gd name="connsiteY30" fmla="*/ 636036 h 1065768"/>
              <a:gd name="connsiteX31" fmla="*/ 400540 w 419170"/>
              <a:gd name="connsiteY31" fmla="*/ 654679 h 1065768"/>
              <a:gd name="connsiteX32" fmla="*/ 419170 w 419170"/>
              <a:gd name="connsiteY32" fmla="*/ 636036 h 1065768"/>
              <a:gd name="connsiteX33" fmla="*/ 400540 w 419170"/>
              <a:gd name="connsiteY33" fmla="*/ 617393 h 1065768"/>
              <a:gd name="connsiteX34" fmla="*/ 381911 w 419170"/>
              <a:gd name="connsiteY34" fmla="*/ 636036 h 1065768"/>
              <a:gd name="connsiteX35" fmla="*/ 381911 w 419170"/>
              <a:gd name="connsiteY35" fmla="*/ 567521 h 1065768"/>
              <a:gd name="connsiteX36" fmla="*/ 400540 w 419170"/>
              <a:gd name="connsiteY36" fmla="*/ 586165 h 1065768"/>
              <a:gd name="connsiteX37" fmla="*/ 419170 w 419170"/>
              <a:gd name="connsiteY37" fmla="*/ 567521 h 1065768"/>
              <a:gd name="connsiteX38" fmla="*/ 400540 w 419170"/>
              <a:gd name="connsiteY38" fmla="*/ 548878 h 1065768"/>
              <a:gd name="connsiteX39" fmla="*/ 381911 w 419170"/>
              <a:gd name="connsiteY39" fmla="*/ 567521 h 1065768"/>
              <a:gd name="connsiteX40" fmla="*/ 381910 w 419170"/>
              <a:gd name="connsiteY40" fmla="*/ 498246 h 1065768"/>
              <a:gd name="connsiteX41" fmla="*/ 400539 w 419170"/>
              <a:gd name="connsiteY41" fmla="*/ 516890 h 1065768"/>
              <a:gd name="connsiteX42" fmla="*/ 419169 w 419170"/>
              <a:gd name="connsiteY42" fmla="*/ 498246 h 1065768"/>
              <a:gd name="connsiteX43" fmla="*/ 400539 w 419170"/>
              <a:gd name="connsiteY43" fmla="*/ 479603 h 1065768"/>
              <a:gd name="connsiteX44" fmla="*/ 381910 w 419170"/>
              <a:gd name="connsiteY44" fmla="*/ 498246 h 1065768"/>
              <a:gd name="connsiteX45" fmla="*/ 381910 w 419170"/>
              <a:gd name="connsiteY45" fmla="*/ 429732 h 1065768"/>
              <a:gd name="connsiteX46" fmla="*/ 400539 w 419170"/>
              <a:gd name="connsiteY46" fmla="*/ 448375 h 1065768"/>
              <a:gd name="connsiteX47" fmla="*/ 419169 w 419170"/>
              <a:gd name="connsiteY47" fmla="*/ 429732 h 1065768"/>
              <a:gd name="connsiteX48" fmla="*/ 400539 w 419170"/>
              <a:gd name="connsiteY48" fmla="*/ 411088 h 1065768"/>
              <a:gd name="connsiteX49" fmla="*/ 381910 w 419170"/>
              <a:gd name="connsiteY49" fmla="*/ 429732 h 1065768"/>
              <a:gd name="connsiteX50" fmla="*/ 381910 w 419170"/>
              <a:gd name="connsiteY50" fmla="*/ 361217 h 1065768"/>
              <a:gd name="connsiteX51" fmla="*/ 400539 w 419170"/>
              <a:gd name="connsiteY51" fmla="*/ 379861 h 1065768"/>
              <a:gd name="connsiteX52" fmla="*/ 419169 w 419170"/>
              <a:gd name="connsiteY52" fmla="*/ 361217 h 1065768"/>
              <a:gd name="connsiteX53" fmla="*/ 400539 w 419170"/>
              <a:gd name="connsiteY53" fmla="*/ 342574 h 1065768"/>
              <a:gd name="connsiteX54" fmla="*/ 381910 w 419170"/>
              <a:gd name="connsiteY54" fmla="*/ 361217 h 1065768"/>
              <a:gd name="connsiteX55" fmla="*/ 381910 w 419170"/>
              <a:gd name="connsiteY55" fmla="*/ 292703 h 1065768"/>
              <a:gd name="connsiteX56" fmla="*/ 400539 w 419170"/>
              <a:gd name="connsiteY56" fmla="*/ 311346 h 1065768"/>
              <a:gd name="connsiteX57" fmla="*/ 419169 w 419170"/>
              <a:gd name="connsiteY57" fmla="*/ 292703 h 1065768"/>
              <a:gd name="connsiteX58" fmla="*/ 400539 w 419170"/>
              <a:gd name="connsiteY58" fmla="*/ 274059 h 1065768"/>
              <a:gd name="connsiteX59" fmla="*/ 381910 w 419170"/>
              <a:gd name="connsiteY59" fmla="*/ 292703 h 1065768"/>
              <a:gd name="connsiteX60" fmla="*/ 381910 w 419170"/>
              <a:gd name="connsiteY60" fmla="*/ 224187 h 1065768"/>
              <a:gd name="connsiteX61" fmla="*/ 400539 w 419170"/>
              <a:gd name="connsiteY61" fmla="*/ 242831 h 1065768"/>
              <a:gd name="connsiteX62" fmla="*/ 419169 w 419170"/>
              <a:gd name="connsiteY62" fmla="*/ 224187 h 1065768"/>
              <a:gd name="connsiteX63" fmla="*/ 400539 w 419170"/>
              <a:gd name="connsiteY63" fmla="*/ 205544 h 1065768"/>
              <a:gd name="connsiteX64" fmla="*/ 381910 w 419170"/>
              <a:gd name="connsiteY64" fmla="*/ 224187 h 1065768"/>
              <a:gd name="connsiteX65" fmla="*/ 381910 w 419170"/>
              <a:gd name="connsiteY65" fmla="*/ 155673 h 1065768"/>
              <a:gd name="connsiteX66" fmla="*/ 400539 w 419170"/>
              <a:gd name="connsiteY66" fmla="*/ 174316 h 1065768"/>
              <a:gd name="connsiteX67" fmla="*/ 419169 w 419170"/>
              <a:gd name="connsiteY67" fmla="*/ 155673 h 1065768"/>
              <a:gd name="connsiteX68" fmla="*/ 400539 w 419170"/>
              <a:gd name="connsiteY68" fmla="*/ 137029 h 1065768"/>
              <a:gd name="connsiteX69" fmla="*/ 381910 w 419170"/>
              <a:gd name="connsiteY69" fmla="*/ 155673 h 1065768"/>
              <a:gd name="connsiteX70" fmla="*/ 381910 w 419170"/>
              <a:gd name="connsiteY70" fmla="*/ 87158 h 1065768"/>
              <a:gd name="connsiteX71" fmla="*/ 400539 w 419170"/>
              <a:gd name="connsiteY71" fmla="*/ 105802 h 1065768"/>
              <a:gd name="connsiteX72" fmla="*/ 419169 w 419170"/>
              <a:gd name="connsiteY72" fmla="*/ 87158 h 1065768"/>
              <a:gd name="connsiteX73" fmla="*/ 400539 w 419170"/>
              <a:gd name="connsiteY73" fmla="*/ 68515 h 1065768"/>
              <a:gd name="connsiteX74" fmla="*/ 381910 w 419170"/>
              <a:gd name="connsiteY74" fmla="*/ 87158 h 1065768"/>
              <a:gd name="connsiteX75" fmla="*/ 381910 w 419170"/>
              <a:gd name="connsiteY75" fmla="*/ 18643 h 1065768"/>
              <a:gd name="connsiteX76" fmla="*/ 400539 w 419170"/>
              <a:gd name="connsiteY76" fmla="*/ 37287 h 1065768"/>
              <a:gd name="connsiteX77" fmla="*/ 419169 w 419170"/>
              <a:gd name="connsiteY77" fmla="*/ 18643 h 1065768"/>
              <a:gd name="connsiteX78" fmla="*/ 400539 w 419170"/>
              <a:gd name="connsiteY78" fmla="*/ 0 h 1065768"/>
              <a:gd name="connsiteX79" fmla="*/ 381910 w 419170"/>
              <a:gd name="connsiteY79" fmla="*/ 18643 h 1065768"/>
              <a:gd name="connsiteX80" fmla="*/ 305529 w 419170"/>
              <a:gd name="connsiteY80" fmla="*/ 1047124 h 1065768"/>
              <a:gd name="connsiteX81" fmla="*/ 324159 w 419170"/>
              <a:gd name="connsiteY81" fmla="*/ 1065768 h 1065768"/>
              <a:gd name="connsiteX82" fmla="*/ 342788 w 419170"/>
              <a:gd name="connsiteY82" fmla="*/ 1047124 h 1065768"/>
              <a:gd name="connsiteX83" fmla="*/ 324159 w 419170"/>
              <a:gd name="connsiteY83" fmla="*/ 1028481 h 1065768"/>
              <a:gd name="connsiteX84" fmla="*/ 305529 w 419170"/>
              <a:gd name="connsiteY84" fmla="*/ 1047124 h 1065768"/>
              <a:gd name="connsiteX85" fmla="*/ 305529 w 419170"/>
              <a:gd name="connsiteY85" fmla="*/ 978610 h 1065768"/>
              <a:gd name="connsiteX86" fmla="*/ 324159 w 419170"/>
              <a:gd name="connsiteY86" fmla="*/ 997253 h 1065768"/>
              <a:gd name="connsiteX87" fmla="*/ 342788 w 419170"/>
              <a:gd name="connsiteY87" fmla="*/ 978610 h 1065768"/>
              <a:gd name="connsiteX88" fmla="*/ 324159 w 419170"/>
              <a:gd name="connsiteY88" fmla="*/ 959966 h 1065768"/>
              <a:gd name="connsiteX89" fmla="*/ 305529 w 419170"/>
              <a:gd name="connsiteY89" fmla="*/ 978610 h 1065768"/>
              <a:gd name="connsiteX90" fmla="*/ 305529 w 419170"/>
              <a:gd name="connsiteY90" fmla="*/ 910095 h 1065768"/>
              <a:gd name="connsiteX91" fmla="*/ 324159 w 419170"/>
              <a:gd name="connsiteY91" fmla="*/ 928739 h 1065768"/>
              <a:gd name="connsiteX92" fmla="*/ 342788 w 419170"/>
              <a:gd name="connsiteY92" fmla="*/ 910095 h 1065768"/>
              <a:gd name="connsiteX93" fmla="*/ 324159 w 419170"/>
              <a:gd name="connsiteY93" fmla="*/ 891452 h 1065768"/>
              <a:gd name="connsiteX94" fmla="*/ 305529 w 419170"/>
              <a:gd name="connsiteY94" fmla="*/ 910095 h 1065768"/>
              <a:gd name="connsiteX95" fmla="*/ 305529 w 419170"/>
              <a:gd name="connsiteY95" fmla="*/ 841581 h 1065768"/>
              <a:gd name="connsiteX96" fmla="*/ 324159 w 419170"/>
              <a:gd name="connsiteY96" fmla="*/ 860224 h 1065768"/>
              <a:gd name="connsiteX97" fmla="*/ 342788 w 419170"/>
              <a:gd name="connsiteY97" fmla="*/ 841581 h 1065768"/>
              <a:gd name="connsiteX98" fmla="*/ 324159 w 419170"/>
              <a:gd name="connsiteY98" fmla="*/ 822937 h 1065768"/>
              <a:gd name="connsiteX99" fmla="*/ 305529 w 419170"/>
              <a:gd name="connsiteY99" fmla="*/ 841581 h 1065768"/>
              <a:gd name="connsiteX100" fmla="*/ 305529 w 419170"/>
              <a:gd name="connsiteY100" fmla="*/ 773065 h 1065768"/>
              <a:gd name="connsiteX101" fmla="*/ 324159 w 419170"/>
              <a:gd name="connsiteY101" fmla="*/ 791709 h 1065768"/>
              <a:gd name="connsiteX102" fmla="*/ 342788 w 419170"/>
              <a:gd name="connsiteY102" fmla="*/ 773065 h 1065768"/>
              <a:gd name="connsiteX103" fmla="*/ 324159 w 419170"/>
              <a:gd name="connsiteY103" fmla="*/ 754422 h 1065768"/>
              <a:gd name="connsiteX104" fmla="*/ 305529 w 419170"/>
              <a:gd name="connsiteY104" fmla="*/ 773065 h 1065768"/>
              <a:gd name="connsiteX105" fmla="*/ 305529 w 419170"/>
              <a:gd name="connsiteY105" fmla="*/ 704551 h 1065768"/>
              <a:gd name="connsiteX106" fmla="*/ 324159 w 419170"/>
              <a:gd name="connsiteY106" fmla="*/ 723194 h 1065768"/>
              <a:gd name="connsiteX107" fmla="*/ 342788 w 419170"/>
              <a:gd name="connsiteY107" fmla="*/ 704551 h 1065768"/>
              <a:gd name="connsiteX108" fmla="*/ 324159 w 419170"/>
              <a:gd name="connsiteY108" fmla="*/ 685907 h 1065768"/>
              <a:gd name="connsiteX109" fmla="*/ 305529 w 419170"/>
              <a:gd name="connsiteY109" fmla="*/ 704551 h 1065768"/>
              <a:gd name="connsiteX110" fmla="*/ 305529 w 419170"/>
              <a:gd name="connsiteY110" fmla="*/ 636036 h 1065768"/>
              <a:gd name="connsiteX111" fmla="*/ 324159 w 419170"/>
              <a:gd name="connsiteY111" fmla="*/ 654679 h 1065768"/>
              <a:gd name="connsiteX112" fmla="*/ 342788 w 419170"/>
              <a:gd name="connsiteY112" fmla="*/ 636036 h 1065768"/>
              <a:gd name="connsiteX113" fmla="*/ 324159 w 419170"/>
              <a:gd name="connsiteY113" fmla="*/ 617393 h 1065768"/>
              <a:gd name="connsiteX114" fmla="*/ 305529 w 419170"/>
              <a:gd name="connsiteY114" fmla="*/ 636036 h 1065768"/>
              <a:gd name="connsiteX115" fmla="*/ 305529 w 419170"/>
              <a:gd name="connsiteY115" fmla="*/ 567521 h 1065768"/>
              <a:gd name="connsiteX116" fmla="*/ 324159 w 419170"/>
              <a:gd name="connsiteY116" fmla="*/ 586165 h 1065768"/>
              <a:gd name="connsiteX117" fmla="*/ 342788 w 419170"/>
              <a:gd name="connsiteY117" fmla="*/ 567521 h 1065768"/>
              <a:gd name="connsiteX118" fmla="*/ 324159 w 419170"/>
              <a:gd name="connsiteY118" fmla="*/ 548878 h 1065768"/>
              <a:gd name="connsiteX119" fmla="*/ 305529 w 419170"/>
              <a:gd name="connsiteY119" fmla="*/ 567521 h 1065768"/>
              <a:gd name="connsiteX120" fmla="*/ 305528 w 419170"/>
              <a:gd name="connsiteY120" fmla="*/ 498246 h 1065768"/>
              <a:gd name="connsiteX121" fmla="*/ 324158 w 419170"/>
              <a:gd name="connsiteY121" fmla="*/ 516890 h 1065768"/>
              <a:gd name="connsiteX122" fmla="*/ 342787 w 419170"/>
              <a:gd name="connsiteY122" fmla="*/ 498246 h 1065768"/>
              <a:gd name="connsiteX123" fmla="*/ 324158 w 419170"/>
              <a:gd name="connsiteY123" fmla="*/ 479603 h 1065768"/>
              <a:gd name="connsiteX124" fmla="*/ 305528 w 419170"/>
              <a:gd name="connsiteY124" fmla="*/ 498246 h 1065768"/>
              <a:gd name="connsiteX125" fmla="*/ 305528 w 419170"/>
              <a:gd name="connsiteY125" fmla="*/ 429732 h 1065768"/>
              <a:gd name="connsiteX126" fmla="*/ 324158 w 419170"/>
              <a:gd name="connsiteY126" fmla="*/ 448375 h 1065768"/>
              <a:gd name="connsiteX127" fmla="*/ 342787 w 419170"/>
              <a:gd name="connsiteY127" fmla="*/ 429732 h 1065768"/>
              <a:gd name="connsiteX128" fmla="*/ 324158 w 419170"/>
              <a:gd name="connsiteY128" fmla="*/ 411088 h 1065768"/>
              <a:gd name="connsiteX129" fmla="*/ 305528 w 419170"/>
              <a:gd name="connsiteY129" fmla="*/ 429732 h 1065768"/>
              <a:gd name="connsiteX130" fmla="*/ 305528 w 419170"/>
              <a:gd name="connsiteY130" fmla="*/ 361217 h 1065768"/>
              <a:gd name="connsiteX131" fmla="*/ 324158 w 419170"/>
              <a:gd name="connsiteY131" fmla="*/ 379861 h 1065768"/>
              <a:gd name="connsiteX132" fmla="*/ 342787 w 419170"/>
              <a:gd name="connsiteY132" fmla="*/ 361217 h 1065768"/>
              <a:gd name="connsiteX133" fmla="*/ 324158 w 419170"/>
              <a:gd name="connsiteY133" fmla="*/ 342574 h 1065768"/>
              <a:gd name="connsiteX134" fmla="*/ 305528 w 419170"/>
              <a:gd name="connsiteY134" fmla="*/ 361217 h 1065768"/>
              <a:gd name="connsiteX135" fmla="*/ 305528 w 419170"/>
              <a:gd name="connsiteY135" fmla="*/ 292703 h 1065768"/>
              <a:gd name="connsiteX136" fmla="*/ 324158 w 419170"/>
              <a:gd name="connsiteY136" fmla="*/ 311346 h 1065768"/>
              <a:gd name="connsiteX137" fmla="*/ 342787 w 419170"/>
              <a:gd name="connsiteY137" fmla="*/ 292703 h 1065768"/>
              <a:gd name="connsiteX138" fmla="*/ 324158 w 419170"/>
              <a:gd name="connsiteY138" fmla="*/ 274059 h 1065768"/>
              <a:gd name="connsiteX139" fmla="*/ 305528 w 419170"/>
              <a:gd name="connsiteY139" fmla="*/ 292703 h 1065768"/>
              <a:gd name="connsiteX140" fmla="*/ 305528 w 419170"/>
              <a:gd name="connsiteY140" fmla="*/ 224187 h 1065768"/>
              <a:gd name="connsiteX141" fmla="*/ 324158 w 419170"/>
              <a:gd name="connsiteY141" fmla="*/ 242831 h 1065768"/>
              <a:gd name="connsiteX142" fmla="*/ 342787 w 419170"/>
              <a:gd name="connsiteY142" fmla="*/ 224187 h 1065768"/>
              <a:gd name="connsiteX143" fmla="*/ 324158 w 419170"/>
              <a:gd name="connsiteY143" fmla="*/ 205544 h 1065768"/>
              <a:gd name="connsiteX144" fmla="*/ 305528 w 419170"/>
              <a:gd name="connsiteY144" fmla="*/ 224187 h 1065768"/>
              <a:gd name="connsiteX145" fmla="*/ 305528 w 419170"/>
              <a:gd name="connsiteY145" fmla="*/ 155673 h 1065768"/>
              <a:gd name="connsiteX146" fmla="*/ 324158 w 419170"/>
              <a:gd name="connsiteY146" fmla="*/ 174316 h 1065768"/>
              <a:gd name="connsiteX147" fmla="*/ 342787 w 419170"/>
              <a:gd name="connsiteY147" fmla="*/ 155673 h 1065768"/>
              <a:gd name="connsiteX148" fmla="*/ 324158 w 419170"/>
              <a:gd name="connsiteY148" fmla="*/ 137029 h 1065768"/>
              <a:gd name="connsiteX149" fmla="*/ 305528 w 419170"/>
              <a:gd name="connsiteY149" fmla="*/ 155673 h 1065768"/>
              <a:gd name="connsiteX150" fmla="*/ 305528 w 419170"/>
              <a:gd name="connsiteY150" fmla="*/ 87158 h 1065768"/>
              <a:gd name="connsiteX151" fmla="*/ 324158 w 419170"/>
              <a:gd name="connsiteY151" fmla="*/ 105802 h 1065768"/>
              <a:gd name="connsiteX152" fmla="*/ 342787 w 419170"/>
              <a:gd name="connsiteY152" fmla="*/ 87158 h 1065768"/>
              <a:gd name="connsiteX153" fmla="*/ 324158 w 419170"/>
              <a:gd name="connsiteY153" fmla="*/ 68515 h 1065768"/>
              <a:gd name="connsiteX154" fmla="*/ 305528 w 419170"/>
              <a:gd name="connsiteY154" fmla="*/ 87158 h 1065768"/>
              <a:gd name="connsiteX155" fmla="*/ 305528 w 419170"/>
              <a:gd name="connsiteY155" fmla="*/ 18643 h 1065768"/>
              <a:gd name="connsiteX156" fmla="*/ 324158 w 419170"/>
              <a:gd name="connsiteY156" fmla="*/ 37287 h 1065768"/>
              <a:gd name="connsiteX157" fmla="*/ 342787 w 419170"/>
              <a:gd name="connsiteY157" fmla="*/ 18643 h 1065768"/>
              <a:gd name="connsiteX158" fmla="*/ 324158 w 419170"/>
              <a:gd name="connsiteY158" fmla="*/ 0 h 1065768"/>
              <a:gd name="connsiteX159" fmla="*/ 305528 w 419170"/>
              <a:gd name="connsiteY159" fmla="*/ 18643 h 1065768"/>
              <a:gd name="connsiteX160" fmla="*/ 229147 w 419170"/>
              <a:gd name="connsiteY160" fmla="*/ 1047124 h 1065768"/>
              <a:gd name="connsiteX161" fmla="*/ 247776 w 419170"/>
              <a:gd name="connsiteY161" fmla="*/ 1065768 h 1065768"/>
              <a:gd name="connsiteX162" fmla="*/ 266406 w 419170"/>
              <a:gd name="connsiteY162" fmla="*/ 1047124 h 1065768"/>
              <a:gd name="connsiteX163" fmla="*/ 247776 w 419170"/>
              <a:gd name="connsiteY163" fmla="*/ 1028481 h 1065768"/>
              <a:gd name="connsiteX164" fmla="*/ 229147 w 419170"/>
              <a:gd name="connsiteY164" fmla="*/ 1047124 h 1065768"/>
              <a:gd name="connsiteX165" fmla="*/ 229147 w 419170"/>
              <a:gd name="connsiteY165" fmla="*/ 978610 h 1065768"/>
              <a:gd name="connsiteX166" fmla="*/ 247776 w 419170"/>
              <a:gd name="connsiteY166" fmla="*/ 997253 h 1065768"/>
              <a:gd name="connsiteX167" fmla="*/ 266406 w 419170"/>
              <a:gd name="connsiteY167" fmla="*/ 978610 h 1065768"/>
              <a:gd name="connsiteX168" fmla="*/ 247776 w 419170"/>
              <a:gd name="connsiteY168" fmla="*/ 959966 h 1065768"/>
              <a:gd name="connsiteX169" fmla="*/ 229147 w 419170"/>
              <a:gd name="connsiteY169" fmla="*/ 978610 h 1065768"/>
              <a:gd name="connsiteX170" fmla="*/ 229147 w 419170"/>
              <a:gd name="connsiteY170" fmla="*/ 910095 h 1065768"/>
              <a:gd name="connsiteX171" fmla="*/ 247776 w 419170"/>
              <a:gd name="connsiteY171" fmla="*/ 928739 h 1065768"/>
              <a:gd name="connsiteX172" fmla="*/ 266406 w 419170"/>
              <a:gd name="connsiteY172" fmla="*/ 910095 h 1065768"/>
              <a:gd name="connsiteX173" fmla="*/ 247776 w 419170"/>
              <a:gd name="connsiteY173" fmla="*/ 891452 h 1065768"/>
              <a:gd name="connsiteX174" fmla="*/ 229147 w 419170"/>
              <a:gd name="connsiteY174" fmla="*/ 910095 h 1065768"/>
              <a:gd name="connsiteX175" fmla="*/ 229147 w 419170"/>
              <a:gd name="connsiteY175" fmla="*/ 841581 h 1065768"/>
              <a:gd name="connsiteX176" fmla="*/ 247776 w 419170"/>
              <a:gd name="connsiteY176" fmla="*/ 860224 h 1065768"/>
              <a:gd name="connsiteX177" fmla="*/ 266406 w 419170"/>
              <a:gd name="connsiteY177" fmla="*/ 841581 h 1065768"/>
              <a:gd name="connsiteX178" fmla="*/ 247776 w 419170"/>
              <a:gd name="connsiteY178" fmla="*/ 822937 h 1065768"/>
              <a:gd name="connsiteX179" fmla="*/ 229147 w 419170"/>
              <a:gd name="connsiteY179" fmla="*/ 841581 h 1065768"/>
              <a:gd name="connsiteX180" fmla="*/ 229147 w 419170"/>
              <a:gd name="connsiteY180" fmla="*/ 773065 h 1065768"/>
              <a:gd name="connsiteX181" fmla="*/ 247776 w 419170"/>
              <a:gd name="connsiteY181" fmla="*/ 791709 h 1065768"/>
              <a:gd name="connsiteX182" fmla="*/ 266406 w 419170"/>
              <a:gd name="connsiteY182" fmla="*/ 773065 h 1065768"/>
              <a:gd name="connsiteX183" fmla="*/ 247776 w 419170"/>
              <a:gd name="connsiteY183" fmla="*/ 754422 h 1065768"/>
              <a:gd name="connsiteX184" fmla="*/ 229147 w 419170"/>
              <a:gd name="connsiteY184" fmla="*/ 773065 h 1065768"/>
              <a:gd name="connsiteX185" fmla="*/ 229147 w 419170"/>
              <a:gd name="connsiteY185" fmla="*/ 704551 h 1065768"/>
              <a:gd name="connsiteX186" fmla="*/ 247776 w 419170"/>
              <a:gd name="connsiteY186" fmla="*/ 723194 h 1065768"/>
              <a:gd name="connsiteX187" fmla="*/ 266406 w 419170"/>
              <a:gd name="connsiteY187" fmla="*/ 704551 h 1065768"/>
              <a:gd name="connsiteX188" fmla="*/ 247776 w 419170"/>
              <a:gd name="connsiteY188" fmla="*/ 685907 h 1065768"/>
              <a:gd name="connsiteX189" fmla="*/ 229147 w 419170"/>
              <a:gd name="connsiteY189" fmla="*/ 704551 h 1065768"/>
              <a:gd name="connsiteX190" fmla="*/ 229147 w 419170"/>
              <a:gd name="connsiteY190" fmla="*/ 636036 h 1065768"/>
              <a:gd name="connsiteX191" fmla="*/ 247776 w 419170"/>
              <a:gd name="connsiteY191" fmla="*/ 654679 h 1065768"/>
              <a:gd name="connsiteX192" fmla="*/ 266406 w 419170"/>
              <a:gd name="connsiteY192" fmla="*/ 636036 h 1065768"/>
              <a:gd name="connsiteX193" fmla="*/ 247776 w 419170"/>
              <a:gd name="connsiteY193" fmla="*/ 617393 h 1065768"/>
              <a:gd name="connsiteX194" fmla="*/ 229147 w 419170"/>
              <a:gd name="connsiteY194" fmla="*/ 636036 h 1065768"/>
              <a:gd name="connsiteX195" fmla="*/ 229147 w 419170"/>
              <a:gd name="connsiteY195" fmla="*/ 567521 h 1065768"/>
              <a:gd name="connsiteX196" fmla="*/ 247776 w 419170"/>
              <a:gd name="connsiteY196" fmla="*/ 586165 h 1065768"/>
              <a:gd name="connsiteX197" fmla="*/ 266406 w 419170"/>
              <a:gd name="connsiteY197" fmla="*/ 567521 h 1065768"/>
              <a:gd name="connsiteX198" fmla="*/ 247776 w 419170"/>
              <a:gd name="connsiteY198" fmla="*/ 548878 h 1065768"/>
              <a:gd name="connsiteX199" fmla="*/ 229147 w 419170"/>
              <a:gd name="connsiteY199" fmla="*/ 567521 h 1065768"/>
              <a:gd name="connsiteX200" fmla="*/ 229146 w 419170"/>
              <a:gd name="connsiteY200" fmla="*/ 498246 h 1065768"/>
              <a:gd name="connsiteX201" fmla="*/ 247775 w 419170"/>
              <a:gd name="connsiteY201" fmla="*/ 516890 h 1065768"/>
              <a:gd name="connsiteX202" fmla="*/ 266405 w 419170"/>
              <a:gd name="connsiteY202" fmla="*/ 498246 h 1065768"/>
              <a:gd name="connsiteX203" fmla="*/ 247775 w 419170"/>
              <a:gd name="connsiteY203" fmla="*/ 479603 h 1065768"/>
              <a:gd name="connsiteX204" fmla="*/ 229146 w 419170"/>
              <a:gd name="connsiteY204" fmla="*/ 498246 h 1065768"/>
              <a:gd name="connsiteX205" fmla="*/ 229146 w 419170"/>
              <a:gd name="connsiteY205" fmla="*/ 429732 h 1065768"/>
              <a:gd name="connsiteX206" fmla="*/ 247775 w 419170"/>
              <a:gd name="connsiteY206" fmla="*/ 448375 h 1065768"/>
              <a:gd name="connsiteX207" fmla="*/ 266405 w 419170"/>
              <a:gd name="connsiteY207" fmla="*/ 429732 h 1065768"/>
              <a:gd name="connsiteX208" fmla="*/ 247775 w 419170"/>
              <a:gd name="connsiteY208" fmla="*/ 411088 h 1065768"/>
              <a:gd name="connsiteX209" fmla="*/ 229146 w 419170"/>
              <a:gd name="connsiteY209" fmla="*/ 429732 h 1065768"/>
              <a:gd name="connsiteX210" fmla="*/ 229146 w 419170"/>
              <a:gd name="connsiteY210" fmla="*/ 361217 h 1065768"/>
              <a:gd name="connsiteX211" fmla="*/ 247775 w 419170"/>
              <a:gd name="connsiteY211" fmla="*/ 379861 h 1065768"/>
              <a:gd name="connsiteX212" fmla="*/ 266405 w 419170"/>
              <a:gd name="connsiteY212" fmla="*/ 361217 h 1065768"/>
              <a:gd name="connsiteX213" fmla="*/ 247775 w 419170"/>
              <a:gd name="connsiteY213" fmla="*/ 342574 h 1065768"/>
              <a:gd name="connsiteX214" fmla="*/ 229146 w 419170"/>
              <a:gd name="connsiteY214" fmla="*/ 361217 h 1065768"/>
              <a:gd name="connsiteX215" fmla="*/ 229146 w 419170"/>
              <a:gd name="connsiteY215" fmla="*/ 292703 h 1065768"/>
              <a:gd name="connsiteX216" fmla="*/ 247775 w 419170"/>
              <a:gd name="connsiteY216" fmla="*/ 311346 h 1065768"/>
              <a:gd name="connsiteX217" fmla="*/ 266405 w 419170"/>
              <a:gd name="connsiteY217" fmla="*/ 292703 h 1065768"/>
              <a:gd name="connsiteX218" fmla="*/ 247775 w 419170"/>
              <a:gd name="connsiteY218" fmla="*/ 274059 h 1065768"/>
              <a:gd name="connsiteX219" fmla="*/ 229146 w 419170"/>
              <a:gd name="connsiteY219" fmla="*/ 292703 h 1065768"/>
              <a:gd name="connsiteX220" fmla="*/ 229146 w 419170"/>
              <a:gd name="connsiteY220" fmla="*/ 224187 h 1065768"/>
              <a:gd name="connsiteX221" fmla="*/ 247775 w 419170"/>
              <a:gd name="connsiteY221" fmla="*/ 242831 h 1065768"/>
              <a:gd name="connsiteX222" fmla="*/ 266405 w 419170"/>
              <a:gd name="connsiteY222" fmla="*/ 224187 h 1065768"/>
              <a:gd name="connsiteX223" fmla="*/ 247775 w 419170"/>
              <a:gd name="connsiteY223" fmla="*/ 205544 h 1065768"/>
              <a:gd name="connsiteX224" fmla="*/ 229146 w 419170"/>
              <a:gd name="connsiteY224" fmla="*/ 224187 h 1065768"/>
              <a:gd name="connsiteX225" fmla="*/ 229146 w 419170"/>
              <a:gd name="connsiteY225" fmla="*/ 155673 h 1065768"/>
              <a:gd name="connsiteX226" fmla="*/ 247775 w 419170"/>
              <a:gd name="connsiteY226" fmla="*/ 174316 h 1065768"/>
              <a:gd name="connsiteX227" fmla="*/ 266405 w 419170"/>
              <a:gd name="connsiteY227" fmla="*/ 155673 h 1065768"/>
              <a:gd name="connsiteX228" fmla="*/ 247775 w 419170"/>
              <a:gd name="connsiteY228" fmla="*/ 137029 h 1065768"/>
              <a:gd name="connsiteX229" fmla="*/ 229146 w 419170"/>
              <a:gd name="connsiteY229" fmla="*/ 155673 h 1065768"/>
              <a:gd name="connsiteX230" fmla="*/ 229146 w 419170"/>
              <a:gd name="connsiteY230" fmla="*/ 87158 h 1065768"/>
              <a:gd name="connsiteX231" fmla="*/ 247775 w 419170"/>
              <a:gd name="connsiteY231" fmla="*/ 105802 h 1065768"/>
              <a:gd name="connsiteX232" fmla="*/ 266405 w 419170"/>
              <a:gd name="connsiteY232" fmla="*/ 87158 h 1065768"/>
              <a:gd name="connsiteX233" fmla="*/ 247775 w 419170"/>
              <a:gd name="connsiteY233" fmla="*/ 68515 h 1065768"/>
              <a:gd name="connsiteX234" fmla="*/ 229146 w 419170"/>
              <a:gd name="connsiteY234" fmla="*/ 87158 h 1065768"/>
              <a:gd name="connsiteX235" fmla="*/ 229146 w 419170"/>
              <a:gd name="connsiteY235" fmla="*/ 18643 h 1065768"/>
              <a:gd name="connsiteX236" fmla="*/ 247775 w 419170"/>
              <a:gd name="connsiteY236" fmla="*/ 37287 h 1065768"/>
              <a:gd name="connsiteX237" fmla="*/ 266405 w 419170"/>
              <a:gd name="connsiteY237" fmla="*/ 18643 h 1065768"/>
              <a:gd name="connsiteX238" fmla="*/ 247775 w 419170"/>
              <a:gd name="connsiteY238" fmla="*/ 0 h 1065768"/>
              <a:gd name="connsiteX239" fmla="*/ 229146 w 419170"/>
              <a:gd name="connsiteY239" fmla="*/ 18643 h 1065768"/>
              <a:gd name="connsiteX240" fmla="*/ 152765 w 419170"/>
              <a:gd name="connsiteY240" fmla="*/ 1047124 h 1065768"/>
              <a:gd name="connsiteX241" fmla="*/ 171395 w 419170"/>
              <a:gd name="connsiteY241" fmla="*/ 1065768 h 1065768"/>
              <a:gd name="connsiteX242" fmla="*/ 190024 w 419170"/>
              <a:gd name="connsiteY242" fmla="*/ 1047124 h 1065768"/>
              <a:gd name="connsiteX243" fmla="*/ 171395 w 419170"/>
              <a:gd name="connsiteY243" fmla="*/ 1028481 h 1065768"/>
              <a:gd name="connsiteX244" fmla="*/ 152765 w 419170"/>
              <a:gd name="connsiteY244" fmla="*/ 1047124 h 1065768"/>
              <a:gd name="connsiteX245" fmla="*/ 152765 w 419170"/>
              <a:gd name="connsiteY245" fmla="*/ 978610 h 1065768"/>
              <a:gd name="connsiteX246" fmla="*/ 171395 w 419170"/>
              <a:gd name="connsiteY246" fmla="*/ 997253 h 1065768"/>
              <a:gd name="connsiteX247" fmla="*/ 190024 w 419170"/>
              <a:gd name="connsiteY247" fmla="*/ 978610 h 1065768"/>
              <a:gd name="connsiteX248" fmla="*/ 171395 w 419170"/>
              <a:gd name="connsiteY248" fmla="*/ 959966 h 1065768"/>
              <a:gd name="connsiteX249" fmla="*/ 152765 w 419170"/>
              <a:gd name="connsiteY249" fmla="*/ 978610 h 1065768"/>
              <a:gd name="connsiteX250" fmla="*/ 152765 w 419170"/>
              <a:gd name="connsiteY250" fmla="*/ 910095 h 1065768"/>
              <a:gd name="connsiteX251" fmla="*/ 171395 w 419170"/>
              <a:gd name="connsiteY251" fmla="*/ 928739 h 1065768"/>
              <a:gd name="connsiteX252" fmla="*/ 190024 w 419170"/>
              <a:gd name="connsiteY252" fmla="*/ 910095 h 1065768"/>
              <a:gd name="connsiteX253" fmla="*/ 171395 w 419170"/>
              <a:gd name="connsiteY253" fmla="*/ 891452 h 1065768"/>
              <a:gd name="connsiteX254" fmla="*/ 152765 w 419170"/>
              <a:gd name="connsiteY254" fmla="*/ 910095 h 1065768"/>
              <a:gd name="connsiteX255" fmla="*/ 152765 w 419170"/>
              <a:gd name="connsiteY255" fmla="*/ 841581 h 1065768"/>
              <a:gd name="connsiteX256" fmla="*/ 171395 w 419170"/>
              <a:gd name="connsiteY256" fmla="*/ 860224 h 1065768"/>
              <a:gd name="connsiteX257" fmla="*/ 190024 w 419170"/>
              <a:gd name="connsiteY257" fmla="*/ 841581 h 1065768"/>
              <a:gd name="connsiteX258" fmla="*/ 171395 w 419170"/>
              <a:gd name="connsiteY258" fmla="*/ 822937 h 1065768"/>
              <a:gd name="connsiteX259" fmla="*/ 152765 w 419170"/>
              <a:gd name="connsiteY259" fmla="*/ 841581 h 1065768"/>
              <a:gd name="connsiteX260" fmla="*/ 152765 w 419170"/>
              <a:gd name="connsiteY260" fmla="*/ 773065 h 1065768"/>
              <a:gd name="connsiteX261" fmla="*/ 171395 w 419170"/>
              <a:gd name="connsiteY261" fmla="*/ 791709 h 1065768"/>
              <a:gd name="connsiteX262" fmla="*/ 190024 w 419170"/>
              <a:gd name="connsiteY262" fmla="*/ 773065 h 1065768"/>
              <a:gd name="connsiteX263" fmla="*/ 171395 w 419170"/>
              <a:gd name="connsiteY263" fmla="*/ 754422 h 1065768"/>
              <a:gd name="connsiteX264" fmla="*/ 152765 w 419170"/>
              <a:gd name="connsiteY264" fmla="*/ 773065 h 1065768"/>
              <a:gd name="connsiteX265" fmla="*/ 152765 w 419170"/>
              <a:gd name="connsiteY265" fmla="*/ 704551 h 1065768"/>
              <a:gd name="connsiteX266" fmla="*/ 171395 w 419170"/>
              <a:gd name="connsiteY266" fmla="*/ 723194 h 1065768"/>
              <a:gd name="connsiteX267" fmla="*/ 190024 w 419170"/>
              <a:gd name="connsiteY267" fmla="*/ 704551 h 1065768"/>
              <a:gd name="connsiteX268" fmla="*/ 171395 w 419170"/>
              <a:gd name="connsiteY268" fmla="*/ 685907 h 1065768"/>
              <a:gd name="connsiteX269" fmla="*/ 152765 w 419170"/>
              <a:gd name="connsiteY269" fmla="*/ 704551 h 1065768"/>
              <a:gd name="connsiteX270" fmla="*/ 152765 w 419170"/>
              <a:gd name="connsiteY270" fmla="*/ 636036 h 1065768"/>
              <a:gd name="connsiteX271" fmla="*/ 171395 w 419170"/>
              <a:gd name="connsiteY271" fmla="*/ 654679 h 1065768"/>
              <a:gd name="connsiteX272" fmla="*/ 190024 w 419170"/>
              <a:gd name="connsiteY272" fmla="*/ 636036 h 1065768"/>
              <a:gd name="connsiteX273" fmla="*/ 171395 w 419170"/>
              <a:gd name="connsiteY273" fmla="*/ 617393 h 1065768"/>
              <a:gd name="connsiteX274" fmla="*/ 152765 w 419170"/>
              <a:gd name="connsiteY274" fmla="*/ 636036 h 1065768"/>
              <a:gd name="connsiteX275" fmla="*/ 152765 w 419170"/>
              <a:gd name="connsiteY275" fmla="*/ 567521 h 1065768"/>
              <a:gd name="connsiteX276" fmla="*/ 171395 w 419170"/>
              <a:gd name="connsiteY276" fmla="*/ 586165 h 1065768"/>
              <a:gd name="connsiteX277" fmla="*/ 190024 w 419170"/>
              <a:gd name="connsiteY277" fmla="*/ 567521 h 1065768"/>
              <a:gd name="connsiteX278" fmla="*/ 171395 w 419170"/>
              <a:gd name="connsiteY278" fmla="*/ 548878 h 1065768"/>
              <a:gd name="connsiteX279" fmla="*/ 152765 w 419170"/>
              <a:gd name="connsiteY279" fmla="*/ 567521 h 1065768"/>
              <a:gd name="connsiteX280" fmla="*/ 152764 w 419170"/>
              <a:gd name="connsiteY280" fmla="*/ 498246 h 1065768"/>
              <a:gd name="connsiteX281" fmla="*/ 171394 w 419170"/>
              <a:gd name="connsiteY281" fmla="*/ 516890 h 1065768"/>
              <a:gd name="connsiteX282" fmla="*/ 190023 w 419170"/>
              <a:gd name="connsiteY282" fmla="*/ 498246 h 1065768"/>
              <a:gd name="connsiteX283" fmla="*/ 171394 w 419170"/>
              <a:gd name="connsiteY283" fmla="*/ 479603 h 1065768"/>
              <a:gd name="connsiteX284" fmla="*/ 152764 w 419170"/>
              <a:gd name="connsiteY284" fmla="*/ 498246 h 1065768"/>
              <a:gd name="connsiteX285" fmla="*/ 152764 w 419170"/>
              <a:gd name="connsiteY285" fmla="*/ 429732 h 1065768"/>
              <a:gd name="connsiteX286" fmla="*/ 171394 w 419170"/>
              <a:gd name="connsiteY286" fmla="*/ 448375 h 1065768"/>
              <a:gd name="connsiteX287" fmla="*/ 190023 w 419170"/>
              <a:gd name="connsiteY287" fmla="*/ 429732 h 1065768"/>
              <a:gd name="connsiteX288" fmla="*/ 171394 w 419170"/>
              <a:gd name="connsiteY288" fmla="*/ 411088 h 1065768"/>
              <a:gd name="connsiteX289" fmla="*/ 152764 w 419170"/>
              <a:gd name="connsiteY289" fmla="*/ 429732 h 1065768"/>
              <a:gd name="connsiteX290" fmla="*/ 152764 w 419170"/>
              <a:gd name="connsiteY290" fmla="*/ 361217 h 1065768"/>
              <a:gd name="connsiteX291" fmla="*/ 171394 w 419170"/>
              <a:gd name="connsiteY291" fmla="*/ 379861 h 1065768"/>
              <a:gd name="connsiteX292" fmla="*/ 190023 w 419170"/>
              <a:gd name="connsiteY292" fmla="*/ 361217 h 1065768"/>
              <a:gd name="connsiteX293" fmla="*/ 171394 w 419170"/>
              <a:gd name="connsiteY293" fmla="*/ 342574 h 1065768"/>
              <a:gd name="connsiteX294" fmla="*/ 152764 w 419170"/>
              <a:gd name="connsiteY294" fmla="*/ 361217 h 1065768"/>
              <a:gd name="connsiteX295" fmla="*/ 152764 w 419170"/>
              <a:gd name="connsiteY295" fmla="*/ 292703 h 1065768"/>
              <a:gd name="connsiteX296" fmla="*/ 171394 w 419170"/>
              <a:gd name="connsiteY296" fmla="*/ 311346 h 1065768"/>
              <a:gd name="connsiteX297" fmla="*/ 190023 w 419170"/>
              <a:gd name="connsiteY297" fmla="*/ 292703 h 1065768"/>
              <a:gd name="connsiteX298" fmla="*/ 171394 w 419170"/>
              <a:gd name="connsiteY298" fmla="*/ 274059 h 1065768"/>
              <a:gd name="connsiteX299" fmla="*/ 152764 w 419170"/>
              <a:gd name="connsiteY299" fmla="*/ 292703 h 1065768"/>
              <a:gd name="connsiteX300" fmla="*/ 152764 w 419170"/>
              <a:gd name="connsiteY300" fmla="*/ 224187 h 1065768"/>
              <a:gd name="connsiteX301" fmla="*/ 171394 w 419170"/>
              <a:gd name="connsiteY301" fmla="*/ 242831 h 1065768"/>
              <a:gd name="connsiteX302" fmla="*/ 190023 w 419170"/>
              <a:gd name="connsiteY302" fmla="*/ 224187 h 1065768"/>
              <a:gd name="connsiteX303" fmla="*/ 171394 w 419170"/>
              <a:gd name="connsiteY303" fmla="*/ 205544 h 1065768"/>
              <a:gd name="connsiteX304" fmla="*/ 152764 w 419170"/>
              <a:gd name="connsiteY304" fmla="*/ 224187 h 1065768"/>
              <a:gd name="connsiteX305" fmla="*/ 152764 w 419170"/>
              <a:gd name="connsiteY305" fmla="*/ 155673 h 1065768"/>
              <a:gd name="connsiteX306" fmla="*/ 171394 w 419170"/>
              <a:gd name="connsiteY306" fmla="*/ 174316 h 1065768"/>
              <a:gd name="connsiteX307" fmla="*/ 190023 w 419170"/>
              <a:gd name="connsiteY307" fmla="*/ 155673 h 1065768"/>
              <a:gd name="connsiteX308" fmla="*/ 171394 w 419170"/>
              <a:gd name="connsiteY308" fmla="*/ 137029 h 1065768"/>
              <a:gd name="connsiteX309" fmla="*/ 152764 w 419170"/>
              <a:gd name="connsiteY309" fmla="*/ 155673 h 1065768"/>
              <a:gd name="connsiteX310" fmla="*/ 152764 w 419170"/>
              <a:gd name="connsiteY310" fmla="*/ 87158 h 1065768"/>
              <a:gd name="connsiteX311" fmla="*/ 171394 w 419170"/>
              <a:gd name="connsiteY311" fmla="*/ 105802 h 1065768"/>
              <a:gd name="connsiteX312" fmla="*/ 190023 w 419170"/>
              <a:gd name="connsiteY312" fmla="*/ 87158 h 1065768"/>
              <a:gd name="connsiteX313" fmla="*/ 171394 w 419170"/>
              <a:gd name="connsiteY313" fmla="*/ 68515 h 1065768"/>
              <a:gd name="connsiteX314" fmla="*/ 152764 w 419170"/>
              <a:gd name="connsiteY314" fmla="*/ 87158 h 1065768"/>
              <a:gd name="connsiteX315" fmla="*/ 152764 w 419170"/>
              <a:gd name="connsiteY315" fmla="*/ 18643 h 1065768"/>
              <a:gd name="connsiteX316" fmla="*/ 171394 w 419170"/>
              <a:gd name="connsiteY316" fmla="*/ 37287 h 1065768"/>
              <a:gd name="connsiteX317" fmla="*/ 190023 w 419170"/>
              <a:gd name="connsiteY317" fmla="*/ 18643 h 1065768"/>
              <a:gd name="connsiteX318" fmla="*/ 171394 w 419170"/>
              <a:gd name="connsiteY318" fmla="*/ 0 h 1065768"/>
              <a:gd name="connsiteX319" fmla="*/ 152764 w 419170"/>
              <a:gd name="connsiteY319" fmla="*/ 18643 h 1065768"/>
              <a:gd name="connsiteX320" fmla="*/ 76383 w 419170"/>
              <a:gd name="connsiteY320" fmla="*/ 1047124 h 1065768"/>
              <a:gd name="connsiteX321" fmla="*/ 95012 w 419170"/>
              <a:gd name="connsiteY321" fmla="*/ 1065768 h 1065768"/>
              <a:gd name="connsiteX322" fmla="*/ 113642 w 419170"/>
              <a:gd name="connsiteY322" fmla="*/ 1047124 h 1065768"/>
              <a:gd name="connsiteX323" fmla="*/ 95012 w 419170"/>
              <a:gd name="connsiteY323" fmla="*/ 1028481 h 1065768"/>
              <a:gd name="connsiteX324" fmla="*/ 76383 w 419170"/>
              <a:gd name="connsiteY324" fmla="*/ 1047124 h 1065768"/>
              <a:gd name="connsiteX325" fmla="*/ 76383 w 419170"/>
              <a:gd name="connsiteY325" fmla="*/ 978610 h 1065768"/>
              <a:gd name="connsiteX326" fmla="*/ 95012 w 419170"/>
              <a:gd name="connsiteY326" fmla="*/ 997253 h 1065768"/>
              <a:gd name="connsiteX327" fmla="*/ 113642 w 419170"/>
              <a:gd name="connsiteY327" fmla="*/ 978610 h 1065768"/>
              <a:gd name="connsiteX328" fmla="*/ 95012 w 419170"/>
              <a:gd name="connsiteY328" fmla="*/ 959966 h 1065768"/>
              <a:gd name="connsiteX329" fmla="*/ 76383 w 419170"/>
              <a:gd name="connsiteY329" fmla="*/ 978610 h 1065768"/>
              <a:gd name="connsiteX330" fmla="*/ 76383 w 419170"/>
              <a:gd name="connsiteY330" fmla="*/ 910095 h 1065768"/>
              <a:gd name="connsiteX331" fmla="*/ 95012 w 419170"/>
              <a:gd name="connsiteY331" fmla="*/ 928739 h 1065768"/>
              <a:gd name="connsiteX332" fmla="*/ 113642 w 419170"/>
              <a:gd name="connsiteY332" fmla="*/ 910095 h 1065768"/>
              <a:gd name="connsiteX333" fmla="*/ 95012 w 419170"/>
              <a:gd name="connsiteY333" fmla="*/ 891452 h 1065768"/>
              <a:gd name="connsiteX334" fmla="*/ 76383 w 419170"/>
              <a:gd name="connsiteY334" fmla="*/ 910095 h 1065768"/>
              <a:gd name="connsiteX335" fmla="*/ 76383 w 419170"/>
              <a:gd name="connsiteY335" fmla="*/ 841581 h 1065768"/>
              <a:gd name="connsiteX336" fmla="*/ 95012 w 419170"/>
              <a:gd name="connsiteY336" fmla="*/ 860224 h 1065768"/>
              <a:gd name="connsiteX337" fmla="*/ 113642 w 419170"/>
              <a:gd name="connsiteY337" fmla="*/ 841581 h 1065768"/>
              <a:gd name="connsiteX338" fmla="*/ 95012 w 419170"/>
              <a:gd name="connsiteY338" fmla="*/ 822937 h 1065768"/>
              <a:gd name="connsiteX339" fmla="*/ 76383 w 419170"/>
              <a:gd name="connsiteY339" fmla="*/ 841581 h 1065768"/>
              <a:gd name="connsiteX340" fmla="*/ 76383 w 419170"/>
              <a:gd name="connsiteY340" fmla="*/ 773065 h 1065768"/>
              <a:gd name="connsiteX341" fmla="*/ 95012 w 419170"/>
              <a:gd name="connsiteY341" fmla="*/ 791709 h 1065768"/>
              <a:gd name="connsiteX342" fmla="*/ 113642 w 419170"/>
              <a:gd name="connsiteY342" fmla="*/ 773065 h 1065768"/>
              <a:gd name="connsiteX343" fmla="*/ 95012 w 419170"/>
              <a:gd name="connsiteY343" fmla="*/ 754422 h 1065768"/>
              <a:gd name="connsiteX344" fmla="*/ 76383 w 419170"/>
              <a:gd name="connsiteY344" fmla="*/ 773065 h 1065768"/>
              <a:gd name="connsiteX345" fmla="*/ 76383 w 419170"/>
              <a:gd name="connsiteY345" fmla="*/ 704551 h 1065768"/>
              <a:gd name="connsiteX346" fmla="*/ 95012 w 419170"/>
              <a:gd name="connsiteY346" fmla="*/ 723194 h 1065768"/>
              <a:gd name="connsiteX347" fmla="*/ 113642 w 419170"/>
              <a:gd name="connsiteY347" fmla="*/ 704551 h 1065768"/>
              <a:gd name="connsiteX348" fmla="*/ 95012 w 419170"/>
              <a:gd name="connsiteY348" fmla="*/ 685907 h 1065768"/>
              <a:gd name="connsiteX349" fmla="*/ 76383 w 419170"/>
              <a:gd name="connsiteY349" fmla="*/ 704551 h 1065768"/>
              <a:gd name="connsiteX350" fmla="*/ 76383 w 419170"/>
              <a:gd name="connsiteY350" fmla="*/ 636036 h 1065768"/>
              <a:gd name="connsiteX351" fmla="*/ 95012 w 419170"/>
              <a:gd name="connsiteY351" fmla="*/ 654679 h 1065768"/>
              <a:gd name="connsiteX352" fmla="*/ 113642 w 419170"/>
              <a:gd name="connsiteY352" fmla="*/ 636036 h 1065768"/>
              <a:gd name="connsiteX353" fmla="*/ 95012 w 419170"/>
              <a:gd name="connsiteY353" fmla="*/ 617393 h 1065768"/>
              <a:gd name="connsiteX354" fmla="*/ 76383 w 419170"/>
              <a:gd name="connsiteY354" fmla="*/ 636036 h 1065768"/>
              <a:gd name="connsiteX355" fmla="*/ 76383 w 419170"/>
              <a:gd name="connsiteY355" fmla="*/ 567521 h 1065768"/>
              <a:gd name="connsiteX356" fmla="*/ 95012 w 419170"/>
              <a:gd name="connsiteY356" fmla="*/ 586165 h 1065768"/>
              <a:gd name="connsiteX357" fmla="*/ 113642 w 419170"/>
              <a:gd name="connsiteY357" fmla="*/ 567521 h 1065768"/>
              <a:gd name="connsiteX358" fmla="*/ 95012 w 419170"/>
              <a:gd name="connsiteY358" fmla="*/ 548878 h 1065768"/>
              <a:gd name="connsiteX359" fmla="*/ 76383 w 419170"/>
              <a:gd name="connsiteY359" fmla="*/ 567521 h 1065768"/>
              <a:gd name="connsiteX360" fmla="*/ 76382 w 419170"/>
              <a:gd name="connsiteY360" fmla="*/ 498246 h 1065768"/>
              <a:gd name="connsiteX361" fmla="*/ 95011 w 419170"/>
              <a:gd name="connsiteY361" fmla="*/ 516890 h 1065768"/>
              <a:gd name="connsiteX362" fmla="*/ 113641 w 419170"/>
              <a:gd name="connsiteY362" fmla="*/ 498246 h 1065768"/>
              <a:gd name="connsiteX363" fmla="*/ 95011 w 419170"/>
              <a:gd name="connsiteY363" fmla="*/ 479603 h 1065768"/>
              <a:gd name="connsiteX364" fmla="*/ 76382 w 419170"/>
              <a:gd name="connsiteY364" fmla="*/ 498246 h 1065768"/>
              <a:gd name="connsiteX365" fmla="*/ 76382 w 419170"/>
              <a:gd name="connsiteY365" fmla="*/ 429732 h 1065768"/>
              <a:gd name="connsiteX366" fmla="*/ 95011 w 419170"/>
              <a:gd name="connsiteY366" fmla="*/ 448375 h 1065768"/>
              <a:gd name="connsiteX367" fmla="*/ 113641 w 419170"/>
              <a:gd name="connsiteY367" fmla="*/ 429732 h 1065768"/>
              <a:gd name="connsiteX368" fmla="*/ 95011 w 419170"/>
              <a:gd name="connsiteY368" fmla="*/ 411088 h 1065768"/>
              <a:gd name="connsiteX369" fmla="*/ 76382 w 419170"/>
              <a:gd name="connsiteY369" fmla="*/ 429732 h 1065768"/>
              <a:gd name="connsiteX370" fmla="*/ 76382 w 419170"/>
              <a:gd name="connsiteY370" fmla="*/ 361217 h 1065768"/>
              <a:gd name="connsiteX371" fmla="*/ 95011 w 419170"/>
              <a:gd name="connsiteY371" fmla="*/ 379861 h 1065768"/>
              <a:gd name="connsiteX372" fmla="*/ 113641 w 419170"/>
              <a:gd name="connsiteY372" fmla="*/ 361217 h 1065768"/>
              <a:gd name="connsiteX373" fmla="*/ 95011 w 419170"/>
              <a:gd name="connsiteY373" fmla="*/ 342574 h 1065768"/>
              <a:gd name="connsiteX374" fmla="*/ 76382 w 419170"/>
              <a:gd name="connsiteY374" fmla="*/ 361217 h 1065768"/>
              <a:gd name="connsiteX375" fmla="*/ 76382 w 419170"/>
              <a:gd name="connsiteY375" fmla="*/ 292703 h 1065768"/>
              <a:gd name="connsiteX376" fmla="*/ 95011 w 419170"/>
              <a:gd name="connsiteY376" fmla="*/ 311346 h 1065768"/>
              <a:gd name="connsiteX377" fmla="*/ 113641 w 419170"/>
              <a:gd name="connsiteY377" fmla="*/ 292703 h 1065768"/>
              <a:gd name="connsiteX378" fmla="*/ 95011 w 419170"/>
              <a:gd name="connsiteY378" fmla="*/ 274059 h 1065768"/>
              <a:gd name="connsiteX379" fmla="*/ 76382 w 419170"/>
              <a:gd name="connsiteY379" fmla="*/ 292703 h 1065768"/>
              <a:gd name="connsiteX380" fmla="*/ 76382 w 419170"/>
              <a:gd name="connsiteY380" fmla="*/ 224187 h 1065768"/>
              <a:gd name="connsiteX381" fmla="*/ 95011 w 419170"/>
              <a:gd name="connsiteY381" fmla="*/ 242831 h 1065768"/>
              <a:gd name="connsiteX382" fmla="*/ 113641 w 419170"/>
              <a:gd name="connsiteY382" fmla="*/ 224187 h 1065768"/>
              <a:gd name="connsiteX383" fmla="*/ 95011 w 419170"/>
              <a:gd name="connsiteY383" fmla="*/ 205544 h 1065768"/>
              <a:gd name="connsiteX384" fmla="*/ 76382 w 419170"/>
              <a:gd name="connsiteY384" fmla="*/ 224187 h 1065768"/>
              <a:gd name="connsiteX385" fmla="*/ 76382 w 419170"/>
              <a:gd name="connsiteY385" fmla="*/ 155673 h 1065768"/>
              <a:gd name="connsiteX386" fmla="*/ 95011 w 419170"/>
              <a:gd name="connsiteY386" fmla="*/ 174316 h 1065768"/>
              <a:gd name="connsiteX387" fmla="*/ 113641 w 419170"/>
              <a:gd name="connsiteY387" fmla="*/ 155673 h 1065768"/>
              <a:gd name="connsiteX388" fmla="*/ 95011 w 419170"/>
              <a:gd name="connsiteY388" fmla="*/ 137029 h 1065768"/>
              <a:gd name="connsiteX389" fmla="*/ 76382 w 419170"/>
              <a:gd name="connsiteY389" fmla="*/ 155673 h 1065768"/>
              <a:gd name="connsiteX390" fmla="*/ 76382 w 419170"/>
              <a:gd name="connsiteY390" fmla="*/ 87158 h 1065768"/>
              <a:gd name="connsiteX391" fmla="*/ 95011 w 419170"/>
              <a:gd name="connsiteY391" fmla="*/ 105802 h 1065768"/>
              <a:gd name="connsiteX392" fmla="*/ 113641 w 419170"/>
              <a:gd name="connsiteY392" fmla="*/ 87158 h 1065768"/>
              <a:gd name="connsiteX393" fmla="*/ 95011 w 419170"/>
              <a:gd name="connsiteY393" fmla="*/ 68515 h 1065768"/>
              <a:gd name="connsiteX394" fmla="*/ 76382 w 419170"/>
              <a:gd name="connsiteY394" fmla="*/ 87158 h 1065768"/>
              <a:gd name="connsiteX395" fmla="*/ 76382 w 419170"/>
              <a:gd name="connsiteY395" fmla="*/ 18643 h 1065768"/>
              <a:gd name="connsiteX396" fmla="*/ 95011 w 419170"/>
              <a:gd name="connsiteY396" fmla="*/ 37287 h 1065768"/>
              <a:gd name="connsiteX397" fmla="*/ 113641 w 419170"/>
              <a:gd name="connsiteY397" fmla="*/ 18643 h 1065768"/>
              <a:gd name="connsiteX398" fmla="*/ 95011 w 419170"/>
              <a:gd name="connsiteY398" fmla="*/ 0 h 1065768"/>
              <a:gd name="connsiteX399" fmla="*/ 76382 w 419170"/>
              <a:gd name="connsiteY399" fmla="*/ 18643 h 1065768"/>
              <a:gd name="connsiteX400" fmla="*/ 1 w 419170"/>
              <a:gd name="connsiteY400" fmla="*/ 1047125 h 1065768"/>
              <a:gd name="connsiteX401" fmla="*/ 18631 w 419170"/>
              <a:gd name="connsiteY401" fmla="*/ 1065768 h 1065768"/>
              <a:gd name="connsiteX402" fmla="*/ 37260 w 419170"/>
              <a:gd name="connsiteY402" fmla="*/ 1047124 h 1065768"/>
              <a:gd name="connsiteX403" fmla="*/ 18631 w 419170"/>
              <a:gd name="connsiteY403" fmla="*/ 1028481 h 1065768"/>
              <a:gd name="connsiteX404" fmla="*/ 1 w 419170"/>
              <a:gd name="connsiteY404" fmla="*/ 1047125 h 1065768"/>
              <a:gd name="connsiteX405" fmla="*/ 1 w 419170"/>
              <a:gd name="connsiteY405" fmla="*/ 978610 h 1065768"/>
              <a:gd name="connsiteX406" fmla="*/ 18631 w 419170"/>
              <a:gd name="connsiteY406" fmla="*/ 997253 h 1065768"/>
              <a:gd name="connsiteX407" fmla="*/ 37260 w 419170"/>
              <a:gd name="connsiteY407" fmla="*/ 978610 h 1065768"/>
              <a:gd name="connsiteX408" fmla="*/ 18631 w 419170"/>
              <a:gd name="connsiteY408" fmla="*/ 959967 h 1065768"/>
              <a:gd name="connsiteX409" fmla="*/ 1 w 419170"/>
              <a:gd name="connsiteY409" fmla="*/ 978610 h 1065768"/>
              <a:gd name="connsiteX410" fmla="*/ 1 w 419170"/>
              <a:gd name="connsiteY410" fmla="*/ 910095 h 1065768"/>
              <a:gd name="connsiteX411" fmla="*/ 18631 w 419170"/>
              <a:gd name="connsiteY411" fmla="*/ 928739 h 1065768"/>
              <a:gd name="connsiteX412" fmla="*/ 37260 w 419170"/>
              <a:gd name="connsiteY412" fmla="*/ 910095 h 1065768"/>
              <a:gd name="connsiteX413" fmla="*/ 18631 w 419170"/>
              <a:gd name="connsiteY413" fmla="*/ 891452 h 1065768"/>
              <a:gd name="connsiteX414" fmla="*/ 1 w 419170"/>
              <a:gd name="connsiteY414" fmla="*/ 910095 h 1065768"/>
              <a:gd name="connsiteX415" fmla="*/ 1 w 419170"/>
              <a:gd name="connsiteY415" fmla="*/ 841581 h 1065768"/>
              <a:gd name="connsiteX416" fmla="*/ 18631 w 419170"/>
              <a:gd name="connsiteY416" fmla="*/ 860224 h 1065768"/>
              <a:gd name="connsiteX417" fmla="*/ 37260 w 419170"/>
              <a:gd name="connsiteY417" fmla="*/ 841581 h 1065768"/>
              <a:gd name="connsiteX418" fmla="*/ 18631 w 419170"/>
              <a:gd name="connsiteY418" fmla="*/ 822937 h 1065768"/>
              <a:gd name="connsiteX419" fmla="*/ 1 w 419170"/>
              <a:gd name="connsiteY419" fmla="*/ 841581 h 1065768"/>
              <a:gd name="connsiteX420" fmla="*/ 1 w 419170"/>
              <a:gd name="connsiteY420" fmla="*/ 773065 h 1065768"/>
              <a:gd name="connsiteX421" fmla="*/ 18631 w 419170"/>
              <a:gd name="connsiteY421" fmla="*/ 791709 h 1065768"/>
              <a:gd name="connsiteX422" fmla="*/ 37260 w 419170"/>
              <a:gd name="connsiteY422" fmla="*/ 773065 h 1065768"/>
              <a:gd name="connsiteX423" fmla="*/ 18631 w 419170"/>
              <a:gd name="connsiteY423" fmla="*/ 754422 h 1065768"/>
              <a:gd name="connsiteX424" fmla="*/ 1 w 419170"/>
              <a:gd name="connsiteY424" fmla="*/ 773065 h 1065768"/>
              <a:gd name="connsiteX425" fmla="*/ 1 w 419170"/>
              <a:gd name="connsiteY425" fmla="*/ 704551 h 1065768"/>
              <a:gd name="connsiteX426" fmla="*/ 18631 w 419170"/>
              <a:gd name="connsiteY426" fmla="*/ 723194 h 1065768"/>
              <a:gd name="connsiteX427" fmla="*/ 37260 w 419170"/>
              <a:gd name="connsiteY427" fmla="*/ 704551 h 1065768"/>
              <a:gd name="connsiteX428" fmla="*/ 18631 w 419170"/>
              <a:gd name="connsiteY428" fmla="*/ 685907 h 1065768"/>
              <a:gd name="connsiteX429" fmla="*/ 1 w 419170"/>
              <a:gd name="connsiteY429" fmla="*/ 704551 h 1065768"/>
              <a:gd name="connsiteX430" fmla="*/ 1 w 419170"/>
              <a:gd name="connsiteY430" fmla="*/ 636036 h 1065768"/>
              <a:gd name="connsiteX431" fmla="*/ 18631 w 419170"/>
              <a:gd name="connsiteY431" fmla="*/ 654680 h 1065768"/>
              <a:gd name="connsiteX432" fmla="*/ 37260 w 419170"/>
              <a:gd name="connsiteY432" fmla="*/ 636036 h 1065768"/>
              <a:gd name="connsiteX433" fmla="*/ 18631 w 419170"/>
              <a:gd name="connsiteY433" fmla="*/ 617393 h 1065768"/>
              <a:gd name="connsiteX434" fmla="*/ 1 w 419170"/>
              <a:gd name="connsiteY434" fmla="*/ 636036 h 1065768"/>
              <a:gd name="connsiteX435" fmla="*/ 1 w 419170"/>
              <a:gd name="connsiteY435" fmla="*/ 567522 h 1065768"/>
              <a:gd name="connsiteX436" fmla="*/ 18631 w 419170"/>
              <a:gd name="connsiteY436" fmla="*/ 586165 h 1065768"/>
              <a:gd name="connsiteX437" fmla="*/ 37260 w 419170"/>
              <a:gd name="connsiteY437" fmla="*/ 567521 h 1065768"/>
              <a:gd name="connsiteX438" fmla="*/ 18631 w 419170"/>
              <a:gd name="connsiteY438" fmla="*/ 548878 h 1065768"/>
              <a:gd name="connsiteX439" fmla="*/ 1 w 419170"/>
              <a:gd name="connsiteY439" fmla="*/ 567522 h 1065768"/>
              <a:gd name="connsiteX440" fmla="*/ 0 w 419170"/>
              <a:gd name="connsiteY440" fmla="*/ 498246 h 1065768"/>
              <a:gd name="connsiteX441" fmla="*/ 18630 w 419170"/>
              <a:gd name="connsiteY441" fmla="*/ 516890 h 1065768"/>
              <a:gd name="connsiteX442" fmla="*/ 37259 w 419170"/>
              <a:gd name="connsiteY442" fmla="*/ 498246 h 1065768"/>
              <a:gd name="connsiteX443" fmla="*/ 18630 w 419170"/>
              <a:gd name="connsiteY443" fmla="*/ 479603 h 1065768"/>
              <a:gd name="connsiteX444" fmla="*/ 0 w 419170"/>
              <a:gd name="connsiteY444" fmla="*/ 498246 h 1065768"/>
              <a:gd name="connsiteX445" fmla="*/ 0 w 419170"/>
              <a:gd name="connsiteY445" fmla="*/ 429732 h 1065768"/>
              <a:gd name="connsiteX446" fmla="*/ 18630 w 419170"/>
              <a:gd name="connsiteY446" fmla="*/ 448375 h 1065768"/>
              <a:gd name="connsiteX447" fmla="*/ 37259 w 419170"/>
              <a:gd name="connsiteY447" fmla="*/ 429732 h 1065768"/>
              <a:gd name="connsiteX448" fmla="*/ 18630 w 419170"/>
              <a:gd name="connsiteY448" fmla="*/ 411088 h 1065768"/>
              <a:gd name="connsiteX449" fmla="*/ 0 w 419170"/>
              <a:gd name="connsiteY449" fmla="*/ 429732 h 1065768"/>
              <a:gd name="connsiteX450" fmla="*/ 0 w 419170"/>
              <a:gd name="connsiteY450" fmla="*/ 361217 h 1065768"/>
              <a:gd name="connsiteX451" fmla="*/ 18630 w 419170"/>
              <a:gd name="connsiteY451" fmla="*/ 379861 h 1065768"/>
              <a:gd name="connsiteX452" fmla="*/ 37259 w 419170"/>
              <a:gd name="connsiteY452" fmla="*/ 361217 h 1065768"/>
              <a:gd name="connsiteX453" fmla="*/ 18630 w 419170"/>
              <a:gd name="connsiteY453" fmla="*/ 342574 h 1065768"/>
              <a:gd name="connsiteX454" fmla="*/ 0 w 419170"/>
              <a:gd name="connsiteY454" fmla="*/ 361217 h 1065768"/>
              <a:gd name="connsiteX455" fmla="*/ 0 w 419170"/>
              <a:gd name="connsiteY455" fmla="*/ 292703 h 1065768"/>
              <a:gd name="connsiteX456" fmla="*/ 18630 w 419170"/>
              <a:gd name="connsiteY456" fmla="*/ 311346 h 1065768"/>
              <a:gd name="connsiteX457" fmla="*/ 37259 w 419170"/>
              <a:gd name="connsiteY457" fmla="*/ 292703 h 1065768"/>
              <a:gd name="connsiteX458" fmla="*/ 18630 w 419170"/>
              <a:gd name="connsiteY458" fmla="*/ 274059 h 1065768"/>
              <a:gd name="connsiteX459" fmla="*/ 0 w 419170"/>
              <a:gd name="connsiteY459" fmla="*/ 292703 h 1065768"/>
              <a:gd name="connsiteX460" fmla="*/ 0 w 419170"/>
              <a:gd name="connsiteY460" fmla="*/ 224187 h 1065768"/>
              <a:gd name="connsiteX461" fmla="*/ 18630 w 419170"/>
              <a:gd name="connsiteY461" fmla="*/ 242831 h 1065768"/>
              <a:gd name="connsiteX462" fmla="*/ 37259 w 419170"/>
              <a:gd name="connsiteY462" fmla="*/ 224187 h 1065768"/>
              <a:gd name="connsiteX463" fmla="*/ 18630 w 419170"/>
              <a:gd name="connsiteY463" fmla="*/ 205544 h 1065768"/>
              <a:gd name="connsiteX464" fmla="*/ 0 w 419170"/>
              <a:gd name="connsiteY464" fmla="*/ 224187 h 1065768"/>
              <a:gd name="connsiteX465" fmla="*/ 0 w 419170"/>
              <a:gd name="connsiteY465" fmla="*/ 155673 h 1065768"/>
              <a:gd name="connsiteX466" fmla="*/ 18630 w 419170"/>
              <a:gd name="connsiteY466" fmla="*/ 174316 h 1065768"/>
              <a:gd name="connsiteX467" fmla="*/ 37259 w 419170"/>
              <a:gd name="connsiteY467" fmla="*/ 155673 h 1065768"/>
              <a:gd name="connsiteX468" fmla="*/ 18630 w 419170"/>
              <a:gd name="connsiteY468" fmla="*/ 137029 h 1065768"/>
              <a:gd name="connsiteX469" fmla="*/ 0 w 419170"/>
              <a:gd name="connsiteY469" fmla="*/ 155673 h 1065768"/>
              <a:gd name="connsiteX470" fmla="*/ 0 w 419170"/>
              <a:gd name="connsiteY470" fmla="*/ 87158 h 1065768"/>
              <a:gd name="connsiteX471" fmla="*/ 18630 w 419170"/>
              <a:gd name="connsiteY471" fmla="*/ 105802 h 1065768"/>
              <a:gd name="connsiteX472" fmla="*/ 37259 w 419170"/>
              <a:gd name="connsiteY472" fmla="*/ 87158 h 1065768"/>
              <a:gd name="connsiteX473" fmla="*/ 18630 w 419170"/>
              <a:gd name="connsiteY473" fmla="*/ 68515 h 1065768"/>
              <a:gd name="connsiteX474" fmla="*/ 0 w 419170"/>
              <a:gd name="connsiteY474" fmla="*/ 87158 h 1065768"/>
              <a:gd name="connsiteX475" fmla="*/ 0 w 419170"/>
              <a:gd name="connsiteY475" fmla="*/ 18643 h 1065768"/>
              <a:gd name="connsiteX476" fmla="*/ 18630 w 419170"/>
              <a:gd name="connsiteY476" fmla="*/ 37287 h 1065768"/>
              <a:gd name="connsiteX477" fmla="*/ 37259 w 419170"/>
              <a:gd name="connsiteY477" fmla="*/ 18643 h 1065768"/>
              <a:gd name="connsiteX478" fmla="*/ 18630 w 419170"/>
              <a:gd name="connsiteY478" fmla="*/ 0 h 1065768"/>
              <a:gd name="connsiteX479" fmla="*/ 0 w 419170"/>
              <a:gd name="connsiteY479" fmla="*/ 18643 h 1065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419170" h="1065768">
                <a:moveTo>
                  <a:pt x="381911" y="1047124"/>
                </a:moveTo>
                <a:cubicBezTo>
                  <a:pt x="381911" y="1057421"/>
                  <a:pt x="390252" y="1065768"/>
                  <a:pt x="400540" y="1065768"/>
                </a:cubicBezTo>
                <a:cubicBezTo>
                  <a:pt x="410829" y="1065768"/>
                  <a:pt x="419170" y="1057421"/>
                  <a:pt x="419170" y="1047124"/>
                </a:cubicBezTo>
                <a:cubicBezTo>
                  <a:pt x="419170" y="1036828"/>
                  <a:pt x="410829" y="1028481"/>
                  <a:pt x="400540" y="1028481"/>
                </a:cubicBezTo>
                <a:cubicBezTo>
                  <a:pt x="390252" y="1028481"/>
                  <a:pt x="381911" y="1036828"/>
                  <a:pt x="381911" y="1047124"/>
                </a:cubicBezTo>
                <a:close/>
                <a:moveTo>
                  <a:pt x="381911" y="978610"/>
                </a:moveTo>
                <a:cubicBezTo>
                  <a:pt x="381911" y="988906"/>
                  <a:pt x="390252" y="997253"/>
                  <a:pt x="400540" y="997253"/>
                </a:cubicBezTo>
                <a:cubicBezTo>
                  <a:pt x="410829" y="997253"/>
                  <a:pt x="419170" y="988906"/>
                  <a:pt x="419170" y="978610"/>
                </a:cubicBezTo>
                <a:cubicBezTo>
                  <a:pt x="419170" y="968314"/>
                  <a:pt x="410829" y="959966"/>
                  <a:pt x="400540" y="959966"/>
                </a:cubicBezTo>
                <a:cubicBezTo>
                  <a:pt x="390252" y="959966"/>
                  <a:pt x="381911" y="968314"/>
                  <a:pt x="381911" y="978610"/>
                </a:cubicBezTo>
                <a:close/>
                <a:moveTo>
                  <a:pt x="381911" y="910095"/>
                </a:moveTo>
                <a:cubicBezTo>
                  <a:pt x="381911" y="920391"/>
                  <a:pt x="390252" y="928739"/>
                  <a:pt x="400540" y="928739"/>
                </a:cubicBezTo>
                <a:cubicBezTo>
                  <a:pt x="410829" y="928739"/>
                  <a:pt x="419170" y="920391"/>
                  <a:pt x="419170" y="910095"/>
                </a:cubicBezTo>
                <a:cubicBezTo>
                  <a:pt x="419170" y="899799"/>
                  <a:pt x="410829" y="891452"/>
                  <a:pt x="400540" y="891452"/>
                </a:cubicBezTo>
                <a:cubicBezTo>
                  <a:pt x="390252" y="891452"/>
                  <a:pt x="381911" y="899799"/>
                  <a:pt x="381911" y="910095"/>
                </a:cubicBezTo>
                <a:close/>
                <a:moveTo>
                  <a:pt x="381911" y="841581"/>
                </a:moveTo>
                <a:cubicBezTo>
                  <a:pt x="381911" y="851877"/>
                  <a:pt x="390252" y="860224"/>
                  <a:pt x="400540" y="860224"/>
                </a:cubicBezTo>
                <a:cubicBezTo>
                  <a:pt x="410829" y="860224"/>
                  <a:pt x="419170" y="851877"/>
                  <a:pt x="419170" y="841581"/>
                </a:cubicBezTo>
                <a:cubicBezTo>
                  <a:pt x="419170" y="831285"/>
                  <a:pt x="410829" y="822937"/>
                  <a:pt x="400540" y="822937"/>
                </a:cubicBezTo>
                <a:cubicBezTo>
                  <a:pt x="390252" y="822937"/>
                  <a:pt x="381911" y="831285"/>
                  <a:pt x="381911" y="841581"/>
                </a:cubicBezTo>
                <a:close/>
                <a:moveTo>
                  <a:pt x="381911" y="773065"/>
                </a:moveTo>
                <a:cubicBezTo>
                  <a:pt x="381911" y="783361"/>
                  <a:pt x="390252" y="791709"/>
                  <a:pt x="400540" y="791709"/>
                </a:cubicBezTo>
                <a:cubicBezTo>
                  <a:pt x="410829" y="791709"/>
                  <a:pt x="419170" y="783361"/>
                  <a:pt x="419170" y="773065"/>
                </a:cubicBezTo>
                <a:cubicBezTo>
                  <a:pt x="419170" y="762769"/>
                  <a:pt x="410829" y="754422"/>
                  <a:pt x="400540" y="754422"/>
                </a:cubicBezTo>
                <a:cubicBezTo>
                  <a:pt x="390252" y="754422"/>
                  <a:pt x="381911" y="762769"/>
                  <a:pt x="381911" y="773065"/>
                </a:cubicBezTo>
                <a:close/>
                <a:moveTo>
                  <a:pt x="381911" y="704551"/>
                </a:moveTo>
                <a:cubicBezTo>
                  <a:pt x="381911" y="714847"/>
                  <a:pt x="390252" y="723194"/>
                  <a:pt x="400540" y="723194"/>
                </a:cubicBezTo>
                <a:cubicBezTo>
                  <a:pt x="410829" y="723194"/>
                  <a:pt x="419170" y="714847"/>
                  <a:pt x="419170" y="704551"/>
                </a:cubicBezTo>
                <a:cubicBezTo>
                  <a:pt x="419170" y="694255"/>
                  <a:pt x="410829" y="685907"/>
                  <a:pt x="400540" y="685907"/>
                </a:cubicBezTo>
                <a:cubicBezTo>
                  <a:pt x="390252" y="685907"/>
                  <a:pt x="381911" y="694255"/>
                  <a:pt x="381911" y="704551"/>
                </a:cubicBezTo>
                <a:close/>
                <a:moveTo>
                  <a:pt x="381911" y="636036"/>
                </a:moveTo>
                <a:cubicBezTo>
                  <a:pt x="381911" y="646332"/>
                  <a:pt x="390252" y="654679"/>
                  <a:pt x="400540" y="654679"/>
                </a:cubicBezTo>
                <a:cubicBezTo>
                  <a:pt x="410829" y="654679"/>
                  <a:pt x="419170" y="646332"/>
                  <a:pt x="419170" y="636036"/>
                </a:cubicBezTo>
                <a:cubicBezTo>
                  <a:pt x="419170" y="625740"/>
                  <a:pt x="410829" y="617393"/>
                  <a:pt x="400540" y="617393"/>
                </a:cubicBezTo>
                <a:cubicBezTo>
                  <a:pt x="390252" y="617393"/>
                  <a:pt x="381911" y="625740"/>
                  <a:pt x="381911" y="636036"/>
                </a:cubicBezTo>
                <a:close/>
                <a:moveTo>
                  <a:pt x="381911" y="567521"/>
                </a:moveTo>
                <a:cubicBezTo>
                  <a:pt x="381911" y="577818"/>
                  <a:pt x="390252" y="586165"/>
                  <a:pt x="400540" y="586165"/>
                </a:cubicBezTo>
                <a:cubicBezTo>
                  <a:pt x="410829" y="586165"/>
                  <a:pt x="419170" y="577818"/>
                  <a:pt x="419170" y="567521"/>
                </a:cubicBezTo>
                <a:cubicBezTo>
                  <a:pt x="419170" y="557225"/>
                  <a:pt x="410829" y="548878"/>
                  <a:pt x="400540" y="548878"/>
                </a:cubicBezTo>
                <a:cubicBezTo>
                  <a:pt x="390252" y="548878"/>
                  <a:pt x="381911" y="557225"/>
                  <a:pt x="381911" y="567521"/>
                </a:cubicBezTo>
                <a:close/>
                <a:moveTo>
                  <a:pt x="381910" y="498246"/>
                </a:moveTo>
                <a:cubicBezTo>
                  <a:pt x="381910" y="508543"/>
                  <a:pt x="390251" y="516890"/>
                  <a:pt x="400539" y="516890"/>
                </a:cubicBezTo>
                <a:cubicBezTo>
                  <a:pt x="410828" y="516890"/>
                  <a:pt x="419169" y="508543"/>
                  <a:pt x="419169" y="498246"/>
                </a:cubicBezTo>
                <a:cubicBezTo>
                  <a:pt x="419169" y="487950"/>
                  <a:pt x="410828" y="479603"/>
                  <a:pt x="400539" y="479603"/>
                </a:cubicBezTo>
                <a:cubicBezTo>
                  <a:pt x="390251" y="479603"/>
                  <a:pt x="381910" y="487950"/>
                  <a:pt x="381910" y="498246"/>
                </a:cubicBezTo>
                <a:close/>
                <a:moveTo>
                  <a:pt x="381910" y="429732"/>
                </a:moveTo>
                <a:cubicBezTo>
                  <a:pt x="381910" y="440028"/>
                  <a:pt x="390251" y="448375"/>
                  <a:pt x="400539" y="448375"/>
                </a:cubicBezTo>
                <a:cubicBezTo>
                  <a:pt x="410828" y="448375"/>
                  <a:pt x="419169" y="440028"/>
                  <a:pt x="419169" y="429732"/>
                </a:cubicBezTo>
                <a:cubicBezTo>
                  <a:pt x="419169" y="419436"/>
                  <a:pt x="410828" y="411088"/>
                  <a:pt x="400539" y="411088"/>
                </a:cubicBezTo>
                <a:cubicBezTo>
                  <a:pt x="390251" y="411088"/>
                  <a:pt x="381910" y="419436"/>
                  <a:pt x="381910" y="429732"/>
                </a:cubicBezTo>
                <a:close/>
                <a:moveTo>
                  <a:pt x="381910" y="361217"/>
                </a:moveTo>
                <a:cubicBezTo>
                  <a:pt x="381910" y="371513"/>
                  <a:pt x="390251" y="379861"/>
                  <a:pt x="400539" y="379861"/>
                </a:cubicBezTo>
                <a:cubicBezTo>
                  <a:pt x="410828" y="379861"/>
                  <a:pt x="419169" y="371513"/>
                  <a:pt x="419169" y="361217"/>
                </a:cubicBezTo>
                <a:cubicBezTo>
                  <a:pt x="419169" y="350921"/>
                  <a:pt x="410828" y="342574"/>
                  <a:pt x="400539" y="342574"/>
                </a:cubicBezTo>
                <a:cubicBezTo>
                  <a:pt x="390251" y="342574"/>
                  <a:pt x="381910" y="350921"/>
                  <a:pt x="381910" y="361217"/>
                </a:cubicBezTo>
                <a:close/>
                <a:moveTo>
                  <a:pt x="381910" y="292703"/>
                </a:moveTo>
                <a:cubicBezTo>
                  <a:pt x="381910" y="302999"/>
                  <a:pt x="390251" y="311346"/>
                  <a:pt x="400539" y="311346"/>
                </a:cubicBezTo>
                <a:cubicBezTo>
                  <a:pt x="410828" y="311346"/>
                  <a:pt x="419169" y="302999"/>
                  <a:pt x="419169" y="292703"/>
                </a:cubicBezTo>
                <a:cubicBezTo>
                  <a:pt x="419169" y="282407"/>
                  <a:pt x="410828" y="274059"/>
                  <a:pt x="400539" y="274059"/>
                </a:cubicBezTo>
                <a:cubicBezTo>
                  <a:pt x="390251" y="274059"/>
                  <a:pt x="381910" y="282407"/>
                  <a:pt x="381910" y="292703"/>
                </a:cubicBezTo>
                <a:close/>
                <a:moveTo>
                  <a:pt x="381910" y="224187"/>
                </a:moveTo>
                <a:cubicBezTo>
                  <a:pt x="381910" y="234483"/>
                  <a:pt x="390251" y="242831"/>
                  <a:pt x="400539" y="242831"/>
                </a:cubicBezTo>
                <a:cubicBezTo>
                  <a:pt x="410828" y="242831"/>
                  <a:pt x="419169" y="234483"/>
                  <a:pt x="419169" y="224187"/>
                </a:cubicBezTo>
                <a:cubicBezTo>
                  <a:pt x="419169" y="213891"/>
                  <a:pt x="410828" y="205544"/>
                  <a:pt x="400539" y="205544"/>
                </a:cubicBezTo>
                <a:cubicBezTo>
                  <a:pt x="390251" y="205544"/>
                  <a:pt x="381910" y="213891"/>
                  <a:pt x="381910" y="224187"/>
                </a:cubicBezTo>
                <a:close/>
                <a:moveTo>
                  <a:pt x="381910" y="155673"/>
                </a:moveTo>
                <a:cubicBezTo>
                  <a:pt x="381910" y="165969"/>
                  <a:pt x="390251" y="174316"/>
                  <a:pt x="400539" y="174316"/>
                </a:cubicBezTo>
                <a:cubicBezTo>
                  <a:pt x="410828" y="174316"/>
                  <a:pt x="419169" y="165969"/>
                  <a:pt x="419169" y="155673"/>
                </a:cubicBezTo>
                <a:cubicBezTo>
                  <a:pt x="419169" y="145377"/>
                  <a:pt x="410828" y="137029"/>
                  <a:pt x="400539" y="137029"/>
                </a:cubicBezTo>
                <a:cubicBezTo>
                  <a:pt x="390251" y="137029"/>
                  <a:pt x="381910" y="145377"/>
                  <a:pt x="381910" y="155673"/>
                </a:cubicBezTo>
                <a:close/>
                <a:moveTo>
                  <a:pt x="381910" y="87158"/>
                </a:moveTo>
                <a:cubicBezTo>
                  <a:pt x="381910" y="97454"/>
                  <a:pt x="390251" y="105802"/>
                  <a:pt x="400539" y="105802"/>
                </a:cubicBezTo>
                <a:cubicBezTo>
                  <a:pt x="410828" y="105802"/>
                  <a:pt x="419169" y="97454"/>
                  <a:pt x="419169" y="87158"/>
                </a:cubicBezTo>
                <a:cubicBezTo>
                  <a:pt x="419169" y="76862"/>
                  <a:pt x="410828" y="68515"/>
                  <a:pt x="400539" y="68515"/>
                </a:cubicBezTo>
                <a:cubicBezTo>
                  <a:pt x="390250" y="68515"/>
                  <a:pt x="381910" y="76862"/>
                  <a:pt x="381910" y="87158"/>
                </a:cubicBezTo>
                <a:close/>
                <a:moveTo>
                  <a:pt x="381910" y="18643"/>
                </a:moveTo>
                <a:cubicBezTo>
                  <a:pt x="381910" y="28940"/>
                  <a:pt x="390250" y="37287"/>
                  <a:pt x="400539" y="37287"/>
                </a:cubicBezTo>
                <a:cubicBezTo>
                  <a:pt x="410828" y="37287"/>
                  <a:pt x="419169" y="28940"/>
                  <a:pt x="419169" y="18643"/>
                </a:cubicBezTo>
                <a:cubicBezTo>
                  <a:pt x="419169" y="8347"/>
                  <a:pt x="410828" y="0"/>
                  <a:pt x="400539" y="0"/>
                </a:cubicBezTo>
                <a:cubicBezTo>
                  <a:pt x="390250" y="0"/>
                  <a:pt x="381910" y="8347"/>
                  <a:pt x="381910" y="18643"/>
                </a:cubicBezTo>
                <a:close/>
                <a:moveTo>
                  <a:pt x="305529" y="1047124"/>
                </a:moveTo>
                <a:cubicBezTo>
                  <a:pt x="305529" y="1057421"/>
                  <a:pt x="313870" y="1065768"/>
                  <a:pt x="324159" y="1065768"/>
                </a:cubicBezTo>
                <a:cubicBezTo>
                  <a:pt x="334448" y="1065768"/>
                  <a:pt x="342788" y="1057421"/>
                  <a:pt x="342788" y="1047124"/>
                </a:cubicBezTo>
                <a:cubicBezTo>
                  <a:pt x="342788" y="1036828"/>
                  <a:pt x="334448" y="1028481"/>
                  <a:pt x="324159" y="1028481"/>
                </a:cubicBezTo>
                <a:cubicBezTo>
                  <a:pt x="313870" y="1028481"/>
                  <a:pt x="305529" y="1036828"/>
                  <a:pt x="305529" y="1047124"/>
                </a:cubicBezTo>
                <a:close/>
                <a:moveTo>
                  <a:pt x="305529" y="978610"/>
                </a:moveTo>
                <a:cubicBezTo>
                  <a:pt x="305529" y="988906"/>
                  <a:pt x="313870" y="997253"/>
                  <a:pt x="324159" y="997253"/>
                </a:cubicBezTo>
                <a:cubicBezTo>
                  <a:pt x="334448" y="997253"/>
                  <a:pt x="342788" y="988906"/>
                  <a:pt x="342788" y="978610"/>
                </a:cubicBezTo>
                <a:cubicBezTo>
                  <a:pt x="342788" y="968314"/>
                  <a:pt x="334448" y="959966"/>
                  <a:pt x="324159" y="959966"/>
                </a:cubicBezTo>
                <a:cubicBezTo>
                  <a:pt x="313870" y="959966"/>
                  <a:pt x="305529" y="968314"/>
                  <a:pt x="305529" y="978610"/>
                </a:cubicBezTo>
                <a:close/>
                <a:moveTo>
                  <a:pt x="305529" y="910095"/>
                </a:moveTo>
                <a:cubicBezTo>
                  <a:pt x="305529" y="920391"/>
                  <a:pt x="313870" y="928739"/>
                  <a:pt x="324159" y="928739"/>
                </a:cubicBezTo>
                <a:cubicBezTo>
                  <a:pt x="334448" y="928739"/>
                  <a:pt x="342788" y="920391"/>
                  <a:pt x="342788" y="910095"/>
                </a:cubicBezTo>
                <a:cubicBezTo>
                  <a:pt x="342788" y="899799"/>
                  <a:pt x="334448" y="891452"/>
                  <a:pt x="324159" y="891452"/>
                </a:cubicBezTo>
                <a:cubicBezTo>
                  <a:pt x="313870" y="891452"/>
                  <a:pt x="305529" y="899799"/>
                  <a:pt x="305529" y="910095"/>
                </a:cubicBezTo>
                <a:close/>
                <a:moveTo>
                  <a:pt x="305529" y="841581"/>
                </a:moveTo>
                <a:cubicBezTo>
                  <a:pt x="305529" y="851877"/>
                  <a:pt x="313870" y="860224"/>
                  <a:pt x="324159" y="860224"/>
                </a:cubicBezTo>
                <a:cubicBezTo>
                  <a:pt x="334448" y="860224"/>
                  <a:pt x="342788" y="851877"/>
                  <a:pt x="342788" y="841581"/>
                </a:cubicBezTo>
                <a:cubicBezTo>
                  <a:pt x="342788" y="831285"/>
                  <a:pt x="334448" y="822937"/>
                  <a:pt x="324159" y="822937"/>
                </a:cubicBezTo>
                <a:cubicBezTo>
                  <a:pt x="313870" y="822937"/>
                  <a:pt x="305529" y="831285"/>
                  <a:pt x="305529" y="841581"/>
                </a:cubicBezTo>
                <a:close/>
                <a:moveTo>
                  <a:pt x="305529" y="773065"/>
                </a:moveTo>
                <a:cubicBezTo>
                  <a:pt x="305529" y="783361"/>
                  <a:pt x="313870" y="791709"/>
                  <a:pt x="324159" y="791709"/>
                </a:cubicBezTo>
                <a:cubicBezTo>
                  <a:pt x="334448" y="791709"/>
                  <a:pt x="342788" y="783361"/>
                  <a:pt x="342788" y="773065"/>
                </a:cubicBezTo>
                <a:cubicBezTo>
                  <a:pt x="342788" y="762769"/>
                  <a:pt x="334448" y="754422"/>
                  <a:pt x="324159" y="754422"/>
                </a:cubicBezTo>
                <a:cubicBezTo>
                  <a:pt x="313870" y="754422"/>
                  <a:pt x="305529" y="762769"/>
                  <a:pt x="305529" y="773065"/>
                </a:cubicBezTo>
                <a:close/>
                <a:moveTo>
                  <a:pt x="305529" y="704551"/>
                </a:moveTo>
                <a:cubicBezTo>
                  <a:pt x="305529" y="714847"/>
                  <a:pt x="313870" y="723194"/>
                  <a:pt x="324159" y="723194"/>
                </a:cubicBezTo>
                <a:cubicBezTo>
                  <a:pt x="334448" y="723194"/>
                  <a:pt x="342788" y="714847"/>
                  <a:pt x="342788" y="704551"/>
                </a:cubicBezTo>
                <a:cubicBezTo>
                  <a:pt x="342788" y="694255"/>
                  <a:pt x="334448" y="685907"/>
                  <a:pt x="324159" y="685907"/>
                </a:cubicBezTo>
                <a:cubicBezTo>
                  <a:pt x="313870" y="685907"/>
                  <a:pt x="305529" y="694255"/>
                  <a:pt x="305529" y="704551"/>
                </a:cubicBezTo>
                <a:close/>
                <a:moveTo>
                  <a:pt x="305529" y="636036"/>
                </a:moveTo>
                <a:cubicBezTo>
                  <a:pt x="305529" y="646332"/>
                  <a:pt x="313870" y="654679"/>
                  <a:pt x="324159" y="654679"/>
                </a:cubicBezTo>
                <a:cubicBezTo>
                  <a:pt x="334448" y="654679"/>
                  <a:pt x="342788" y="646332"/>
                  <a:pt x="342788" y="636036"/>
                </a:cubicBezTo>
                <a:cubicBezTo>
                  <a:pt x="342788" y="625740"/>
                  <a:pt x="334448" y="617393"/>
                  <a:pt x="324159" y="617393"/>
                </a:cubicBezTo>
                <a:cubicBezTo>
                  <a:pt x="313870" y="617393"/>
                  <a:pt x="305529" y="625740"/>
                  <a:pt x="305529" y="636036"/>
                </a:cubicBezTo>
                <a:close/>
                <a:moveTo>
                  <a:pt x="305529" y="567521"/>
                </a:moveTo>
                <a:cubicBezTo>
                  <a:pt x="305529" y="577818"/>
                  <a:pt x="313870" y="586165"/>
                  <a:pt x="324159" y="586165"/>
                </a:cubicBezTo>
                <a:cubicBezTo>
                  <a:pt x="334448" y="586165"/>
                  <a:pt x="342788" y="577818"/>
                  <a:pt x="342788" y="567521"/>
                </a:cubicBezTo>
                <a:cubicBezTo>
                  <a:pt x="342788" y="557225"/>
                  <a:pt x="334448" y="548878"/>
                  <a:pt x="324159" y="548878"/>
                </a:cubicBezTo>
                <a:cubicBezTo>
                  <a:pt x="313870" y="548878"/>
                  <a:pt x="305529" y="557225"/>
                  <a:pt x="305529" y="567521"/>
                </a:cubicBezTo>
                <a:close/>
                <a:moveTo>
                  <a:pt x="305528" y="498246"/>
                </a:moveTo>
                <a:cubicBezTo>
                  <a:pt x="305528" y="508543"/>
                  <a:pt x="313869" y="516890"/>
                  <a:pt x="324158" y="516890"/>
                </a:cubicBezTo>
                <a:cubicBezTo>
                  <a:pt x="334447" y="516890"/>
                  <a:pt x="342787" y="508543"/>
                  <a:pt x="342787" y="498246"/>
                </a:cubicBezTo>
                <a:cubicBezTo>
                  <a:pt x="342787" y="487950"/>
                  <a:pt x="334447" y="479603"/>
                  <a:pt x="324158" y="479603"/>
                </a:cubicBezTo>
                <a:cubicBezTo>
                  <a:pt x="313869" y="479603"/>
                  <a:pt x="305528" y="487950"/>
                  <a:pt x="305528" y="498246"/>
                </a:cubicBezTo>
                <a:close/>
                <a:moveTo>
                  <a:pt x="305528" y="429732"/>
                </a:moveTo>
                <a:cubicBezTo>
                  <a:pt x="305528" y="440028"/>
                  <a:pt x="313869" y="448375"/>
                  <a:pt x="324158" y="448375"/>
                </a:cubicBezTo>
                <a:cubicBezTo>
                  <a:pt x="334447" y="448375"/>
                  <a:pt x="342787" y="440028"/>
                  <a:pt x="342787" y="429732"/>
                </a:cubicBezTo>
                <a:cubicBezTo>
                  <a:pt x="342787" y="419436"/>
                  <a:pt x="334447" y="411088"/>
                  <a:pt x="324158" y="411088"/>
                </a:cubicBezTo>
                <a:cubicBezTo>
                  <a:pt x="313869" y="411088"/>
                  <a:pt x="305528" y="419436"/>
                  <a:pt x="305528" y="429732"/>
                </a:cubicBezTo>
                <a:close/>
                <a:moveTo>
                  <a:pt x="305528" y="361217"/>
                </a:moveTo>
                <a:cubicBezTo>
                  <a:pt x="305528" y="371513"/>
                  <a:pt x="313869" y="379861"/>
                  <a:pt x="324158" y="379861"/>
                </a:cubicBezTo>
                <a:cubicBezTo>
                  <a:pt x="334447" y="379861"/>
                  <a:pt x="342787" y="371513"/>
                  <a:pt x="342787" y="361217"/>
                </a:cubicBezTo>
                <a:cubicBezTo>
                  <a:pt x="342787" y="350921"/>
                  <a:pt x="334447" y="342574"/>
                  <a:pt x="324158" y="342574"/>
                </a:cubicBezTo>
                <a:cubicBezTo>
                  <a:pt x="313869" y="342574"/>
                  <a:pt x="305528" y="350921"/>
                  <a:pt x="305528" y="361217"/>
                </a:cubicBezTo>
                <a:close/>
                <a:moveTo>
                  <a:pt x="305528" y="292703"/>
                </a:moveTo>
                <a:cubicBezTo>
                  <a:pt x="305528" y="302999"/>
                  <a:pt x="313869" y="311346"/>
                  <a:pt x="324158" y="311346"/>
                </a:cubicBezTo>
                <a:cubicBezTo>
                  <a:pt x="334447" y="311346"/>
                  <a:pt x="342787" y="302999"/>
                  <a:pt x="342787" y="292703"/>
                </a:cubicBezTo>
                <a:cubicBezTo>
                  <a:pt x="342787" y="282407"/>
                  <a:pt x="334447" y="274059"/>
                  <a:pt x="324158" y="274059"/>
                </a:cubicBezTo>
                <a:cubicBezTo>
                  <a:pt x="313869" y="274059"/>
                  <a:pt x="305528" y="282407"/>
                  <a:pt x="305528" y="292703"/>
                </a:cubicBezTo>
                <a:close/>
                <a:moveTo>
                  <a:pt x="305528" y="224187"/>
                </a:moveTo>
                <a:cubicBezTo>
                  <a:pt x="305528" y="234483"/>
                  <a:pt x="313869" y="242831"/>
                  <a:pt x="324158" y="242831"/>
                </a:cubicBezTo>
                <a:cubicBezTo>
                  <a:pt x="334447" y="242831"/>
                  <a:pt x="342787" y="234483"/>
                  <a:pt x="342787" y="224187"/>
                </a:cubicBezTo>
                <a:cubicBezTo>
                  <a:pt x="342787" y="213891"/>
                  <a:pt x="334447" y="205544"/>
                  <a:pt x="324158" y="205544"/>
                </a:cubicBezTo>
                <a:cubicBezTo>
                  <a:pt x="313869" y="205544"/>
                  <a:pt x="305528" y="213891"/>
                  <a:pt x="305528" y="224187"/>
                </a:cubicBezTo>
                <a:close/>
                <a:moveTo>
                  <a:pt x="305528" y="155673"/>
                </a:moveTo>
                <a:cubicBezTo>
                  <a:pt x="305528" y="165969"/>
                  <a:pt x="313869" y="174316"/>
                  <a:pt x="324158" y="174316"/>
                </a:cubicBezTo>
                <a:cubicBezTo>
                  <a:pt x="334447" y="174316"/>
                  <a:pt x="342787" y="165969"/>
                  <a:pt x="342787" y="155673"/>
                </a:cubicBezTo>
                <a:cubicBezTo>
                  <a:pt x="342787" y="145377"/>
                  <a:pt x="334447" y="137029"/>
                  <a:pt x="324158" y="137029"/>
                </a:cubicBezTo>
                <a:cubicBezTo>
                  <a:pt x="313869" y="137029"/>
                  <a:pt x="305528" y="145377"/>
                  <a:pt x="305528" y="155673"/>
                </a:cubicBezTo>
                <a:close/>
                <a:moveTo>
                  <a:pt x="305528" y="87158"/>
                </a:moveTo>
                <a:cubicBezTo>
                  <a:pt x="305528" y="97454"/>
                  <a:pt x="313869" y="105802"/>
                  <a:pt x="324158" y="105802"/>
                </a:cubicBezTo>
                <a:cubicBezTo>
                  <a:pt x="334447" y="105802"/>
                  <a:pt x="342787" y="97454"/>
                  <a:pt x="342787" y="87158"/>
                </a:cubicBezTo>
                <a:cubicBezTo>
                  <a:pt x="342787" y="76862"/>
                  <a:pt x="334446" y="68515"/>
                  <a:pt x="324158" y="68515"/>
                </a:cubicBezTo>
                <a:cubicBezTo>
                  <a:pt x="313869" y="68515"/>
                  <a:pt x="305528" y="76862"/>
                  <a:pt x="305528" y="87158"/>
                </a:cubicBezTo>
                <a:close/>
                <a:moveTo>
                  <a:pt x="305528" y="18643"/>
                </a:moveTo>
                <a:cubicBezTo>
                  <a:pt x="305528" y="28940"/>
                  <a:pt x="313869" y="37287"/>
                  <a:pt x="324158" y="37287"/>
                </a:cubicBezTo>
                <a:cubicBezTo>
                  <a:pt x="334446" y="37287"/>
                  <a:pt x="342787" y="28940"/>
                  <a:pt x="342787" y="18643"/>
                </a:cubicBezTo>
                <a:cubicBezTo>
                  <a:pt x="342787" y="8347"/>
                  <a:pt x="334446" y="0"/>
                  <a:pt x="324158" y="0"/>
                </a:cubicBezTo>
                <a:cubicBezTo>
                  <a:pt x="313869" y="0"/>
                  <a:pt x="305528" y="8347"/>
                  <a:pt x="305528" y="18643"/>
                </a:cubicBezTo>
                <a:close/>
                <a:moveTo>
                  <a:pt x="229147" y="1047124"/>
                </a:moveTo>
                <a:cubicBezTo>
                  <a:pt x="229147" y="1057421"/>
                  <a:pt x="237488" y="1065768"/>
                  <a:pt x="247776" y="1065768"/>
                </a:cubicBezTo>
                <a:cubicBezTo>
                  <a:pt x="258065" y="1065768"/>
                  <a:pt x="266406" y="1057421"/>
                  <a:pt x="266406" y="1047124"/>
                </a:cubicBezTo>
                <a:cubicBezTo>
                  <a:pt x="266406" y="1036828"/>
                  <a:pt x="258065" y="1028481"/>
                  <a:pt x="247776" y="1028481"/>
                </a:cubicBezTo>
                <a:cubicBezTo>
                  <a:pt x="237488" y="1028481"/>
                  <a:pt x="229147" y="1036828"/>
                  <a:pt x="229147" y="1047124"/>
                </a:cubicBezTo>
                <a:close/>
                <a:moveTo>
                  <a:pt x="229147" y="978610"/>
                </a:moveTo>
                <a:cubicBezTo>
                  <a:pt x="229147" y="988906"/>
                  <a:pt x="237488" y="997253"/>
                  <a:pt x="247776" y="997253"/>
                </a:cubicBezTo>
                <a:cubicBezTo>
                  <a:pt x="258065" y="997253"/>
                  <a:pt x="266406" y="988906"/>
                  <a:pt x="266406" y="978610"/>
                </a:cubicBezTo>
                <a:cubicBezTo>
                  <a:pt x="266406" y="968314"/>
                  <a:pt x="258065" y="959966"/>
                  <a:pt x="247776" y="959966"/>
                </a:cubicBezTo>
                <a:cubicBezTo>
                  <a:pt x="237488" y="959966"/>
                  <a:pt x="229147" y="968314"/>
                  <a:pt x="229147" y="978610"/>
                </a:cubicBezTo>
                <a:close/>
                <a:moveTo>
                  <a:pt x="229147" y="910095"/>
                </a:moveTo>
                <a:cubicBezTo>
                  <a:pt x="229147" y="920391"/>
                  <a:pt x="237488" y="928739"/>
                  <a:pt x="247776" y="928739"/>
                </a:cubicBezTo>
                <a:cubicBezTo>
                  <a:pt x="258065" y="928739"/>
                  <a:pt x="266406" y="920391"/>
                  <a:pt x="266406" y="910095"/>
                </a:cubicBezTo>
                <a:cubicBezTo>
                  <a:pt x="266406" y="899799"/>
                  <a:pt x="258065" y="891452"/>
                  <a:pt x="247776" y="891452"/>
                </a:cubicBezTo>
                <a:cubicBezTo>
                  <a:pt x="237488" y="891452"/>
                  <a:pt x="229147" y="899799"/>
                  <a:pt x="229147" y="910095"/>
                </a:cubicBezTo>
                <a:close/>
                <a:moveTo>
                  <a:pt x="229147" y="841581"/>
                </a:moveTo>
                <a:cubicBezTo>
                  <a:pt x="229147" y="851877"/>
                  <a:pt x="237488" y="860224"/>
                  <a:pt x="247776" y="860224"/>
                </a:cubicBezTo>
                <a:cubicBezTo>
                  <a:pt x="258065" y="860224"/>
                  <a:pt x="266406" y="851877"/>
                  <a:pt x="266406" y="841581"/>
                </a:cubicBezTo>
                <a:cubicBezTo>
                  <a:pt x="266406" y="831285"/>
                  <a:pt x="258065" y="822937"/>
                  <a:pt x="247776" y="822937"/>
                </a:cubicBezTo>
                <a:cubicBezTo>
                  <a:pt x="237488" y="822937"/>
                  <a:pt x="229147" y="831285"/>
                  <a:pt x="229147" y="841581"/>
                </a:cubicBezTo>
                <a:close/>
                <a:moveTo>
                  <a:pt x="229147" y="773065"/>
                </a:moveTo>
                <a:cubicBezTo>
                  <a:pt x="229147" y="783361"/>
                  <a:pt x="237488" y="791709"/>
                  <a:pt x="247776" y="791709"/>
                </a:cubicBezTo>
                <a:cubicBezTo>
                  <a:pt x="258065" y="791709"/>
                  <a:pt x="266406" y="783361"/>
                  <a:pt x="266406" y="773065"/>
                </a:cubicBezTo>
                <a:cubicBezTo>
                  <a:pt x="266406" y="762769"/>
                  <a:pt x="258065" y="754422"/>
                  <a:pt x="247776" y="754422"/>
                </a:cubicBezTo>
                <a:cubicBezTo>
                  <a:pt x="237488" y="754422"/>
                  <a:pt x="229147" y="762769"/>
                  <a:pt x="229147" y="773065"/>
                </a:cubicBezTo>
                <a:close/>
                <a:moveTo>
                  <a:pt x="229147" y="704551"/>
                </a:moveTo>
                <a:cubicBezTo>
                  <a:pt x="229147" y="714847"/>
                  <a:pt x="237488" y="723194"/>
                  <a:pt x="247776" y="723194"/>
                </a:cubicBezTo>
                <a:cubicBezTo>
                  <a:pt x="258065" y="723194"/>
                  <a:pt x="266406" y="714847"/>
                  <a:pt x="266406" y="704551"/>
                </a:cubicBezTo>
                <a:cubicBezTo>
                  <a:pt x="266406" y="694255"/>
                  <a:pt x="258065" y="685907"/>
                  <a:pt x="247776" y="685907"/>
                </a:cubicBezTo>
                <a:cubicBezTo>
                  <a:pt x="237488" y="685907"/>
                  <a:pt x="229147" y="694255"/>
                  <a:pt x="229147" y="704551"/>
                </a:cubicBezTo>
                <a:close/>
                <a:moveTo>
                  <a:pt x="229147" y="636036"/>
                </a:moveTo>
                <a:cubicBezTo>
                  <a:pt x="229147" y="646332"/>
                  <a:pt x="237488" y="654679"/>
                  <a:pt x="247776" y="654679"/>
                </a:cubicBezTo>
                <a:cubicBezTo>
                  <a:pt x="258065" y="654679"/>
                  <a:pt x="266406" y="646332"/>
                  <a:pt x="266406" y="636036"/>
                </a:cubicBezTo>
                <a:cubicBezTo>
                  <a:pt x="266406" y="625740"/>
                  <a:pt x="258065" y="617393"/>
                  <a:pt x="247776" y="617393"/>
                </a:cubicBezTo>
                <a:cubicBezTo>
                  <a:pt x="237488" y="617393"/>
                  <a:pt x="229147" y="625740"/>
                  <a:pt x="229147" y="636036"/>
                </a:cubicBezTo>
                <a:close/>
                <a:moveTo>
                  <a:pt x="229147" y="567521"/>
                </a:moveTo>
                <a:cubicBezTo>
                  <a:pt x="229147" y="577818"/>
                  <a:pt x="237488" y="586165"/>
                  <a:pt x="247776" y="586165"/>
                </a:cubicBezTo>
                <a:cubicBezTo>
                  <a:pt x="258065" y="586165"/>
                  <a:pt x="266406" y="577818"/>
                  <a:pt x="266406" y="567521"/>
                </a:cubicBezTo>
                <a:cubicBezTo>
                  <a:pt x="266406" y="557225"/>
                  <a:pt x="258065" y="548878"/>
                  <a:pt x="247776" y="548878"/>
                </a:cubicBezTo>
                <a:cubicBezTo>
                  <a:pt x="237488" y="548878"/>
                  <a:pt x="229147" y="557225"/>
                  <a:pt x="229147" y="567521"/>
                </a:cubicBezTo>
                <a:close/>
                <a:moveTo>
                  <a:pt x="229146" y="498246"/>
                </a:moveTo>
                <a:cubicBezTo>
                  <a:pt x="229146" y="508543"/>
                  <a:pt x="237487" y="516890"/>
                  <a:pt x="247775" y="516890"/>
                </a:cubicBezTo>
                <a:cubicBezTo>
                  <a:pt x="258064" y="516890"/>
                  <a:pt x="266405" y="508543"/>
                  <a:pt x="266405" y="498246"/>
                </a:cubicBezTo>
                <a:cubicBezTo>
                  <a:pt x="266405" y="487950"/>
                  <a:pt x="258064" y="479603"/>
                  <a:pt x="247775" y="479603"/>
                </a:cubicBezTo>
                <a:cubicBezTo>
                  <a:pt x="237487" y="479603"/>
                  <a:pt x="229146" y="487950"/>
                  <a:pt x="229146" y="498246"/>
                </a:cubicBezTo>
                <a:close/>
                <a:moveTo>
                  <a:pt x="229146" y="429732"/>
                </a:moveTo>
                <a:cubicBezTo>
                  <a:pt x="229146" y="440028"/>
                  <a:pt x="237487" y="448375"/>
                  <a:pt x="247775" y="448375"/>
                </a:cubicBezTo>
                <a:cubicBezTo>
                  <a:pt x="258064" y="448375"/>
                  <a:pt x="266405" y="440028"/>
                  <a:pt x="266405" y="429732"/>
                </a:cubicBezTo>
                <a:cubicBezTo>
                  <a:pt x="266405" y="419436"/>
                  <a:pt x="258064" y="411088"/>
                  <a:pt x="247775" y="411088"/>
                </a:cubicBezTo>
                <a:cubicBezTo>
                  <a:pt x="237487" y="411088"/>
                  <a:pt x="229146" y="419436"/>
                  <a:pt x="229146" y="429732"/>
                </a:cubicBezTo>
                <a:close/>
                <a:moveTo>
                  <a:pt x="229146" y="361217"/>
                </a:moveTo>
                <a:cubicBezTo>
                  <a:pt x="229146" y="371513"/>
                  <a:pt x="237487" y="379861"/>
                  <a:pt x="247775" y="379861"/>
                </a:cubicBezTo>
                <a:cubicBezTo>
                  <a:pt x="258064" y="379861"/>
                  <a:pt x="266405" y="371513"/>
                  <a:pt x="266405" y="361217"/>
                </a:cubicBezTo>
                <a:cubicBezTo>
                  <a:pt x="266405" y="350921"/>
                  <a:pt x="258064" y="342574"/>
                  <a:pt x="247775" y="342574"/>
                </a:cubicBezTo>
                <a:cubicBezTo>
                  <a:pt x="237487" y="342574"/>
                  <a:pt x="229146" y="350921"/>
                  <a:pt x="229146" y="361217"/>
                </a:cubicBezTo>
                <a:close/>
                <a:moveTo>
                  <a:pt x="229146" y="292703"/>
                </a:moveTo>
                <a:cubicBezTo>
                  <a:pt x="229146" y="302999"/>
                  <a:pt x="237487" y="311346"/>
                  <a:pt x="247775" y="311346"/>
                </a:cubicBezTo>
                <a:cubicBezTo>
                  <a:pt x="258064" y="311346"/>
                  <a:pt x="266405" y="302999"/>
                  <a:pt x="266405" y="292703"/>
                </a:cubicBezTo>
                <a:cubicBezTo>
                  <a:pt x="266405" y="282407"/>
                  <a:pt x="258064" y="274059"/>
                  <a:pt x="247775" y="274059"/>
                </a:cubicBezTo>
                <a:cubicBezTo>
                  <a:pt x="237487" y="274059"/>
                  <a:pt x="229146" y="282407"/>
                  <a:pt x="229146" y="292703"/>
                </a:cubicBezTo>
                <a:close/>
                <a:moveTo>
                  <a:pt x="229146" y="224187"/>
                </a:moveTo>
                <a:cubicBezTo>
                  <a:pt x="229146" y="234483"/>
                  <a:pt x="237487" y="242831"/>
                  <a:pt x="247775" y="242831"/>
                </a:cubicBezTo>
                <a:cubicBezTo>
                  <a:pt x="258064" y="242831"/>
                  <a:pt x="266405" y="234483"/>
                  <a:pt x="266405" y="224187"/>
                </a:cubicBezTo>
                <a:cubicBezTo>
                  <a:pt x="266405" y="213891"/>
                  <a:pt x="258064" y="205544"/>
                  <a:pt x="247775" y="205544"/>
                </a:cubicBezTo>
                <a:cubicBezTo>
                  <a:pt x="237487" y="205544"/>
                  <a:pt x="229146" y="213891"/>
                  <a:pt x="229146" y="224187"/>
                </a:cubicBezTo>
                <a:close/>
                <a:moveTo>
                  <a:pt x="229146" y="155673"/>
                </a:moveTo>
                <a:cubicBezTo>
                  <a:pt x="229146" y="165969"/>
                  <a:pt x="237487" y="174316"/>
                  <a:pt x="247775" y="174316"/>
                </a:cubicBezTo>
                <a:cubicBezTo>
                  <a:pt x="258064" y="174316"/>
                  <a:pt x="266405" y="165969"/>
                  <a:pt x="266405" y="155673"/>
                </a:cubicBezTo>
                <a:cubicBezTo>
                  <a:pt x="266405" y="145377"/>
                  <a:pt x="258064" y="137029"/>
                  <a:pt x="247775" y="137029"/>
                </a:cubicBezTo>
                <a:cubicBezTo>
                  <a:pt x="237487" y="137029"/>
                  <a:pt x="229146" y="145377"/>
                  <a:pt x="229146" y="155673"/>
                </a:cubicBezTo>
                <a:close/>
                <a:moveTo>
                  <a:pt x="229146" y="87158"/>
                </a:moveTo>
                <a:cubicBezTo>
                  <a:pt x="229146" y="97454"/>
                  <a:pt x="237487" y="105802"/>
                  <a:pt x="247775" y="105802"/>
                </a:cubicBezTo>
                <a:cubicBezTo>
                  <a:pt x="258064" y="105802"/>
                  <a:pt x="266405" y="97454"/>
                  <a:pt x="266405" y="87158"/>
                </a:cubicBezTo>
                <a:cubicBezTo>
                  <a:pt x="266405" y="76862"/>
                  <a:pt x="258064" y="68515"/>
                  <a:pt x="247775" y="68515"/>
                </a:cubicBezTo>
                <a:cubicBezTo>
                  <a:pt x="237486" y="68515"/>
                  <a:pt x="229146" y="76862"/>
                  <a:pt x="229146" y="87158"/>
                </a:cubicBezTo>
                <a:close/>
                <a:moveTo>
                  <a:pt x="229146" y="18643"/>
                </a:moveTo>
                <a:cubicBezTo>
                  <a:pt x="229146" y="28940"/>
                  <a:pt x="237486" y="37287"/>
                  <a:pt x="247775" y="37287"/>
                </a:cubicBezTo>
                <a:cubicBezTo>
                  <a:pt x="258064" y="37287"/>
                  <a:pt x="266405" y="28940"/>
                  <a:pt x="266405" y="18643"/>
                </a:cubicBezTo>
                <a:cubicBezTo>
                  <a:pt x="266405" y="8347"/>
                  <a:pt x="258064" y="0"/>
                  <a:pt x="247775" y="0"/>
                </a:cubicBezTo>
                <a:cubicBezTo>
                  <a:pt x="237486" y="0"/>
                  <a:pt x="229146" y="8347"/>
                  <a:pt x="229146" y="18643"/>
                </a:cubicBezTo>
                <a:close/>
                <a:moveTo>
                  <a:pt x="152765" y="1047124"/>
                </a:moveTo>
                <a:cubicBezTo>
                  <a:pt x="152765" y="1057421"/>
                  <a:pt x="161106" y="1065768"/>
                  <a:pt x="171395" y="1065768"/>
                </a:cubicBezTo>
                <a:cubicBezTo>
                  <a:pt x="181684" y="1065768"/>
                  <a:pt x="190024" y="1057421"/>
                  <a:pt x="190024" y="1047124"/>
                </a:cubicBezTo>
                <a:cubicBezTo>
                  <a:pt x="190024" y="1036828"/>
                  <a:pt x="181684" y="1028481"/>
                  <a:pt x="171395" y="1028481"/>
                </a:cubicBezTo>
                <a:cubicBezTo>
                  <a:pt x="161106" y="1028481"/>
                  <a:pt x="152765" y="1036828"/>
                  <a:pt x="152765" y="1047124"/>
                </a:cubicBezTo>
                <a:close/>
                <a:moveTo>
                  <a:pt x="152765" y="978610"/>
                </a:moveTo>
                <a:cubicBezTo>
                  <a:pt x="152765" y="988906"/>
                  <a:pt x="161106" y="997253"/>
                  <a:pt x="171395" y="997253"/>
                </a:cubicBezTo>
                <a:cubicBezTo>
                  <a:pt x="181684" y="997253"/>
                  <a:pt x="190024" y="988906"/>
                  <a:pt x="190024" y="978610"/>
                </a:cubicBezTo>
                <a:cubicBezTo>
                  <a:pt x="190024" y="968314"/>
                  <a:pt x="181684" y="959966"/>
                  <a:pt x="171395" y="959966"/>
                </a:cubicBezTo>
                <a:cubicBezTo>
                  <a:pt x="161106" y="959966"/>
                  <a:pt x="152765" y="968314"/>
                  <a:pt x="152765" y="978610"/>
                </a:cubicBezTo>
                <a:close/>
                <a:moveTo>
                  <a:pt x="152765" y="910095"/>
                </a:moveTo>
                <a:cubicBezTo>
                  <a:pt x="152765" y="920391"/>
                  <a:pt x="161106" y="928739"/>
                  <a:pt x="171395" y="928739"/>
                </a:cubicBezTo>
                <a:cubicBezTo>
                  <a:pt x="181684" y="928739"/>
                  <a:pt x="190024" y="920391"/>
                  <a:pt x="190024" y="910095"/>
                </a:cubicBezTo>
                <a:cubicBezTo>
                  <a:pt x="190024" y="899799"/>
                  <a:pt x="181684" y="891452"/>
                  <a:pt x="171395" y="891452"/>
                </a:cubicBezTo>
                <a:cubicBezTo>
                  <a:pt x="161106" y="891452"/>
                  <a:pt x="152765" y="899799"/>
                  <a:pt x="152765" y="910095"/>
                </a:cubicBezTo>
                <a:close/>
                <a:moveTo>
                  <a:pt x="152765" y="841581"/>
                </a:moveTo>
                <a:cubicBezTo>
                  <a:pt x="152765" y="851877"/>
                  <a:pt x="161106" y="860224"/>
                  <a:pt x="171395" y="860224"/>
                </a:cubicBezTo>
                <a:cubicBezTo>
                  <a:pt x="181684" y="860224"/>
                  <a:pt x="190024" y="851877"/>
                  <a:pt x="190024" y="841581"/>
                </a:cubicBezTo>
                <a:cubicBezTo>
                  <a:pt x="190024" y="831285"/>
                  <a:pt x="181684" y="822937"/>
                  <a:pt x="171395" y="822937"/>
                </a:cubicBezTo>
                <a:cubicBezTo>
                  <a:pt x="161106" y="822937"/>
                  <a:pt x="152765" y="831285"/>
                  <a:pt x="152765" y="841581"/>
                </a:cubicBezTo>
                <a:close/>
                <a:moveTo>
                  <a:pt x="152765" y="773065"/>
                </a:moveTo>
                <a:cubicBezTo>
                  <a:pt x="152765" y="783361"/>
                  <a:pt x="161106" y="791709"/>
                  <a:pt x="171395" y="791709"/>
                </a:cubicBezTo>
                <a:cubicBezTo>
                  <a:pt x="181684" y="791709"/>
                  <a:pt x="190024" y="783361"/>
                  <a:pt x="190024" y="773065"/>
                </a:cubicBezTo>
                <a:cubicBezTo>
                  <a:pt x="190024" y="762769"/>
                  <a:pt x="181684" y="754422"/>
                  <a:pt x="171395" y="754422"/>
                </a:cubicBezTo>
                <a:cubicBezTo>
                  <a:pt x="161106" y="754422"/>
                  <a:pt x="152765" y="762769"/>
                  <a:pt x="152765" y="773065"/>
                </a:cubicBezTo>
                <a:close/>
                <a:moveTo>
                  <a:pt x="152765" y="704551"/>
                </a:moveTo>
                <a:cubicBezTo>
                  <a:pt x="152765" y="714847"/>
                  <a:pt x="161106" y="723194"/>
                  <a:pt x="171395" y="723194"/>
                </a:cubicBezTo>
                <a:cubicBezTo>
                  <a:pt x="181684" y="723194"/>
                  <a:pt x="190024" y="714847"/>
                  <a:pt x="190024" y="704551"/>
                </a:cubicBezTo>
                <a:cubicBezTo>
                  <a:pt x="190024" y="694255"/>
                  <a:pt x="181684" y="685907"/>
                  <a:pt x="171395" y="685907"/>
                </a:cubicBezTo>
                <a:cubicBezTo>
                  <a:pt x="161106" y="685907"/>
                  <a:pt x="152765" y="694255"/>
                  <a:pt x="152765" y="704551"/>
                </a:cubicBezTo>
                <a:close/>
                <a:moveTo>
                  <a:pt x="152765" y="636036"/>
                </a:moveTo>
                <a:cubicBezTo>
                  <a:pt x="152765" y="646332"/>
                  <a:pt x="161106" y="654679"/>
                  <a:pt x="171395" y="654679"/>
                </a:cubicBezTo>
                <a:cubicBezTo>
                  <a:pt x="181684" y="654679"/>
                  <a:pt x="190024" y="646332"/>
                  <a:pt x="190024" y="636036"/>
                </a:cubicBezTo>
                <a:cubicBezTo>
                  <a:pt x="190024" y="625740"/>
                  <a:pt x="181684" y="617393"/>
                  <a:pt x="171395" y="617393"/>
                </a:cubicBezTo>
                <a:cubicBezTo>
                  <a:pt x="161106" y="617393"/>
                  <a:pt x="152765" y="625740"/>
                  <a:pt x="152765" y="636036"/>
                </a:cubicBezTo>
                <a:close/>
                <a:moveTo>
                  <a:pt x="152765" y="567521"/>
                </a:moveTo>
                <a:cubicBezTo>
                  <a:pt x="152765" y="577818"/>
                  <a:pt x="161106" y="586165"/>
                  <a:pt x="171395" y="586165"/>
                </a:cubicBezTo>
                <a:cubicBezTo>
                  <a:pt x="181684" y="586165"/>
                  <a:pt x="190024" y="577818"/>
                  <a:pt x="190024" y="567521"/>
                </a:cubicBezTo>
                <a:cubicBezTo>
                  <a:pt x="190024" y="557225"/>
                  <a:pt x="181684" y="548878"/>
                  <a:pt x="171395" y="548878"/>
                </a:cubicBezTo>
                <a:cubicBezTo>
                  <a:pt x="161106" y="548878"/>
                  <a:pt x="152765" y="557225"/>
                  <a:pt x="152765" y="567521"/>
                </a:cubicBezTo>
                <a:close/>
                <a:moveTo>
                  <a:pt x="152764" y="498246"/>
                </a:moveTo>
                <a:cubicBezTo>
                  <a:pt x="152764" y="508543"/>
                  <a:pt x="161105" y="516890"/>
                  <a:pt x="171394" y="516890"/>
                </a:cubicBezTo>
                <a:cubicBezTo>
                  <a:pt x="181683" y="516890"/>
                  <a:pt x="190023" y="508543"/>
                  <a:pt x="190023" y="498246"/>
                </a:cubicBezTo>
                <a:cubicBezTo>
                  <a:pt x="190023" y="487950"/>
                  <a:pt x="181683" y="479603"/>
                  <a:pt x="171394" y="479603"/>
                </a:cubicBezTo>
                <a:cubicBezTo>
                  <a:pt x="161105" y="479603"/>
                  <a:pt x="152764" y="487950"/>
                  <a:pt x="152764" y="498246"/>
                </a:cubicBezTo>
                <a:close/>
                <a:moveTo>
                  <a:pt x="152764" y="429732"/>
                </a:moveTo>
                <a:cubicBezTo>
                  <a:pt x="152764" y="440028"/>
                  <a:pt x="161105" y="448375"/>
                  <a:pt x="171394" y="448375"/>
                </a:cubicBezTo>
                <a:cubicBezTo>
                  <a:pt x="181683" y="448375"/>
                  <a:pt x="190023" y="440028"/>
                  <a:pt x="190023" y="429732"/>
                </a:cubicBezTo>
                <a:cubicBezTo>
                  <a:pt x="190023" y="419436"/>
                  <a:pt x="181683" y="411088"/>
                  <a:pt x="171394" y="411088"/>
                </a:cubicBezTo>
                <a:cubicBezTo>
                  <a:pt x="161105" y="411088"/>
                  <a:pt x="152764" y="419436"/>
                  <a:pt x="152764" y="429732"/>
                </a:cubicBezTo>
                <a:close/>
                <a:moveTo>
                  <a:pt x="152764" y="361217"/>
                </a:moveTo>
                <a:cubicBezTo>
                  <a:pt x="152764" y="371513"/>
                  <a:pt x="161105" y="379861"/>
                  <a:pt x="171394" y="379861"/>
                </a:cubicBezTo>
                <a:cubicBezTo>
                  <a:pt x="181683" y="379861"/>
                  <a:pt x="190023" y="371513"/>
                  <a:pt x="190023" y="361217"/>
                </a:cubicBezTo>
                <a:cubicBezTo>
                  <a:pt x="190023" y="350921"/>
                  <a:pt x="181683" y="342574"/>
                  <a:pt x="171394" y="342574"/>
                </a:cubicBezTo>
                <a:cubicBezTo>
                  <a:pt x="161105" y="342574"/>
                  <a:pt x="152764" y="350921"/>
                  <a:pt x="152764" y="361217"/>
                </a:cubicBezTo>
                <a:close/>
                <a:moveTo>
                  <a:pt x="152764" y="292703"/>
                </a:moveTo>
                <a:cubicBezTo>
                  <a:pt x="152764" y="302999"/>
                  <a:pt x="161105" y="311346"/>
                  <a:pt x="171394" y="311346"/>
                </a:cubicBezTo>
                <a:cubicBezTo>
                  <a:pt x="181683" y="311346"/>
                  <a:pt x="190023" y="302999"/>
                  <a:pt x="190023" y="292703"/>
                </a:cubicBezTo>
                <a:cubicBezTo>
                  <a:pt x="190023" y="282407"/>
                  <a:pt x="181683" y="274059"/>
                  <a:pt x="171394" y="274059"/>
                </a:cubicBezTo>
                <a:cubicBezTo>
                  <a:pt x="161105" y="274059"/>
                  <a:pt x="152764" y="282407"/>
                  <a:pt x="152764" y="292703"/>
                </a:cubicBezTo>
                <a:close/>
                <a:moveTo>
                  <a:pt x="152764" y="224187"/>
                </a:moveTo>
                <a:cubicBezTo>
                  <a:pt x="152764" y="234483"/>
                  <a:pt x="161105" y="242831"/>
                  <a:pt x="171394" y="242831"/>
                </a:cubicBezTo>
                <a:cubicBezTo>
                  <a:pt x="181683" y="242831"/>
                  <a:pt x="190023" y="234483"/>
                  <a:pt x="190023" y="224187"/>
                </a:cubicBezTo>
                <a:cubicBezTo>
                  <a:pt x="190023" y="213891"/>
                  <a:pt x="181683" y="205544"/>
                  <a:pt x="171394" y="205544"/>
                </a:cubicBezTo>
                <a:cubicBezTo>
                  <a:pt x="161105" y="205544"/>
                  <a:pt x="152764" y="213891"/>
                  <a:pt x="152764" y="224187"/>
                </a:cubicBezTo>
                <a:close/>
                <a:moveTo>
                  <a:pt x="152764" y="155673"/>
                </a:moveTo>
                <a:cubicBezTo>
                  <a:pt x="152764" y="165969"/>
                  <a:pt x="161105" y="174316"/>
                  <a:pt x="171394" y="174316"/>
                </a:cubicBezTo>
                <a:cubicBezTo>
                  <a:pt x="181683" y="174316"/>
                  <a:pt x="190023" y="165969"/>
                  <a:pt x="190023" y="155673"/>
                </a:cubicBezTo>
                <a:cubicBezTo>
                  <a:pt x="190023" y="145377"/>
                  <a:pt x="181683" y="137029"/>
                  <a:pt x="171394" y="137029"/>
                </a:cubicBezTo>
                <a:cubicBezTo>
                  <a:pt x="161105" y="137029"/>
                  <a:pt x="152764" y="145377"/>
                  <a:pt x="152764" y="155673"/>
                </a:cubicBezTo>
                <a:close/>
                <a:moveTo>
                  <a:pt x="152764" y="87158"/>
                </a:moveTo>
                <a:cubicBezTo>
                  <a:pt x="152764" y="97454"/>
                  <a:pt x="161105" y="105802"/>
                  <a:pt x="171394" y="105802"/>
                </a:cubicBezTo>
                <a:cubicBezTo>
                  <a:pt x="181683" y="105802"/>
                  <a:pt x="190023" y="97454"/>
                  <a:pt x="190023" y="87158"/>
                </a:cubicBezTo>
                <a:cubicBezTo>
                  <a:pt x="190023" y="76862"/>
                  <a:pt x="181682" y="68515"/>
                  <a:pt x="171394" y="68515"/>
                </a:cubicBezTo>
                <a:cubicBezTo>
                  <a:pt x="161105" y="68515"/>
                  <a:pt x="152764" y="76862"/>
                  <a:pt x="152764" y="87158"/>
                </a:cubicBezTo>
                <a:close/>
                <a:moveTo>
                  <a:pt x="152764" y="18643"/>
                </a:moveTo>
                <a:cubicBezTo>
                  <a:pt x="152764" y="28940"/>
                  <a:pt x="161105" y="37287"/>
                  <a:pt x="171394" y="37287"/>
                </a:cubicBezTo>
                <a:cubicBezTo>
                  <a:pt x="181682" y="37287"/>
                  <a:pt x="190023" y="28940"/>
                  <a:pt x="190023" y="18643"/>
                </a:cubicBezTo>
                <a:cubicBezTo>
                  <a:pt x="190023" y="8347"/>
                  <a:pt x="181682" y="0"/>
                  <a:pt x="171394" y="0"/>
                </a:cubicBezTo>
                <a:cubicBezTo>
                  <a:pt x="161105" y="0"/>
                  <a:pt x="152764" y="8347"/>
                  <a:pt x="152764" y="18643"/>
                </a:cubicBezTo>
                <a:close/>
                <a:moveTo>
                  <a:pt x="76383" y="1047124"/>
                </a:moveTo>
                <a:cubicBezTo>
                  <a:pt x="76383" y="1057421"/>
                  <a:pt x="84724" y="1065768"/>
                  <a:pt x="95012" y="1065768"/>
                </a:cubicBezTo>
                <a:cubicBezTo>
                  <a:pt x="105301" y="1065768"/>
                  <a:pt x="113642" y="1057421"/>
                  <a:pt x="113642" y="1047124"/>
                </a:cubicBezTo>
                <a:cubicBezTo>
                  <a:pt x="113642" y="1036828"/>
                  <a:pt x="105301" y="1028481"/>
                  <a:pt x="95012" y="1028481"/>
                </a:cubicBezTo>
                <a:cubicBezTo>
                  <a:pt x="84724" y="1028481"/>
                  <a:pt x="76383" y="1036828"/>
                  <a:pt x="76383" y="1047124"/>
                </a:cubicBezTo>
                <a:close/>
                <a:moveTo>
                  <a:pt x="76383" y="978610"/>
                </a:moveTo>
                <a:cubicBezTo>
                  <a:pt x="76383" y="988906"/>
                  <a:pt x="84724" y="997253"/>
                  <a:pt x="95012" y="997253"/>
                </a:cubicBezTo>
                <a:cubicBezTo>
                  <a:pt x="105301" y="997253"/>
                  <a:pt x="113642" y="988906"/>
                  <a:pt x="113642" y="978610"/>
                </a:cubicBezTo>
                <a:cubicBezTo>
                  <a:pt x="113642" y="968314"/>
                  <a:pt x="105301" y="959966"/>
                  <a:pt x="95012" y="959966"/>
                </a:cubicBezTo>
                <a:cubicBezTo>
                  <a:pt x="84724" y="959966"/>
                  <a:pt x="76383" y="968314"/>
                  <a:pt x="76383" y="978610"/>
                </a:cubicBezTo>
                <a:close/>
                <a:moveTo>
                  <a:pt x="76383" y="910095"/>
                </a:moveTo>
                <a:cubicBezTo>
                  <a:pt x="76383" y="920391"/>
                  <a:pt x="84724" y="928739"/>
                  <a:pt x="95012" y="928739"/>
                </a:cubicBezTo>
                <a:cubicBezTo>
                  <a:pt x="105301" y="928739"/>
                  <a:pt x="113642" y="920391"/>
                  <a:pt x="113642" y="910095"/>
                </a:cubicBezTo>
                <a:cubicBezTo>
                  <a:pt x="113642" y="899799"/>
                  <a:pt x="105301" y="891452"/>
                  <a:pt x="95012" y="891452"/>
                </a:cubicBezTo>
                <a:cubicBezTo>
                  <a:pt x="84724" y="891452"/>
                  <a:pt x="76383" y="899799"/>
                  <a:pt x="76383" y="910095"/>
                </a:cubicBezTo>
                <a:close/>
                <a:moveTo>
                  <a:pt x="76383" y="841581"/>
                </a:moveTo>
                <a:cubicBezTo>
                  <a:pt x="76383" y="851877"/>
                  <a:pt x="84724" y="860224"/>
                  <a:pt x="95012" y="860224"/>
                </a:cubicBezTo>
                <a:cubicBezTo>
                  <a:pt x="105301" y="860224"/>
                  <a:pt x="113642" y="851877"/>
                  <a:pt x="113642" y="841581"/>
                </a:cubicBezTo>
                <a:cubicBezTo>
                  <a:pt x="113642" y="831285"/>
                  <a:pt x="105301" y="822937"/>
                  <a:pt x="95012" y="822937"/>
                </a:cubicBezTo>
                <a:cubicBezTo>
                  <a:pt x="84724" y="822937"/>
                  <a:pt x="76383" y="831285"/>
                  <a:pt x="76383" y="841581"/>
                </a:cubicBezTo>
                <a:close/>
                <a:moveTo>
                  <a:pt x="76383" y="773065"/>
                </a:moveTo>
                <a:cubicBezTo>
                  <a:pt x="76383" y="783361"/>
                  <a:pt x="84724" y="791709"/>
                  <a:pt x="95012" y="791709"/>
                </a:cubicBezTo>
                <a:cubicBezTo>
                  <a:pt x="105301" y="791709"/>
                  <a:pt x="113642" y="783361"/>
                  <a:pt x="113642" y="773065"/>
                </a:cubicBezTo>
                <a:cubicBezTo>
                  <a:pt x="113642" y="762769"/>
                  <a:pt x="105301" y="754422"/>
                  <a:pt x="95012" y="754422"/>
                </a:cubicBezTo>
                <a:cubicBezTo>
                  <a:pt x="84724" y="754422"/>
                  <a:pt x="76383" y="762769"/>
                  <a:pt x="76383" y="773065"/>
                </a:cubicBezTo>
                <a:close/>
                <a:moveTo>
                  <a:pt x="76383" y="704551"/>
                </a:moveTo>
                <a:cubicBezTo>
                  <a:pt x="76383" y="714847"/>
                  <a:pt x="84724" y="723194"/>
                  <a:pt x="95012" y="723194"/>
                </a:cubicBezTo>
                <a:cubicBezTo>
                  <a:pt x="105301" y="723194"/>
                  <a:pt x="113642" y="714847"/>
                  <a:pt x="113642" y="704551"/>
                </a:cubicBezTo>
                <a:cubicBezTo>
                  <a:pt x="113642" y="694255"/>
                  <a:pt x="105301" y="685907"/>
                  <a:pt x="95012" y="685907"/>
                </a:cubicBezTo>
                <a:cubicBezTo>
                  <a:pt x="84724" y="685907"/>
                  <a:pt x="76383" y="694255"/>
                  <a:pt x="76383" y="704551"/>
                </a:cubicBezTo>
                <a:close/>
                <a:moveTo>
                  <a:pt x="76383" y="636036"/>
                </a:moveTo>
                <a:cubicBezTo>
                  <a:pt x="76383" y="646332"/>
                  <a:pt x="84724" y="654679"/>
                  <a:pt x="95012" y="654679"/>
                </a:cubicBezTo>
                <a:cubicBezTo>
                  <a:pt x="105301" y="654679"/>
                  <a:pt x="113642" y="646332"/>
                  <a:pt x="113642" y="636036"/>
                </a:cubicBezTo>
                <a:cubicBezTo>
                  <a:pt x="113642" y="625740"/>
                  <a:pt x="105301" y="617393"/>
                  <a:pt x="95012" y="617393"/>
                </a:cubicBezTo>
                <a:cubicBezTo>
                  <a:pt x="84724" y="617393"/>
                  <a:pt x="76383" y="625740"/>
                  <a:pt x="76383" y="636036"/>
                </a:cubicBezTo>
                <a:close/>
                <a:moveTo>
                  <a:pt x="76383" y="567521"/>
                </a:moveTo>
                <a:cubicBezTo>
                  <a:pt x="76383" y="577818"/>
                  <a:pt x="84724" y="586165"/>
                  <a:pt x="95012" y="586165"/>
                </a:cubicBezTo>
                <a:cubicBezTo>
                  <a:pt x="105301" y="586165"/>
                  <a:pt x="113642" y="577818"/>
                  <a:pt x="113642" y="567521"/>
                </a:cubicBezTo>
                <a:cubicBezTo>
                  <a:pt x="113642" y="557225"/>
                  <a:pt x="105301" y="548878"/>
                  <a:pt x="95012" y="548878"/>
                </a:cubicBezTo>
                <a:cubicBezTo>
                  <a:pt x="84724" y="548878"/>
                  <a:pt x="76383" y="557225"/>
                  <a:pt x="76383" y="567521"/>
                </a:cubicBezTo>
                <a:close/>
                <a:moveTo>
                  <a:pt x="76382" y="498246"/>
                </a:moveTo>
                <a:cubicBezTo>
                  <a:pt x="76382" y="508543"/>
                  <a:pt x="84723" y="516890"/>
                  <a:pt x="95011" y="516890"/>
                </a:cubicBezTo>
                <a:cubicBezTo>
                  <a:pt x="105300" y="516890"/>
                  <a:pt x="113641" y="508543"/>
                  <a:pt x="113641" y="498246"/>
                </a:cubicBezTo>
                <a:cubicBezTo>
                  <a:pt x="113641" y="487950"/>
                  <a:pt x="105300" y="479603"/>
                  <a:pt x="95011" y="479603"/>
                </a:cubicBezTo>
                <a:cubicBezTo>
                  <a:pt x="84723" y="479603"/>
                  <a:pt x="76382" y="487950"/>
                  <a:pt x="76382" y="498246"/>
                </a:cubicBezTo>
                <a:close/>
                <a:moveTo>
                  <a:pt x="76382" y="429732"/>
                </a:moveTo>
                <a:cubicBezTo>
                  <a:pt x="76382" y="440028"/>
                  <a:pt x="84723" y="448375"/>
                  <a:pt x="95011" y="448375"/>
                </a:cubicBezTo>
                <a:cubicBezTo>
                  <a:pt x="105300" y="448375"/>
                  <a:pt x="113641" y="440028"/>
                  <a:pt x="113641" y="429732"/>
                </a:cubicBezTo>
                <a:cubicBezTo>
                  <a:pt x="113641" y="419436"/>
                  <a:pt x="105300" y="411088"/>
                  <a:pt x="95011" y="411088"/>
                </a:cubicBezTo>
                <a:cubicBezTo>
                  <a:pt x="84723" y="411088"/>
                  <a:pt x="76382" y="419436"/>
                  <a:pt x="76382" y="429732"/>
                </a:cubicBezTo>
                <a:close/>
                <a:moveTo>
                  <a:pt x="76382" y="361217"/>
                </a:moveTo>
                <a:cubicBezTo>
                  <a:pt x="76382" y="371513"/>
                  <a:pt x="84723" y="379861"/>
                  <a:pt x="95011" y="379861"/>
                </a:cubicBezTo>
                <a:cubicBezTo>
                  <a:pt x="105300" y="379861"/>
                  <a:pt x="113641" y="371513"/>
                  <a:pt x="113641" y="361217"/>
                </a:cubicBezTo>
                <a:cubicBezTo>
                  <a:pt x="113641" y="350921"/>
                  <a:pt x="105300" y="342574"/>
                  <a:pt x="95011" y="342574"/>
                </a:cubicBezTo>
                <a:cubicBezTo>
                  <a:pt x="84723" y="342574"/>
                  <a:pt x="76382" y="350921"/>
                  <a:pt x="76382" y="361217"/>
                </a:cubicBezTo>
                <a:close/>
                <a:moveTo>
                  <a:pt x="76382" y="292703"/>
                </a:moveTo>
                <a:cubicBezTo>
                  <a:pt x="76382" y="302999"/>
                  <a:pt x="84723" y="311346"/>
                  <a:pt x="95011" y="311346"/>
                </a:cubicBezTo>
                <a:cubicBezTo>
                  <a:pt x="105300" y="311346"/>
                  <a:pt x="113641" y="302999"/>
                  <a:pt x="113641" y="292703"/>
                </a:cubicBezTo>
                <a:cubicBezTo>
                  <a:pt x="113641" y="282407"/>
                  <a:pt x="105300" y="274059"/>
                  <a:pt x="95011" y="274059"/>
                </a:cubicBezTo>
                <a:cubicBezTo>
                  <a:pt x="84723" y="274059"/>
                  <a:pt x="76382" y="282407"/>
                  <a:pt x="76382" y="292703"/>
                </a:cubicBezTo>
                <a:close/>
                <a:moveTo>
                  <a:pt x="76382" y="224187"/>
                </a:moveTo>
                <a:cubicBezTo>
                  <a:pt x="76382" y="234483"/>
                  <a:pt x="84723" y="242831"/>
                  <a:pt x="95011" y="242831"/>
                </a:cubicBezTo>
                <a:cubicBezTo>
                  <a:pt x="105300" y="242831"/>
                  <a:pt x="113641" y="234483"/>
                  <a:pt x="113641" y="224187"/>
                </a:cubicBezTo>
                <a:cubicBezTo>
                  <a:pt x="113641" y="213891"/>
                  <a:pt x="105300" y="205544"/>
                  <a:pt x="95011" y="205544"/>
                </a:cubicBezTo>
                <a:cubicBezTo>
                  <a:pt x="84723" y="205544"/>
                  <a:pt x="76382" y="213891"/>
                  <a:pt x="76382" y="224187"/>
                </a:cubicBezTo>
                <a:close/>
                <a:moveTo>
                  <a:pt x="76382" y="155673"/>
                </a:moveTo>
                <a:cubicBezTo>
                  <a:pt x="76382" y="165969"/>
                  <a:pt x="84723" y="174316"/>
                  <a:pt x="95011" y="174316"/>
                </a:cubicBezTo>
                <a:cubicBezTo>
                  <a:pt x="105300" y="174316"/>
                  <a:pt x="113641" y="165969"/>
                  <a:pt x="113641" y="155673"/>
                </a:cubicBezTo>
                <a:cubicBezTo>
                  <a:pt x="113641" y="145377"/>
                  <a:pt x="105300" y="137029"/>
                  <a:pt x="95011" y="137029"/>
                </a:cubicBezTo>
                <a:cubicBezTo>
                  <a:pt x="84723" y="137029"/>
                  <a:pt x="76382" y="145377"/>
                  <a:pt x="76382" y="155673"/>
                </a:cubicBezTo>
                <a:close/>
                <a:moveTo>
                  <a:pt x="76382" y="87158"/>
                </a:moveTo>
                <a:cubicBezTo>
                  <a:pt x="76382" y="97454"/>
                  <a:pt x="84723" y="105802"/>
                  <a:pt x="95011" y="105802"/>
                </a:cubicBezTo>
                <a:cubicBezTo>
                  <a:pt x="105300" y="105802"/>
                  <a:pt x="113641" y="97454"/>
                  <a:pt x="113641" y="87158"/>
                </a:cubicBezTo>
                <a:cubicBezTo>
                  <a:pt x="113641" y="76862"/>
                  <a:pt x="105300" y="68515"/>
                  <a:pt x="95011" y="68515"/>
                </a:cubicBezTo>
                <a:cubicBezTo>
                  <a:pt x="84722" y="68515"/>
                  <a:pt x="76382" y="76862"/>
                  <a:pt x="76382" y="87158"/>
                </a:cubicBezTo>
                <a:close/>
                <a:moveTo>
                  <a:pt x="76382" y="18643"/>
                </a:moveTo>
                <a:cubicBezTo>
                  <a:pt x="76382" y="28940"/>
                  <a:pt x="84722" y="37287"/>
                  <a:pt x="95011" y="37287"/>
                </a:cubicBezTo>
                <a:cubicBezTo>
                  <a:pt x="105300" y="37287"/>
                  <a:pt x="113641" y="28940"/>
                  <a:pt x="113641" y="18643"/>
                </a:cubicBezTo>
                <a:cubicBezTo>
                  <a:pt x="113641" y="8347"/>
                  <a:pt x="105300" y="0"/>
                  <a:pt x="95011" y="0"/>
                </a:cubicBezTo>
                <a:cubicBezTo>
                  <a:pt x="84722" y="0"/>
                  <a:pt x="76382" y="8347"/>
                  <a:pt x="76382" y="18643"/>
                </a:cubicBezTo>
                <a:close/>
                <a:moveTo>
                  <a:pt x="1" y="1047125"/>
                </a:moveTo>
                <a:cubicBezTo>
                  <a:pt x="1" y="1057421"/>
                  <a:pt x="8342" y="1065768"/>
                  <a:pt x="18631" y="1065768"/>
                </a:cubicBezTo>
                <a:cubicBezTo>
                  <a:pt x="28920" y="1065768"/>
                  <a:pt x="37260" y="1057421"/>
                  <a:pt x="37260" y="1047124"/>
                </a:cubicBezTo>
                <a:cubicBezTo>
                  <a:pt x="37260" y="1036828"/>
                  <a:pt x="28920" y="1028481"/>
                  <a:pt x="18631" y="1028481"/>
                </a:cubicBezTo>
                <a:cubicBezTo>
                  <a:pt x="8342" y="1028481"/>
                  <a:pt x="1" y="1036829"/>
                  <a:pt x="1" y="1047125"/>
                </a:cubicBezTo>
                <a:close/>
                <a:moveTo>
                  <a:pt x="1" y="978610"/>
                </a:moveTo>
                <a:cubicBezTo>
                  <a:pt x="1" y="988906"/>
                  <a:pt x="8342" y="997253"/>
                  <a:pt x="18631" y="997253"/>
                </a:cubicBezTo>
                <a:cubicBezTo>
                  <a:pt x="28920" y="997253"/>
                  <a:pt x="37260" y="988906"/>
                  <a:pt x="37260" y="978610"/>
                </a:cubicBezTo>
                <a:cubicBezTo>
                  <a:pt x="37260" y="968314"/>
                  <a:pt x="28920" y="959966"/>
                  <a:pt x="18631" y="959967"/>
                </a:cubicBezTo>
                <a:cubicBezTo>
                  <a:pt x="8342" y="959967"/>
                  <a:pt x="1" y="968314"/>
                  <a:pt x="1" y="978610"/>
                </a:cubicBezTo>
                <a:close/>
                <a:moveTo>
                  <a:pt x="1" y="910095"/>
                </a:moveTo>
                <a:cubicBezTo>
                  <a:pt x="1" y="920392"/>
                  <a:pt x="8342" y="928739"/>
                  <a:pt x="18631" y="928739"/>
                </a:cubicBezTo>
                <a:cubicBezTo>
                  <a:pt x="28920" y="928739"/>
                  <a:pt x="37260" y="920391"/>
                  <a:pt x="37260" y="910095"/>
                </a:cubicBezTo>
                <a:cubicBezTo>
                  <a:pt x="37260" y="899799"/>
                  <a:pt x="28920" y="891452"/>
                  <a:pt x="18631" y="891452"/>
                </a:cubicBezTo>
                <a:cubicBezTo>
                  <a:pt x="8342" y="891452"/>
                  <a:pt x="1" y="899799"/>
                  <a:pt x="1" y="910095"/>
                </a:cubicBezTo>
                <a:close/>
                <a:moveTo>
                  <a:pt x="1" y="841581"/>
                </a:moveTo>
                <a:cubicBezTo>
                  <a:pt x="1" y="851877"/>
                  <a:pt x="8342" y="860224"/>
                  <a:pt x="18631" y="860224"/>
                </a:cubicBezTo>
                <a:cubicBezTo>
                  <a:pt x="28920" y="860224"/>
                  <a:pt x="37260" y="851877"/>
                  <a:pt x="37260" y="841581"/>
                </a:cubicBezTo>
                <a:cubicBezTo>
                  <a:pt x="37260" y="831285"/>
                  <a:pt x="28920" y="822937"/>
                  <a:pt x="18631" y="822937"/>
                </a:cubicBezTo>
                <a:cubicBezTo>
                  <a:pt x="8342" y="822937"/>
                  <a:pt x="1" y="831285"/>
                  <a:pt x="1" y="841581"/>
                </a:cubicBezTo>
                <a:close/>
                <a:moveTo>
                  <a:pt x="1" y="773065"/>
                </a:moveTo>
                <a:cubicBezTo>
                  <a:pt x="1" y="783361"/>
                  <a:pt x="8342" y="791709"/>
                  <a:pt x="18631" y="791709"/>
                </a:cubicBezTo>
                <a:cubicBezTo>
                  <a:pt x="28920" y="791709"/>
                  <a:pt x="37260" y="783361"/>
                  <a:pt x="37260" y="773065"/>
                </a:cubicBezTo>
                <a:cubicBezTo>
                  <a:pt x="37260" y="762769"/>
                  <a:pt x="28920" y="754422"/>
                  <a:pt x="18631" y="754422"/>
                </a:cubicBezTo>
                <a:cubicBezTo>
                  <a:pt x="8342" y="754422"/>
                  <a:pt x="1" y="762769"/>
                  <a:pt x="1" y="773065"/>
                </a:cubicBezTo>
                <a:close/>
                <a:moveTo>
                  <a:pt x="1" y="704551"/>
                </a:moveTo>
                <a:cubicBezTo>
                  <a:pt x="1" y="714847"/>
                  <a:pt x="8342" y="723194"/>
                  <a:pt x="18631" y="723194"/>
                </a:cubicBezTo>
                <a:cubicBezTo>
                  <a:pt x="28920" y="723194"/>
                  <a:pt x="37260" y="714847"/>
                  <a:pt x="37260" y="704551"/>
                </a:cubicBezTo>
                <a:cubicBezTo>
                  <a:pt x="37260" y="694255"/>
                  <a:pt x="28920" y="685907"/>
                  <a:pt x="18631" y="685907"/>
                </a:cubicBezTo>
                <a:cubicBezTo>
                  <a:pt x="8342" y="685907"/>
                  <a:pt x="1" y="694255"/>
                  <a:pt x="1" y="704551"/>
                </a:cubicBezTo>
                <a:close/>
                <a:moveTo>
                  <a:pt x="1" y="636036"/>
                </a:moveTo>
                <a:cubicBezTo>
                  <a:pt x="1" y="646332"/>
                  <a:pt x="8342" y="654680"/>
                  <a:pt x="18631" y="654680"/>
                </a:cubicBezTo>
                <a:cubicBezTo>
                  <a:pt x="28920" y="654679"/>
                  <a:pt x="37260" y="646332"/>
                  <a:pt x="37260" y="636036"/>
                </a:cubicBezTo>
                <a:cubicBezTo>
                  <a:pt x="37260" y="625740"/>
                  <a:pt x="28920" y="617393"/>
                  <a:pt x="18631" y="617393"/>
                </a:cubicBezTo>
                <a:cubicBezTo>
                  <a:pt x="8342" y="617393"/>
                  <a:pt x="1" y="625740"/>
                  <a:pt x="1" y="636036"/>
                </a:cubicBezTo>
                <a:close/>
                <a:moveTo>
                  <a:pt x="1" y="567522"/>
                </a:moveTo>
                <a:cubicBezTo>
                  <a:pt x="1" y="577818"/>
                  <a:pt x="8342" y="586165"/>
                  <a:pt x="18631" y="586165"/>
                </a:cubicBezTo>
                <a:cubicBezTo>
                  <a:pt x="28920" y="586165"/>
                  <a:pt x="37260" y="577818"/>
                  <a:pt x="37260" y="567521"/>
                </a:cubicBezTo>
                <a:cubicBezTo>
                  <a:pt x="37260" y="557225"/>
                  <a:pt x="28920" y="548878"/>
                  <a:pt x="18631" y="548878"/>
                </a:cubicBezTo>
                <a:cubicBezTo>
                  <a:pt x="8342" y="548878"/>
                  <a:pt x="1" y="557225"/>
                  <a:pt x="1" y="567522"/>
                </a:cubicBezTo>
                <a:close/>
                <a:moveTo>
                  <a:pt x="0" y="498246"/>
                </a:moveTo>
                <a:cubicBezTo>
                  <a:pt x="0" y="508543"/>
                  <a:pt x="8341" y="516890"/>
                  <a:pt x="18630" y="516890"/>
                </a:cubicBezTo>
                <a:cubicBezTo>
                  <a:pt x="28919" y="516890"/>
                  <a:pt x="37259" y="508543"/>
                  <a:pt x="37259" y="498246"/>
                </a:cubicBezTo>
                <a:cubicBezTo>
                  <a:pt x="37259" y="487950"/>
                  <a:pt x="28919" y="479603"/>
                  <a:pt x="18630" y="479603"/>
                </a:cubicBezTo>
                <a:cubicBezTo>
                  <a:pt x="8341" y="479603"/>
                  <a:pt x="0" y="487950"/>
                  <a:pt x="0" y="498246"/>
                </a:cubicBezTo>
                <a:close/>
                <a:moveTo>
                  <a:pt x="0" y="429732"/>
                </a:moveTo>
                <a:cubicBezTo>
                  <a:pt x="0" y="440028"/>
                  <a:pt x="8341" y="448375"/>
                  <a:pt x="18630" y="448375"/>
                </a:cubicBezTo>
                <a:cubicBezTo>
                  <a:pt x="28919" y="448375"/>
                  <a:pt x="37259" y="440028"/>
                  <a:pt x="37259" y="429732"/>
                </a:cubicBezTo>
                <a:cubicBezTo>
                  <a:pt x="37259" y="419436"/>
                  <a:pt x="28919" y="411088"/>
                  <a:pt x="18630" y="411088"/>
                </a:cubicBezTo>
                <a:cubicBezTo>
                  <a:pt x="8341" y="411088"/>
                  <a:pt x="0" y="419436"/>
                  <a:pt x="0" y="429732"/>
                </a:cubicBezTo>
                <a:close/>
                <a:moveTo>
                  <a:pt x="0" y="361217"/>
                </a:moveTo>
                <a:cubicBezTo>
                  <a:pt x="0" y="371513"/>
                  <a:pt x="8341" y="379861"/>
                  <a:pt x="18630" y="379861"/>
                </a:cubicBezTo>
                <a:cubicBezTo>
                  <a:pt x="28919" y="379861"/>
                  <a:pt x="37259" y="371513"/>
                  <a:pt x="37259" y="361217"/>
                </a:cubicBezTo>
                <a:cubicBezTo>
                  <a:pt x="37259" y="350921"/>
                  <a:pt x="28919" y="342574"/>
                  <a:pt x="18630" y="342574"/>
                </a:cubicBezTo>
                <a:cubicBezTo>
                  <a:pt x="8341" y="342574"/>
                  <a:pt x="0" y="350921"/>
                  <a:pt x="0" y="361217"/>
                </a:cubicBezTo>
                <a:close/>
                <a:moveTo>
                  <a:pt x="0" y="292703"/>
                </a:moveTo>
                <a:cubicBezTo>
                  <a:pt x="0" y="302999"/>
                  <a:pt x="8341" y="311346"/>
                  <a:pt x="18630" y="311346"/>
                </a:cubicBezTo>
                <a:cubicBezTo>
                  <a:pt x="28919" y="311346"/>
                  <a:pt x="37259" y="302999"/>
                  <a:pt x="37259" y="292703"/>
                </a:cubicBezTo>
                <a:cubicBezTo>
                  <a:pt x="37259" y="282407"/>
                  <a:pt x="28919" y="274059"/>
                  <a:pt x="18630" y="274059"/>
                </a:cubicBezTo>
                <a:cubicBezTo>
                  <a:pt x="8341" y="274059"/>
                  <a:pt x="0" y="282407"/>
                  <a:pt x="0" y="292703"/>
                </a:cubicBezTo>
                <a:close/>
                <a:moveTo>
                  <a:pt x="0" y="224187"/>
                </a:moveTo>
                <a:cubicBezTo>
                  <a:pt x="0" y="234483"/>
                  <a:pt x="8341" y="242831"/>
                  <a:pt x="18630" y="242831"/>
                </a:cubicBezTo>
                <a:cubicBezTo>
                  <a:pt x="28919" y="242831"/>
                  <a:pt x="37259" y="234483"/>
                  <a:pt x="37259" y="224187"/>
                </a:cubicBezTo>
                <a:cubicBezTo>
                  <a:pt x="37259" y="213891"/>
                  <a:pt x="28919" y="205544"/>
                  <a:pt x="18630" y="205544"/>
                </a:cubicBezTo>
                <a:cubicBezTo>
                  <a:pt x="8341" y="205544"/>
                  <a:pt x="0" y="213891"/>
                  <a:pt x="0" y="224187"/>
                </a:cubicBezTo>
                <a:close/>
                <a:moveTo>
                  <a:pt x="0" y="155673"/>
                </a:moveTo>
                <a:cubicBezTo>
                  <a:pt x="0" y="165969"/>
                  <a:pt x="8341" y="174316"/>
                  <a:pt x="18630" y="174316"/>
                </a:cubicBezTo>
                <a:cubicBezTo>
                  <a:pt x="28919" y="174316"/>
                  <a:pt x="37259" y="165969"/>
                  <a:pt x="37259" y="155673"/>
                </a:cubicBezTo>
                <a:cubicBezTo>
                  <a:pt x="37259" y="145377"/>
                  <a:pt x="28919" y="137029"/>
                  <a:pt x="18630" y="137029"/>
                </a:cubicBezTo>
                <a:cubicBezTo>
                  <a:pt x="8341" y="137029"/>
                  <a:pt x="0" y="145377"/>
                  <a:pt x="0" y="155673"/>
                </a:cubicBezTo>
                <a:close/>
                <a:moveTo>
                  <a:pt x="0" y="87158"/>
                </a:moveTo>
                <a:cubicBezTo>
                  <a:pt x="0" y="97454"/>
                  <a:pt x="8341" y="105802"/>
                  <a:pt x="18630" y="105802"/>
                </a:cubicBezTo>
                <a:cubicBezTo>
                  <a:pt x="28919" y="105802"/>
                  <a:pt x="37259" y="97454"/>
                  <a:pt x="37259" y="87158"/>
                </a:cubicBezTo>
                <a:cubicBezTo>
                  <a:pt x="37259" y="76862"/>
                  <a:pt x="28918" y="68515"/>
                  <a:pt x="18630" y="68515"/>
                </a:cubicBezTo>
                <a:cubicBezTo>
                  <a:pt x="8341" y="68515"/>
                  <a:pt x="0" y="76862"/>
                  <a:pt x="0" y="87158"/>
                </a:cubicBezTo>
                <a:close/>
                <a:moveTo>
                  <a:pt x="0" y="18643"/>
                </a:moveTo>
                <a:cubicBezTo>
                  <a:pt x="0" y="28940"/>
                  <a:pt x="8341" y="37287"/>
                  <a:pt x="18630" y="37287"/>
                </a:cubicBezTo>
                <a:cubicBezTo>
                  <a:pt x="28918" y="37287"/>
                  <a:pt x="37259" y="28940"/>
                  <a:pt x="37259" y="18643"/>
                </a:cubicBezTo>
                <a:cubicBezTo>
                  <a:pt x="37259" y="8347"/>
                  <a:pt x="28918" y="0"/>
                  <a:pt x="18630" y="0"/>
                </a:cubicBezTo>
                <a:cubicBezTo>
                  <a:pt x="8341" y="0"/>
                  <a:pt x="0" y="8347"/>
                  <a:pt x="0" y="18643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98718">
                <a:schemeClr val="bg2">
                  <a:lumMod val="90000"/>
                </a:schemeClr>
              </a:gs>
              <a:gs pos="68000">
                <a:schemeClr val="bg2"/>
              </a:gs>
            </a:gsLst>
            <a:lin ang="16200000" scaled="1"/>
          </a:gradFill>
          <a:ln>
            <a:noFill/>
          </a:ln>
        </p:spPr>
        <p:style>
          <a:lnRef idx="2">
            <a:srgbClr val="385723">
              <a:shade val="50000"/>
            </a:srgbClr>
          </a:lnRef>
          <a:fillRef idx="1">
            <a:srgbClr val="385723"/>
          </a:fillRef>
          <a:effectRef idx="0">
            <a:srgbClr val="38572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>
            <p:custDataLst>
              <p:tags r:id="rId2"/>
            </p:custDataLst>
          </p:nvPr>
        </p:nvGrpSpPr>
        <p:grpSpPr>
          <a:xfrm>
            <a:off x="147711" y="142018"/>
            <a:ext cx="1994383" cy="487966"/>
            <a:chOff x="233" y="419"/>
            <a:chExt cx="3577" cy="768"/>
          </a:xfrm>
        </p:grpSpPr>
        <p:sp>
          <p:nvSpPr>
            <p:cNvPr id="27" name="文本框 26"/>
            <p:cNvSpPr txBox="1"/>
            <p:nvPr>
              <p:custDataLst>
                <p:tags r:id="rId3"/>
              </p:custDataLst>
            </p:nvPr>
          </p:nvSpPr>
          <p:spPr>
            <a:xfrm>
              <a:off x="1496" y="463"/>
              <a:ext cx="1624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公司</a:t>
              </a: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logo</a:t>
              </a: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" name="文本框 1"/>
            <p:cNvSpPr txBox="1"/>
            <p:nvPr>
              <p:custDataLst>
                <p:tags r:id="rId4"/>
              </p:custDataLst>
            </p:nvPr>
          </p:nvSpPr>
          <p:spPr>
            <a:xfrm>
              <a:off x="1181" y="463"/>
              <a:ext cx="156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zh-CN" altLang="en-US" sz="160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公司</a:t>
              </a:r>
              <a:r>
                <a:rPr lang="en-US" altLang="zh-CN" sz="160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logo</a:t>
              </a:r>
              <a:endParaRPr lang="zh-CN" altLang="en-US" sz="16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" name="矩形: 圆角 102"/>
            <p:cNvSpPr/>
            <p:nvPr>
              <p:custDataLst>
                <p:tags r:id="rId5"/>
              </p:custDataLst>
            </p:nvPr>
          </p:nvSpPr>
          <p:spPr>
            <a:xfrm>
              <a:off x="233" y="419"/>
              <a:ext cx="3296" cy="768"/>
            </a:xfrm>
            <a:prstGeom prst="roundRect">
              <a:avLst/>
            </a:prstGeom>
            <a:solidFill>
              <a:srgbClr val="38572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65100" dist="12700" dir="13500000" algn="br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6"/>
              </p:custDataLst>
            </p:nvPr>
          </p:nvSpPr>
          <p:spPr>
            <a:xfrm>
              <a:off x="385" y="432"/>
              <a:ext cx="3425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defRPr/>
              </a:pPr>
              <a:r>
                <a:rPr lang="zh-CN" altLang="en-US" sz="2400" b="1" kern="120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观察与思考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772087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19"/>
          <p:cNvSpPr/>
          <p:nvPr userDrawn="1">
            <p:custDataLst>
              <p:tags r:id="rId1"/>
            </p:custDataLst>
          </p:nvPr>
        </p:nvSpPr>
        <p:spPr>
          <a:xfrm rot="16200000" flipH="1">
            <a:off x="1171658" y="291584"/>
            <a:ext cx="419170" cy="1065768"/>
          </a:xfrm>
          <a:custGeom>
            <a:avLst/>
            <a:gdLst>
              <a:gd name="connsiteX0" fmla="*/ 381911 w 419170"/>
              <a:gd name="connsiteY0" fmla="*/ 1047124 h 1065768"/>
              <a:gd name="connsiteX1" fmla="*/ 400540 w 419170"/>
              <a:gd name="connsiteY1" fmla="*/ 1065768 h 1065768"/>
              <a:gd name="connsiteX2" fmla="*/ 419170 w 419170"/>
              <a:gd name="connsiteY2" fmla="*/ 1047124 h 1065768"/>
              <a:gd name="connsiteX3" fmla="*/ 400540 w 419170"/>
              <a:gd name="connsiteY3" fmla="*/ 1028481 h 1065768"/>
              <a:gd name="connsiteX4" fmla="*/ 381911 w 419170"/>
              <a:gd name="connsiteY4" fmla="*/ 1047124 h 1065768"/>
              <a:gd name="connsiteX5" fmla="*/ 381911 w 419170"/>
              <a:gd name="connsiteY5" fmla="*/ 978610 h 1065768"/>
              <a:gd name="connsiteX6" fmla="*/ 400540 w 419170"/>
              <a:gd name="connsiteY6" fmla="*/ 997253 h 1065768"/>
              <a:gd name="connsiteX7" fmla="*/ 419170 w 419170"/>
              <a:gd name="connsiteY7" fmla="*/ 978610 h 1065768"/>
              <a:gd name="connsiteX8" fmla="*/ 400540 w 419170"/>
              <a:gd name="connsiteY8" fmla="*/ 959966 h 1065768"/>
              <a:gd name="connsiteX9" fmla="*/ 381911 w 419170"/>
              <a:gd name="connsiteY9" fmla="*/ 978610 h 1065768"/>
              <a:gd name="connsiteX10" fmla="*/ 381911 w 419170"/>
              <a:gd name="connsiteY10" fmla="*/ 910095 h 1065768"/>
              <a:gd name="connsiteX11" fmla="*/ 400540 w 419170"/>
              <a:gd name="connsiteY11" fmla="*/ 928739 h 1065768"/>
              <a:gd name="connsiteX12" fmla="*/ 419170 w 419170"/>
              <a:gd name="connsiteY12" fmla="*/ 910095 h 1065768"/>
              <a:gd name="connsiteX13" fmla="*/ 400540 w 419170"/>
              <a:gd name="connsiteY13" fmla="*/ 891452 h 1065768"/>
              <a:gd name="connsiteX14" fmla="*/ 381911 w 419170"/>
              <a:gd name="connsiteY14" fmla="*/ 910095 h 1065768"/>
              <a:gd name="connsiteX15" fmla="*/ 381911 w 419170"/>
              <a:gd name="connsiteY15" fmla="*/ 841581 h 1065768"/>
              <a:gd name="connsiteX16" fmla="*/ 400540 w 419170"/>
              <a:gd name="connsiteY16" fmla="*/ 860224 h 1065768"/>
              <a:gd name="connsiteX17" fmla="*/ 419170 w 419170"/>
              <a:gd name="connsiteY17" fmla="*/ 841581 h 1065768"/>
              <a:gd name="connsiteX18" fmla="*/ 400540 w 419170"/>
              <a:gd name="connsiteY18" fmla="*/ 822937 h 1065768"/>
              <a:gd name="connsiteX19" fmla="*/ 381911 w 419170"/>
              <a:gd name="connsiteY19" fmla="*/ 841581 h 1065768"/>
              <a:gd name="connsiteX20" fmla="*/ 381911 w 419170"/>
              <a:gd name="connsiteY20" fmla="*/ 773065 h 1065768"/>
              <a:gd name="connsiteX21" fmla="*/ 400540 w 419170"/>
              <a:gd name="connsiteY21" fmla="*/ 791709 h 1065768"/>
              <a:gd name="connsiteX22" fmla="*/ 419170 w 419170"/>
              <a:gd name="connsiteY22" fmla="*/ 773065 h 1065768"/>
              <a:gd name="connsiteX23" fmla="*/ 400540 w 419170"/>
              <a:gd name="connsiteY23" fmla="*/ 754422 h 1065768"/>
              <a:gd name="connsiteX24" fmla="*/ 381911 w 419170"/>
              <a:gd name="connsiteY24" fmla="*/ 773065 h 1065768"/>
              <a:gd name="connsiteX25" fmla="*/ 381911 w 419170"/>
              <a:gd name="connsiteY25" fmla="*/ 704551 h 1065768"/>
              <a:gd name="connsiteX26" fmla="*/ 400540 w 419170"/>
              <a:gd name="connsiteY26" fmla="*/ 723194 h 1065768"/>
              <a:gd name="connsiteX27" fmla="*/ 419170 w 419170"/>
              <a:gd name="connsiteY27" fmla="*/ 704551 h 1065768"/>
              <a:gd name="connsiteX28" fmla="*/ 400540 w 419170"/>
              <a:gd name="connsiteY28" fmla="*/ 685907 h 1065768"/>
              <a:gd name="connsiteX29" fmla="*/ 381911 w 419170"/>
              <a:gd name="connsiteY29" fmla="*/ 704551 h 1065768"/>
              <a:gd name="connsiteX30" fmla="*/ 381911 w 419170"/>
              <a:gd name="connsiteY30" fmla="*/ 636036 h 1065768"/>
              <a:gd name="connsiteX31" fmla="*/ 400540 w 419170"/>
              <a:gd name="connsiteY31" fmla="*/ 654679 h 1065768"/>
              <a:gd name="connsiteX32" fmla="*/ 419170 w 419170"/>
              <a:gd name="connsiteY32" fmla="*/ 636036 h 1065768"/>
              <a:gd name="connsiteX33" fmla="*/ 400540 w 419170"/>
              <a:gd name="connsiteY33" fmla="*/ 617393 h 1065768"/>
              <a:gd name="connsiteX34" fmla="*/ 381911 w 419170"/>
              <a:gd name="connsiteY34" fmla="*/ 636036 h 1065768"/>
              <a:gd name="connsiteX35" fmla="*/ 381911 w 419170"/>
              <a:gd name="connsiteY35" fmla="*/ 567521 h 1065768"/>
              <a:gd name="connsiteX36" fmla="*/ 400540 w 419170"/>
              <a:gd name="connsiteY36" fmla="*/ 586165 h 1065768"/>
              <a:gd name="connsiteX37" fmla="*/ 419170 w 419170"/>
              <a:gd name="connsiteY37" fmla="*/ 567521 h 1065768"/>
              <a:gd name="connsiteX38" fmla="*/ 400540 w 419170"/>
              <a:gd name="connsiteY38" fmla="*/ 548878 h 1065768"/>
              <a:gd name="connsiteX39" fmla="*/ 381911 w 419170"/>
              <a:gd name="connsiteY39" fmla="*/ 567521 h 1065768"/>
              <a:gd name="connsiteX40" fmla="*/ 381910 w 419170"/>
              <a:gd name="connsiteY40" fmla="*/ 498246 h 1065768"/>
              <a:gd name="connsiteX41" fmla="*/ 400539 w 419170"/>
              <a:gd name="connsiteY41" fmla="*/ 516890 h 1065768"/>
              <a:gd name="connsiteX42" fmla="*/ 419169 w 419170"/>
              <a:gd name="connsiteY42" fmla="*/ 498246 h 1065768"/>
              <a:gd name="connsiteX43" fmla="*/ 400539 w 419170"/>
              <a:gd name="connsiteY43" fmla="*/ 479603 h 1065768"/>
              <a:gd name="connsiteX44" fmla="*/ 381910 w 419170"/>
              <a:gd name="connsiteY44" fmla="*/ 498246 h 1065768"/>
              <a:gd name="connsiteX45" fmla="*/ 381910 w 419170"/>
              <a:gd name="connsiteY45" fmla="*/ 429732 h 1065768"/>
              <a:gd name="connsiteX46" fmla="*/ 400539 w 419170"/>
              <a:gd name="connsiteY46" fmla="*/ 448375 h 1065768"/>
              <a:gd name="connsiteX47" fmla="*/ 419169 w 419170"/>
              <a:gd name="connsiteY47" fmla="*/ 429732 h 1065768"/>
              <a:gd name="connsiteX48" fmla="*/ 400539 w 419170"/>
              <a:gd name="connsiteY48" fmla="*/ 411088 h 1065768"/>
              <a:gd name="connsiteX49" fmla="*/ 381910 w 419170"/>
              <a:gd name="connsiteY49" fmla="*/ 429732 h 1065768"/>
              <a:gd name="connsiteX50" fmla="*/ 381910 w 419170"/>
              <a:gd name="connsiteY50" fmla="*/ 361217 h 1065768"/>
              <a:gd name="connsiteX51" fmla="*/ 400539 w 419170"/>
              <a:gd name="connsiteY51" fmla="*/ 379861 h 1065768"/>
              <a:gd name="connsiteX52" fmla="*/ 419169 w 419170"/>
              <a:gd name="connsiteY52" fmla="*/ 361217 h 1065768"/>
              <a:gd name="connsiteX53" fmla="*/ 400539 w 419170"/>
              <a:gd name="connsiteY53" fmla="*/ 342574 h 1065768"/>
              <a:gd name="connsiteX54" fmla="*/ 381910 w 419170"/>
              <a:gd name="connsiteY54" fmla="*/ 361217 h 1065768"/>
              <a:gd name="connsiteX55" fmla="*/ 381910 w 419170"/>
              <a:gd name="connsiteY55" fmla="*/ 292703 h 1065768"/>
              <a:gd name="connsiteX56" fmla="*/ 400539 w 419170"/>
              <a:gd name="connsiteY56" fmla="*/ 311346 h 1065768"/>
              <a:gd name="connsiteX57" fmla="*/ 419169 w 419170"/>
              <a:gd name="connsiteY57" fmla="*/ 292703 h 1065768"/>
              <a:gd name="connsiteX58" fmla="*/ 400539 w 419170"/>
              <a:gd name="connsiteY58" fmla="*/ 274059 h 1065768"/>
              <a:gd name="connsiteX59" fmla="*/ 381910 w 419170"/>
              <a:gd name="connsiteY59" fmla="*/ 292703 h 1065768"/>
              <a:gd name="connsiteX60" fmla="*/ 381910 w 419170"/>
              <a:gd name="connsiteY60" fmla="*/ 224187 h 1065768"/>
              <a:gd name="connsiteX61" fmla="*/ 400539 w 419170"/>
              <a:gd name="connsiteY61" fmla="*/ 242831 h 1065768"/>
              <a:gd name="connsiteX62" fmla="*/ 419169 w 419170"/>
              <a:gd name="connsiteY62" fmla="*/ 224187 h 1065768"/>
              <a:gd name="connsiteX63" fmla="*/ 400539 w 419170"/>
              <a:gd name="connsiteY63" fmla="*/ 205544 h 1065768"/>
              <a:gd name="connsiteX64" fmla="*/ 381910 w 419170"/>
              <a:gd name="connsiteY64" fmla="*/ 224187 h 1065768"/>
              <a:gd name="connsiteX65" fmla="*/ 381910 w 419170"/>
              <a:gd name="connsiteY65" fmla="*/ 155673 h 1065768"/>
              <a:gd name="connsiteX66" fmla="*/ 400539 w 419170"/>
              <a:gd name="connsiteY66" fmla="*/ 174316 h 1065768"/>
              <a:gd name="connsiteX67" fmla="*/ 419169 w 419170"/>
              <a:gd name="connsiteY67" fmla="*/ 155673 h 1065768"/>
              <a:gd name="connsiteX68" fmla="*/ 400539 w 419170"/>
              <a:gd name="connsiteY68" fmla="*/ 137029 h 1065768"/>
              <a:gd name="connsiteX69" fmla="*/ 381910 w 419170"/>
              <a:gd name="connsiteY69" fmla="*/ 155673 h 1065768"/>
              <a:gd name="connsiteX70" fmla="*/ 381910 w 419170"/>
              <a:gd name="connsiteY70" fmla="*/ 87158 h 1065768"/>
              <a:gd name="connsiteX71" fmla="*/ 400539 w 419170"/>
              <a:gd name="connsiteY71" fmla="*/ 105802 h 1065768"/>
              <a:gd name="connsiteX72" fmla="*/ 419169 w 419170"/>
              <a:gd name="connsiteY72" fmla="*/ 87158 h 1065768"/>
              <a:gd name="connsiteX73" fmla="*/ 400539 w 419170"/>
              <a:gd name="connsiteY73" fmla="*/ 68515 h 1065768"/>
              <a:gd name="connsiteX74" fmla="*/ 381910 w 419170"/>
              <a:gd name="connsiteY74" fmla="*/ 87158 h 1065768"/>
              <a:gd name="connsiteX75" fmla="*/ 381910 w 419170"/>
              <a:gd name="connsiteY75" fmla="*/ 18643 h 1065768"/>
              <a:gd name="connsiteX76" fmla="*/ 400539 w 419170"/>
              <a:gd name="connsiteY76" fmla="*/ 37287 h 1065768"/>
              <a:gd name="connsiteX77" fmla="*/ 419169 w 419170"/>
              <a:gd name="connsiteY77" fmla="*/ 18643 h 1065768"/>
              <a:gd name="connsiteX78" fmla="*/ 400539 w 419170"/>
              <a:gd name="connsiteY78" fmla="*/ 0 h 1065768"/>
              <a:gd name="connsiteX79" fmla="*/ 381910 w 419170"/>
              <a:gd name="connsiteY79" fmla="*/ 18643 h 1065768"/>
              <a:gd name="connsiteX80" fmla="*/ 305529 w 419170"/>
              <a:gd name="connsiteY80" fmla="*/ 1047124 h 1065768"/>
              <a:gd name="connsiteX81" fmla="*/ 324159 w 419170"/>
              <a:gd name="connsiteY81" fmla="*/ 1065768 h 1065768"/>
              <a:gd name="connsiteX82" fmla="*/ 342788 w 419170"/>
              <a:gd name="connsiteY82" fmla="*/ 1047124 h 1065768"/>
              <a:gd name="connsiteX83" fmla="*/ 324159 w 419170"/>
              <a:gd name="connsiteY83" fmla="*/ 1028481 h 1065768"/>
              <a:gd name="connsiteX84" fmla="*/ 305529 w 419170"/>
              <a:gd name="connsiteY84" fmla="*/ 1047124 h 1065768"/>
              <a:gd name="connsiteX85" fmla="*/ 305529 w 419170"/>
              <a:gd name="connsiteY85" fmla="*/ 978610 h 1065768"/>
              <a:gd name="connsiteX86" fmla="*/ 324159 w 419170"/>
              <a:gd name="connsiteY86" fmla="*/ 997253 h 1065768"/>
              <a:gd name="connsiteX87" fmla="*/ 342788 w 419170"/>
              <a:gd name="connsiteY87" fmla="*/ 978610 h 1065768"/>
              <a:gd name="connsiteX88" fmla="*/ 324159 w 419170"/>
              <a:gd name="connsiteY88" fmla="*/ 959966 h 1065768"/>
              <a:gd name="connsiteX89" fmla="*/ 305529 w 419170"/>
              <a:gd name="connsiteY89" fmla="*/ 978610 h 1065768"/>
              <a:gd name="connsiteX90" fmla="*/ 305529 w 419170"/>
              <a:gd name="connsiteY90" fmla="*/ 910095 h 1065768"/>
              <a:gd name="connsiteX91" fmla="*/ 324159 w 419170"/>
              <a:gd name="connsiteY91" fmla="*/ 928739 h 1065768"/>
              <a:gd name="connsiteX92" fmla="*/ 342788 w 419170"/>
              <a:gd name="connsiteY92" fmla="*/ 910095 h 1065768"/>
              <a:gd name="connsiteX93" fmla="*/ 324159 w 419170"/>
              <a:gd name="connsiteY93" fmla="*/ 891452 h 1065768"/>
              <a:gd name="connsiteX94" fmla="*/ 305529 w 419170"/>
              <a:gd name="connsiteY94" fmla="*/ 910095 h 1065768"/>
              <a:gd name="connsiteX95" fmla="*/ 305529 w 419170"/>
              <a:gd name="connsiteY95" fmla="*/ 841581 h 1065768"/>
              <a:gd name="connsiteX96" fmla="*/ 324159 w 419170"/>
              <a:gd name="connsiteY96" fmla="*/ 860224 h 1065768"/>
              <a:gd name="connsiteX97" fmla="*/ 342788 w 419170"/>
              <a:gd name="connsiteY97" fmla="*/ 841581 h 1065768"/>
              <a:gd name="connsiteX98" fmla="*/ 324159 w 419170"/>
              <a:gd name="connsiteY98" fmla="*/ 822937 h 1065768"/>
              <a:gd name="connsiteX99" fmla="*/ 305529 w 419170"/>
              <a:gd name="connsiteY99" fmla="*/ 841581 h 1065768"/>
              <a:gd name="connsiteX100" fmla="*/ 305529 w 419170"/>
              <a:gd name="connsiteY100" fmla="*/ 773065 h 1065768"/>
              <a:gd name="connsiteX101" fmla="*/ 324159 w 419170"/>
              <a:gd name="connsiteY101" fmla="*/ 791709 h 1065768"/>
              <a:gd name="connsiteX102" fmla="*/ 342788 w 419170"/>
              <a:gd name="connsiteY102" fmla="*/ 773065 h 1065768"/>
              <a:gd name="connsiteX103" fmla="*/ 324159 w 419170"/>
              <a:gd name="connsiteY103" fmla="*/ 754422 h 1065768"/>
              <a:gd name="connsiteX104" fmla="*/ 305529 w 419170"/>
              <a:gd name="connsiteY104" fmla="*/ 773065 h 1065768"/>
              <a:gd name="connsiteX105" fmla="*/ 305529 w 419170"/>
              <a:gd name="connsiteY105" fmla="*/ 704551 h 1065768"/>
              <a:gd name="connsiteX106" fmla="*/ 324159 w 419170"/>
              <a:gd name="connsiteY106" fmla="*/ 723194 h 1065768"/>
              <a:gd name="connsiteX107" fmla="*/ 342788 w 419170"/>
              <a:gd name="connsiteY107" fmla="*/ 704551 h 1065768"/>
              <a:gd name="connsiteX108" fmla="*/ 324159 w 419170"/>
              <a:gd name="connsiteY108" fmla="*/ 685907 h 1065768"/>
              <a:gd name="connsiteX109" fmla="*/ 305529 w 419170"/>
              <a:gd name="connsiteY109" fmla="*/ 704551 h 1065768"/>
              <a:gd name="connsiteX110" fmla="*/ 305529 w 419170"/>
              <a:gd name="connsiteY110" fmla="*/ 636036 h 1065768"/>
              <a:gd name="connsiteX111" fmla="*/ 324159 w 419170"/>
              <a:gd name="connsiteY111" fmla="*/ 654679 h 1065768"/>
              <a:gd name="connsiteX112" fmla="*/ 342788 w 419170"/>
              <a:gd name="connsiteY112" fmla="*/ 636036 h 1065768"/>
              <a:gd name="connsiteX113" fmla="*/ 324159 w 419170"/>
              <a:gd name="connsiteY113" fmla="*/ 617393 h 1065768"/>
              <a:gd name="connsiteX114" fmla="*/ 305529 w 419170"/>
              <a:gd name="connsiteY114" fmla="*/ 636036 h 1065768"/>
              <a:gd name="connsiteX115" fmla="*/ 305529 w 419170"/>
              <a:gd name="connsiteY115" fmla="*/ 567521 h 1065768"/>
              <a:gd name="connsiteX116" fmla="*/ 324159 w 419170"/>
              <a:gd name="connsiteY116" fmla="*/ 586165 h 1065768"/>
              <a:gd name="connsiteX117" fmla="*/ 342788 w 419170"/>
              <a:gd name="connsiteY117" fmla="*/ 567521 h 1065768"/>
              <a:gd name="connsiteX118" fmla="*/ 324159 w 419170"/>
              <a:gd name="connsiteY118" fmla="*/ 548878 h 1065768"/>
              <a:gd name="connsiteX119" fmla="*/ 305529 w 419170"/>
              <a:gd name="connsiteY119" fmla="*/ 567521 h 1065768"/>
              <a:gd name="connsiteX120" fmla="*/ 305528 w 419170"/>
              <a:gd name="connsiteY120" fmla="*/ 498246 h 1065768"/>
              <a:gd name="connsiteX121" fmla="*/ 324158 w 419170"/>
              <a:gd name="connsiteY121" fmla="*/ 516890 h 1065768"/>
              <a:gd name="connsiteX122" fmla="*/ 342787 w 419170"/>
              <a:gd name="connsiteY122" fmla="*/ 498246 h 1065768"/>
              <a:gd name="connsiteX123" fmla="*/ 324158 w 419170"/>
              <a:gd name="connsiteY123" fmla="*/ 479603 h 1065768"/>
              <a:gd name="connsiteX124" fmla="*/ 305528 w 419170"/>
              <a:gd name="connsiteY124" fmla="*/ 498246 h 1065768"/>
              <a:gd name="connsiteX125" fmla="*/ 305528 w 419170"/>
              <a:gd name="connsiteY125" fmla="*/ 429732 h 1065768"/>
              <a:gd name="connsiteX126" fmla="*/ 324158 w 419170"/>
              <a:gd name="connsiteY126" fmla="*/ 448375 h 1065768"/>
              <a:gd name="connsiteX127" fmla="*/ 342787 w 419170"/>
              <a:gd name="connsiteY127" fmla="*/ 429732 h 1065768"/>
              <a:gd name="connsiteX128" fmla="*/ 324158 w 419170"/>
              <a:gd name="connsiteY128" fmla="*/ 411088 h 1065768"/>
              <a:gd name="connsiteX129" fmla="*/ 305528 w 419170"/>
              <a:gd name="connsiteY129" fmla="*/ 429732 h 1065768"/>
              <a:gd name="connsiteX130" fmla="*/ 305528 w 419170"/>
              <a:gd name="connsiteY130" fmla="*/ 361217 h 1065768"/>
              <a:gd name="connsiteX131" fmla="*/ 324158 w 419170"/>
              <a:gd name="connsiteY131" fmla="*/ 379861 h 1065768"/>
              <a:gd name="connsiteX132" fmla="*/ 342787 w 419170"/>
              <a:gd name="connsiteY132" fmla="*/ 361217 h 1065768"/>
              <a:gd name="connsiteX133" fmla="*/ 324158 w 419170"/>
              <a:gd name="connsiteY133" fmla="*/ 342574 h 1065768"/>
              <a:gd name="connsiteX134" fmla="*/ 305528 w 419170"/>
              <a:gd name="connsiteY134" fmla="*/ 361217 h 1065768"/>
              <a:gd name="connsiteX135" fmla="*/ 305528 w 419170"/>
              <a:gd name="connsiteY135" fmla="*/ 292703 h 1065768"/>
              <a:gd name="connsiteX136" fmla="*/ 324158 w 419170"/>
              <a:gd name="connsiteY136" fmla="*/ 311346 h 1065768"/>
              <a:gd name="connsiteX137" fmla="*/ 342787 w 419170"/>
              <a:gd name="connsiteY137" fmla="*/ 292703 h 1065768"/>
              <a:gd name="connsiteX138" fmla="*/ 324158 w 419170"/>
              <a:gd name="connsiteY138" fmla="*/ 274059 h 1065768"/>
              <a:gd name="connsiteX139" fmla="*/ 305528 w 419170"/>
              <a:gd name="connsiteY139" fmla="*/ 292703 h 1065768"/>
              <a:gd name="connsiteX140" fmla="*/ 305528 w 419170"/>
              <a:gd name="connsiteY140" fmla="*/ 224187 h 1065768"/>
              <a:gd name="connsiteX141" fmla="*/ 324158 w 419170"/>
              <a:gd name="connsiteY141" fmla="*/ 242831 h 1065768"/>
              <a:gd name="connsiteX142" fmla="*/ 342787 w 419170"/>
              <a:gd name="connsiteY142" fmla="*/ 224187 h 1065768"/>
              <a:gd name="connsiteX143" fmla="*/ 324158 w 419170"/>
              <a:gd name="connsiteY143" fmla="*/ 205544 h 1065768"/>
              <a:gd name="connsiteX144" fmla="*/ 305528 w 419170"/>
              <a:gd name="connsiteY144" fmla="*/ 224187 h 1065768"/>
              <a:gd name="connsiteX145" fmla="*/ 305528 w 419170"/>
              <a:gd name="connsiteY145" fmla="*/ 155673 h 1065768"/>
              <a:gd name="connsiteX146" fmla="*/ 324158 w 419170"/>
              <a:gd name="connsiteY146" fmla="*/ 174316 h 1065768"/>
              <a:gd name="connsiteX147" fmla="*/ 342787 w 419170"/>
              <a:gd name="connsiteY147" fmla="*/ 155673 h 1065768"/>
              <a:gd name="connsiteX148" fmla="*/ 324158 w 419170"/>
              <a:gd name="connsiteY148" fmla="*/ 137029 h 1065768"/>
              <a:gd name="connsiteX149" fmla="*/ 305528 w 419170"/>
              <a:gd name="connsiteY149" fmla="*/ 155673 h 1065768"/>
              <a:gd name="connsiteX150" fmla="*/ 305528 w 419170"/>
              <a:gd name="connsiteY150" fmla="*/ 87158 h 1065768"/>
              <a:gd name="connsiteX151" fmla="*/ 324158 w 419170"/>
              <a:gd name="connsiteY151" fmla="*/ 105802 h 1065768"/>
              <a:gd name="connsiteX152" fmla="*/ 342787 w 419170"/>
              <a:gd name="connsiteY152" fmla="*/ 87158 h 1065768"/>
              <a:gd name="connsiteX153" fmla="*/ 324158 w 419170"/>
              <a:gd name="connsiteY153" fmla="*/ 68515 h 1065768"/>
              <a:gd name="connsiteX154" fmla="*/ 305528 w 419170"/>
              <a:gd name="connsiteY154" fmla="*/ 87158 h 1065768"/>
              <a:gd name="connsiteX155" fmla="*/ 305528 w 419170"/>
              <a:gd name="connsiteY155" fmla="*/ 18643 h 1065768"/>
              <a:gd name="connsiteX156" fmla="*/ 324158 w 419170"/>
              <a:gd name="connsiteY156" fmla="*/ 37287 h 1065768"/>
              <a:gd name="connsiteX157" fmla="*/ 342787 w 419170"/>
              <a:gd name="connsiteY157" fmla="*/ 18643 h 1065768"/>
              <a:gd name="connsiteX158" fmla="*/ 324158 w 419170"/>
              <a:gd name="connsiteY158" fmla="*/ 0 h 1065768"/>
              <a:gd name="connsiteX159" fmla="*/ 305528 w 419170"/>
              <a:gd name="connsiteY159" fmla="*/ 18643 h 1065768"/>
              <a:gd name="connsiteX160" fmla="*/ 229147 w 419170"/>
              <a:gd name="connsiteY160" fmla="*/ 1047124 h 1065768"/>
              <a:gd name="connsiteX161" fmla="*/ 247776 w 419170"/>
              <a:gd name="connsiteY161" fmla="*/ 1065768 h 1065768"/>
              <a:gd name="connsiteX162" fmla="*/ 266406 w 419170"/>
              <a:gd name="connsiteY162" fmla="*/ 1047124 h 1065768"/>
              <a:gd name="connsiteX163" fmla="*/ 247776 w 419170"/>
              <a:gd name="connsiteY163" fmla="*/ 1028481 h 1065768"/>
              <a:gd name="connsiteX164" fmla="*/ 229147 w 419170"/>
              <a:gd name="connsiteY164" fmla="*/ 1047124 h 1065768"/>
              <a:gd name="connsiteX165" fmla="*/ 229147 w 419170"/>
              <a:gd name="connsiteY165" fmla="*/ 978610 h 1065768"/>
              <a:gd name="connsiteX166" fmla="*/ 247776 w 419170"/>
              <a:gd name="connsiteY166" fmla="*/ 997253 h 1065768"/>
              <a:gd name="connsiteX167" fmla="*/ 266406 w 419170"/>
              <a:gd name="connsiteY167" fmla="*/ 978610 h 1065768"/>
              <a:gd name="connsiteX168" fmla="*/ 247776 w 419170"/>
              <a:gd name="connsiteY168" fmla="*/ 959966 h 1065768"/>
              <a:gd name="connsiteX169" fmla="*/ 229147 w 419170"/>
              <a:gd name="connsiteY169" fmla="*/ 978610 h 1065768"/>
              <a:gd name="connsiteX170" fmla="*/ 229147 w 419170"/>
              <a:gd name="connsiteY170" fmla="*/ 910095 h 1065768"/>
              <a:gd name="connsiteX171" fmla="*/ 247776 w 419170"/>
              <a:gd name="connsiteY171" fmla="*/ 928739 h 1065768"/>
              <a:gd name="connsiteX172" fmla="*/ 266406 w 419170"/>
              <a:gd name="connsiteY172" fmla="*/ 910095 h 1065768"/>
              <a:gd name="connsiteX173" fmla="*/ 247776 w 419170"/>
              <a:gd name="connsiteY173" fmla="*/ 891452 h 1065768"/>
              <a:gd name="connsiteX174" fmla="*/ 229147 w 419170"/>
              <a:gd name="connsiteY174" fmla="*/ 910095 h 1065768"/>
              <a:gd name="connsiteX175" fmla="*/ 229147 w 419170"/>
              <a:gd name="connsiteY175" fmla="*/ 841581 h 1065768"/>
              <a:gd name="connsiteX176" fmla="*/ 247776 w 419170"/>
              <a:gd name="connsiteY176" fmla="*/ 860224 h 1065768"/>
              <a:gd name="connsiteX177" fmla="*/ 266406 w 419170"/>
              <a:gd name="connsiteY177" fmla="*/ 841581 h 1065768"/>
              <a:gd name="connsiteX178" fmla="*/ 247776 w 419170"/>
              <a:gd name="connsiteY178" fmla="*/ 822937 h 1065768"/>
              <a:gd name="connsiteX179" fmla="*/ 229147 w 419170"/>
              <a:gd name="connsiteY179" fmla="*/ 841581 h 1065768"/>
              <a:gd name="connsiteX180" fmla="*/ 229147 w 419170"/>
              <a:gd name="connsiteY180" fmla="*/ 773065 h 1065768"/>
              <a:gd name="connsiteX181" fmla="*/ 247776 w 419170"/>
              <a:gd name="connsiteY181" fmla="*/ 791709 h 1065768"/>
              <a:gd name="connsiteX182" fmla="*/ 266406 w 419170"/>
              <a:gd name="connsiteY182" fmla="*/ 773065 h 1065768"/>
              <a:gd name="connsiteX183" fmla="*/ 247776 w 419170"/>
              <a:gd name="connsiteY183" fmla="*/ 754422 h 1065768"/>
              <a:gd name="connsiteX184" fmla="*/ 229147 w 419170"/>
              <a:gd name="connsiteY184" fmla="*/ 773065 h 1065768"/>
              <a:gd name="connsiteX185" fmla="*/ 229147 w 419170"/>
              <a:gd name="connsiteY185" fmla="*/ 704551 h 1065768"/>
              <a:gd name="connsiteX186" fmla="*/ 247776 w 419170"/>
              <a:gd name="connsiteY186" fmla="*/ 723194 h 1065768"/>
              <a:gd name="connsiteX187" fmla="*/ 266406 w 419170"/>
              <a:gd name="connsiteY187" fmla="*/ 704551 h 1065768"/>
              <a:gd name="connsiteX188" fmla="*/ 247776 w 419170"/>
              <a:gd name="connsiteY188" fmla="*/ 685907 h 1065768"/>
              <a:gd name="connsiteX189" fmla="*/ 229147 w 419170"/>
              <a:gd name="connsiteY189" fmla="*/ 704551 h 1065768"/>
              <a:gd name="connsiteX190" fmla="*/ 229147 w 419170"/>
              <a:gd name="connsiteY190" fmla="*/ 636036 h 1065768"/>
              <a:gd name="connsiteX191" fmla="*/ 247776 w 419170"/>
              <a:gd name="connsiteY191" fmla="*/ 654679 h 1065768"/>
              <a:gd name="connsiteX192" fmla="*/ 266406 w 419170"/>
              <a:gd name="connsiteY192" fmla="*/ 636036 h 1065768"/>
              <a:gd name="connsiteX193" fmla="*/ 247776 w 419170"/>
              <a:gd name="connsiteY193" fmla="*/ 617393 h 1065768"/>
              <a:gd name="connsiteX194" fmla="*/ 229147 w 419170"/>
              <a:gd name="connsiteY194" fmla="*/ 636036 h 1065768"/>
              <a:gd name="connsiteX195" fmla="*/ 229147 w 419170"/>
              <a:gd name="connsiteY195" fmla="*/ 567521 h 1065768"/>
              <a:gd name="connsiteX196" fmla="*/ 247776 w 419170"/>
              <a:gd name="connsiteY196" fmla="*/ 586165 h 1065768"/>
              <a:gd name="connsiteX197" fmla="*/ 266406 w 419170"/>
              <a:gd name="connsiteY197" fmla="*/ 567521 h 1065768"/>
              <a:gd name="connsiteX198" fmla="*/ 247776 w 419170"/>
              <a:gd name="connsiteY198" fmla="*/ 548878 h 1065768"/>
              <a:gd name="connsiteX199" fmla="*/ 229147 w 419170"/>
              <a:gd name="connsiteY199" fmla="*/ 567521 h 1065768"/>
              <a:gd name="connsiteX200" fmla="*/ 229146 w 419170"/>
              <a:gd name="connsiteY200" fmla="*/ 498246 h 1065768"/>
              <a:gd name="connsiteX201" fmla="*/ 247775 w 419170"/>
              <a:gd name="connsiteY201" fmla="*/ 516890 h 1065768"/>
              <a:gd name="connsiteX202" fmla="*/ 266405 w 419170"/>
              <a:gd name="connsiteY202" fmla="*/ 498246 h 1065768"/>
              <a:gd name="connsiteX203" fmla="*/ 247775 w 419170"/>
              <a:gd name="connsiteY203" fmla="*/ 479603 h 1065768"/>
              <a:gd name="connsiteX204" fmla="*/ 229146 w 419170"/>
              <a:gd name="connsiteY204" fmla="*/ 498246 h 1065768"/>
              <a:gd name="connsiteX205" fmla="*/ 229146 w 419170"/>
              <a:gd name="connsiteY205" fmla="*/ 429732 h 1065768"/>
              <a:gd name="connsiteX206" fmla="*/ 247775 w 419170"/>
              <a:gd name="connsiteY206" fmla="*/ 448375 h 1065768"/>
              <a:gd name="connsiteX207" fmla="*/ 266405 w 419170"/>
              <a:gd name="connsiteY207" fmla="*/ 429732 h 1065768"/>
              <a:gd name="connsiteX208" fmla="*/ 247775 w 419170"/>
              <a:gd name="connsiteY208" fmla="*/ 411088 h 1065768"/>
              <a:gd name="connsiteX209" fmla="*/ 229146 w 419170"/>
              <a:gd name="connsiteY209" fmla="*/ 429732 h 1065768"/>
              <a:gd name="connsiteX210" fmla="*/ 229146 w 419170"/>
              <a:gd name="connsiteY210" fmla="*/ 361217 h 1065768"/>
              <a:gd name="connsiteX211" fmla="*/ 247775 w 419170"/>
              <a:gd name="connsiteY211" fmla="*/ 379861 h 1065768"/>
              <a:gd name="connsiteX212" fmla="*/ 266405 w 419170"/>
              <a:gd name="connsiteY212" fmla="*/ 361217 h 1065768"/>
              <a:gd name="connsiteX213" fmla="*/ 247775 w 419170"/>
              <a:gd name="connsiteY213" fmla="*/ 342574 h 1065768"/>
              <a:gd name="connsiteX214" fmla="*/ 229146 w 419170"/>
              <a:gd name="connsiteY214" fmla="*/ 361217 h 1065768"/>
              <a:gd name="connsiteX215" fmla="*/ 229146 w 419170"/>
              <a:gd name="connsiteY215" fmla="*/ 292703 h 1065768"/>
              <a:gd name="connsiteX216" fmla="*/ 247775 w 419170"/>
              <a:gd name="connsiteY216" fmla="*/ 311346 h 1065768"/>
              <a:gd name="connsiteX217" fmla="*/ 266405 w 419170"/>
              <a:gd name="connsiteY217" fmla="*/ 292703 h 1065768"/>
              <a:gd name="connsiteX218" fmla="*/ 247775 w 419170"/>
              <a:gd name="connsiteY218" fmla="*/ 274059 h 1065768"/>
              <a:gd name="connsiteX219" fmla="*/ 229146 w 419170"/>
              <a:gd name="connsiteY219" fmla="*/ 292703 h 1065768"/>
              <a:gd name="connsiteX220" fmla="*/ 229146 w 419170"/>
              <a:gd name="connsiteY220" fmla="*/ 224187 h 1065768"/>
              <a:gd name="connsiteX221" fmla="*/ 247775 w 419170"/>
              <a:gd name="connsiteY221" fmla="*/ 242831 h 1065768"/>
              <a:gd name="connsiteX222" fmla="*/ 266405 w 419170"/>
              <a:gd name="connsiteY222" fmla="*/ 224187 h 1065768"/>
              <a:gd name="connsiteX223" fmla="*/ 247775 w 419170"/>
              <a:gd name="connsiteY223" fmla="*/ 205544 h 1065768"/>
              <a:gd name="connsiteX224" fmla="*/ 229146 w 419170"/>
              <a:gd name="connsiteY224" fmla="*/ 224187 h 1065768"/>
              <a:gd name="connsiteX225" fmla="*/ 229146 w 419170"/>
              <a:gd name="connsiteY225" fmla="*/ 155673 h 1065768"/>
              <a:gd name="connsiteX226" fmla="*/ 247775 w 419170"/>
              <a:gd name="connsiteY226" fmla="*/ 174316 h 1065768"/>
              <a:gd name="connsiteX227" fmla="*/ 266405 w 419170"/>
              <a:gd name="connsiteY227" fmla="*/ 155673 h 1065768"/>
              <a:gd name="connsiteX228" fmla="*/ 247775 w 419170"/>
              <a:gd name="connsiteY228" fmla="*/ 137029 h 1065768"/>
              <a:gd name="connsiteX229" fmla="*/ 229146 w 419170"/>
              <a:gd name="connsiteY229" fmla="*/ 155673 h 1065768"/>
              <a:gd name="connsiteX230" fmla="*/ 229146 w 419170"/>
              <a:gd name="connsiteY230" fmla="*/ 87158 h 1065768"/>
              <a:gd name="connsiteX231" fmla="*/ 247775 w 419170"/>
              <a:gd name="connsiteY231" fmla="*/ 105802 h 1065768"/>
              <a:gd name="connsiteX232" fmla="*/ 266405 w 419170"/>
              <a:gd name="connsiteY232" fmla="*/ 87158 h 1065768"/>
              <a:gd name="connsiteX233" fmla="*/ 247775 w 419170"/>
              <a:gd name="connsiteY233" fmla="*/ 68515 h 1065768"/>
              <a:gd name="connsiteX234" fmla="*/ 229146 w 419170"/>
              <a:gd name="connsiteY234" fmla="*/ 87158 h 1065768"/>
              <a:gd name="connsiteX235" fmla="*/ 229146 w 419170"/>
              <a:gd name="connsiteY235" fmla="*/ 18643 h 1065768"/>
              <a:gd name="connsiteX236" fmla="*/ 247775 w 419170"/>
              <a:gd name="connsiteY236" fmla="*/ 37287 h 1065768"/>
              <a:gd name="connsiteX237" fmla="*/ 266405 w 419170"/>
              <a:gd name="connsiteY237" fmla="*/ 18643 h 1065768"/>
              <a:gd name="connsiteX238" fmla="*/ 247775 w 419170"/>
              <a:gd name="connsiteY238" fmla="*/ 0 h 1065768"/>
              <a:gd name="connsiteX239" fmla="*/ 229146 w 419170"/>
              <a:gd name="connsiteY239" fmla="*/ 18643 h 1065768"/>
              <a:gd name="connsiteX240" fmla="*/ 152765 w 419170"/>
              <a:gd name="connsiteY240" fmla="*/ 1047124 h 1065768"/>
              <a:gd name="connsiteX241" fmla="*/ 171395 w 419170"/>
              <a:gd name="connsiteY241" fmla="*/ 1065768 h 1065768"/>
              <a:gd name="connsiteX242" fmla="*/ 190024 w 419170"/>
              <a:gd name="connsiteY242" fmla="*/ 1047124 h 1065768"/>
              <a:gd name="connsiteX243" fmla="*/ 171395 w 419170"/>
              <a:gd name="connsiteY243" fmla="*/ 1028481 h 1065768"/>
              <a:gd name="connsiteX244" fmla="*/ 152765 w 419170"/>
              <a:gd name="connsiteY244" fmla="*/ 1047124 h 1065768"/>
              <a:gd name="connsiteX245" fmla="*/ 152765 w 419170"/>
              <a:gd name="connsiteY245" fmla="*/ 978610 h 1065768"/>
              <a:gd name="connsiteX246" fmla="*/ 171395 w 419170"/>
              <a:gd name="connsiteY246" fmla="*/ 997253 h 1065768"/>
              <a:gd name="connsiteX247" fmla="*/ 190024 w 419170"/>
              <a:gd name="connsiteY247" fmla="*/ 978610 h 1065768"/>
              <a:gd name="connsiteX248" fmla="*/ 171395 w 419170"/>
              <a:gd name="connsiteY248" fmla="*/ 959966 h 1065768"/>
              <a:gd name="connsiteX249" fmla="*/ 152765 w 419170"/>
              <a:gd name="connsiteY249" fmla="*/ 978610 h 1065768"/>
              <a:gd name="connsiteX250" fmla="*/ 152765 w 419170"/>
              <a:gd name="connsiteY250" fmla="*/ 910095 h 1065768"/>
              <a:gd name="connsiteX251" fmla="*/ 171395 w 419170"/>
              <a:gd name="connsiteY251" fmla="*/ 928739 h 1065768"/>
              <a:gd name="connsiteX252" fmla="*/ 190024 w 419170"/>
              <a:gd name="connsiteY252" fmla="*/ 910095 h 1065768"/>
              <a:gd name="connsiteX253" fmla="*/ 171395 w 419170"/>
              <a:gd name="connsiteY253" fmla="*/ 891452 h 1065768"/>
              <a:gd name="connsiteX254" fmla="*/ 152765 w 419170"/>
              <a:gd name="connsiteY254" fmla="*/ 910095 h 1065768"/>
              <a:gd name="connsiteX255" fmla="*/ 152765 w 419170"/>
              <a:gd name="connsiteY255" fmla="*/ 841581 h 1065768"/>
              <a:gd name="connsiteX256" fmla="*/ 171395 w 419170"/>
              <a:gd name="connsiteY256" fmla="*/ 860224 h 1065768"/>
              <a:gd name="connsiteX257" fmla="*/ 190024 w 419170"/>
              <a:gd name="connsiteY257" fmla="*/ 841581 h 1065768"/>
              <a:gd name="connsiteX258" fmla="*/ 171395 w 419170"/>
              <a:gd name="connsiteY258" fmla="*/ 822937 h 1065768"/>
              <a:gd name="connsiteX259" fmla="*/ 152765 w 419170"/>
              <a:gd name="connsiteY259" fmla="*/ 841581 h 1065768"/>
              <a:gd name="connsiteX260" fmla="*/ 152765 w 419170"/>
              <a:gd name="connsiteY260" fmla="*/ 773065 h 1065768"/>
              <a:gd name="connsiteX261" fmla="*/ 171395 w 419170"/>
              <a:gd name="connsiteY261" fmla="*/ 791709 h 1065768"/>
              <a:gd name="connsiteX262" fmla="*/ 190024 w 419170"/>
              <a:gd name="connsiteY262" fmla="*/ 773065 h 1065768"/>
              <a:gd name="connsiteX263" fmla="*/ 171395 w 419170"/>
              <a:gd name="connsiteY263" fmla="*/ 754422 h 1065768"/>
              <a:gd name="connsiteX264" fmla="*/ 152765 w 419170"/>
              <a:gd name="connsiteY264" fmla="*/ 773065 h 1065768"/>
              <a:gd name="connsiteX265" fmla="*/ 152765 w 419170"/>
              <a:gd name="connsiteY265" fmla="*/ 704551 h 1065768"/>
              <a:gd name="connsiteX266" fmla="*/ 171395 w 419170"/>
              <a:gd name="connsiteY266" fmla="*/ 723194 h 1065768"/>
              <a:gd name="connsiteX267" fmla="*/ 190024 w 419170"/>
              <a:gd name="connsiteY267" fmla="*/ 704551 h 1065768"/>
              <a:gd name="connsiteX268" fmla="*/ 171395 w 419170"/>
              <a:gd name="connsiteY268" fmla="*/ 685907 h 1065768"/>
              <a:gd name="connsiteX269" fmla="*/ 152765 w 419170"/>
              <a:gd name="connsiteY269" fmla="*/ 704551 h 1065768"/>
              <a:gd name="connsiteX270" fmla="*/ 152765 w 419170"/>
              <a:gd name="connsiteY270" fmla="*/ 636036 h 1065768"/>
              <a:gd name="connsiteX271" fmla="*/ 171395 w 419170"/>
              <a:gd name="connsiteY271" fmla="*/ 654679 h 1065768"/>
              <a:gd name="connsiteX272" fmla="*/ 190024 w 419170"/>
              <a:gd name="connsiteY272" fmla="*/ 636036 h 1065768"/>
              <a:gd name="connsiteX273" fmla="*/ 171395 w 419170"/>
              <a:gd name="connsiteY273" fmla="*/ 617393 h 1065768"/>
              <a:gd name="connsiteX274" fmla="*/ 152765 w 419170"/>
              <a:gd name="connsiteY274" fmla="*/ 636036 h 1065768"/>
              <a:gd name="connsiteX275" fmla="*/ 152765 w 419170"/>
              <a:gd name="connsiteY275" fmla="*/ 567521 h 1065768"/>
              <a:gd name="connsiteX276" fmla="*/ 171395 w 419170"/>
              <a:gd name="connsiteY276" fmla="*/ 586165 h 1065768"/>
              <a:gd name="connsiteX277" fmla="*/ 190024 w 419170"/>
              <a:gd name="connsiteY277" fmla="*/ 567521 h 1065768"/>
              <a:gd name="connsiteX278" fmla="*/ 171395 w 419170"/>
              <a:gd name="connsiteY278" fmla="*/ 548878 h 1065768"/>
              <a:gd name="connsiteX279" fmla="*/ 152765 w 419170"/>
              <a:gd name="connsiteY279" fmla="*/ 567521 h 1065768"/>
              <a:gd name="connsiteX280" fmla="*/ 152764 w 419170"/>
              <a:gd name="connsiteY280" fmla="*/ 498246 h 1065768"/>
              <a:gd name="connsiteX281" fmla="*/ 171394 w 419170"/>
              <a:gd name="connsiteY281" fmla="*/ 516890 h 1065768"/>
              <a:gd name="connsiteX282" fmla="*/ 190023 w 419170"/>
              <a:gd name="connsiteY282" fmla="*/ 498246 h 1065768"/>
              <a:gd name="connsiteX283" fmla="*/ 171394 w 419170"/>
              <a:gd name="connsiteY283" fmla="*/ 479603 h 1065768"/>
              <a:gd name="connsiteX284" fmla="*/ 152764 w 419170"/>
              <a:gd name="connsiteY284" fmla="*/ 498246 h 1065768"/>
              <a:gd name="connsiteX285" fmla="*/ 152764 w 419170"/>
              <a:gd name="connsiteY285" fmla="*/ 429732 h 1065768"/>
              <a:gd name="connsiteX286" fmla="*/ 171394 w 419170"/>
              <a:gd name="connsiteY286" fmla="*/ 448375 h 1065768"/>
              <a:gd name="connsiteX287" fmla="*/ 190023 w 419170"/>
              <a:gd name="connsiteY287" fmla="*/ 429732 h 1065768"/>
              <a:gd name="connsiteX288" fmla="*/ 171394 w 419170"/>
              <a:gd name="connsiteY288" fmla="*/ 411088 h 1065768"/>
              <a:gd name="connsiteX289" fmla="*/ 152764 w 419170"/>
              <a:gd name="connsiteY289" fmla="*/ 429732 h 1065768"/>
              <a:gd name="connsiteX290" fmla="*/ 152764 w 419170"/>
              <a:gd name="connsiteY290" fmla="*/ 361217 h 1065768"/>
              <a:gd name="connsiteX291" fmla="*/ 171394 w 419170"/>
              <a:gd name="connsiteY291" fmla="*/ 379861 h 1065768"/>
              <a:gd name="connsiteX292" fmla="*/ 190023 w 419170"/>
              <a:gd name="connsiteY292" fmla="*/ 361217 h 1065768"/>
              <a:gd name="connsiteX293" fmla="*/ 171394 w 419170"/>
              <a:gd name="connsiteY293" fmla="*/ 342574 h 1065768"/>
              <a:gd name="connsiteX294" fmla="*/ 152764 w 419170"/>
              <a:gd name="connsiteY294" fmla="*/ 361217 h 1065768"/>
              <a:gd name="connsiteX295" fmla="*/ 152764 w 419170"/>
              <a:gd name="connsiteY295" fmla="*/ 292703 h 1065768"/>
              <a:gd name="connsiteX296" fmla="*/ 171394 w 419170"/>
              <a:gd name="connsiteY296" fmla="*/ 311346 h 1065768"/>
              <a:gd name="connsiteX297" fmla="*/ 190023 w 419170"/>
              <a:gd name="connsiteY297" fmla="*/ 292703 h 1065768"/>
              <a:gd name="connsiteX298" fmla="*/ 171394 w 419170"/>
              <a:gd name="connsiteY298" fmla="*/ 274059 h 1065768"/>
              <a:gd name="connsiteX299" fmla="*/ 152764 w 419170"/>
              <a:gd name="connsiteY299" fmla="*/ 292703 h 1065768"/>
              <a:gd name="connsiteX300" fmla="*/ 152764 w 419170"/>
              <a:gd name="connsiteY300" fmla="*/ 224187 h 1065768"/>
              <a:gd name="connsiteX301" fmla="*/ 171394 w 419170"/>
              <a:gd name="connsiteY301" fmla="*/ 242831 h 1065768"/>
              <a:gd name="connsiteX302" fmla="*/ 190023 w 419170"/>
              <a:gd name="connsiteY302" fmla="*/ 224187 h 1065768"/>
              <a:gd name="connsiteX303" fmla="*/ 171394 w 419170"/>
              <a:gd name="connsiteY303" fmla="*/ 205544 h 1065768"/>
              <a:gd name="connsiteX304" fmla="*/ 152764 w 419170"/>
              <a:gd name="connsiteY304" fmla="*/ 224187 h 1065768"/>
              <a:gd name="connsiteX305" fmla="*/ 152764 w 419170"/>
              <a:gd name="connsiteY305" fmla="*/ 155673 h 1065768"/>
              <a:gd name="connsiteX306" fmla="*/ 171394 w 419170"/>
              <a:gd name="connsiteY306" fmla="*/ 174316 h 1065768"/>
              <a:gd name="connsiteX307" fmla="*/ 190023 w 419170"/>
              <a:gd name="connsiteY307" fmla="*/ 155673 h 1065768"/>
              <a:gd name="connsiteX308" fmla="*/ 171394 w 419170"/>
              <a:gd name="connsiteY308" fmla="*/ 137029 h 1065768"/>
              <a:gd name="connsiteX309" fmla="*/ 152764 w 419170"/>
              <a:gd name="connsiteY309" fmla="*/ 155673 h 1065768"/>
              <a:gd name="connsiteX310" fmla="*/ 152764 w 419170"/>
              <a:gd name="connsiteY310" fmla="*/ 87158 h 1065768"/>
              <a:gd name="connsiteX311" fmla="*/ 171394 w 419170"/>
              <a:gd name="connsiteY311" fmla="*/ 105802 h 1065768"/>
              <a:gd name="connsiteX312" fmla="*/ 190023 w 419170"/>
              <a:gd name="connsiteY312" fmla="*/ 87158 h 1065768"/>
              <a:gd name="connsiteX313" fmla="*/ 171394 w 419170"/>
              <a:gd name="connsiteY313" fmla="*/ 68515 h 1065768"/>
              <a:gd name="connsiteX314" fmla="*/ 152764 w 419170"/>
              <a:gd name="connsiteY314" fmla="*/ 87158 h 1065768"/>
              <a:gd name="connsiteX315" fmla="*/ 152764 w 419170"/>
              <a:gd name="connsiteY315" fmla="*/ 18643 h 1065768"/>
              <a:gd name="connsiteX316" fmla="*/ 171394 w 419170"/>
              <a:gd name="connsiteY316" fmla="*/ 37287 h 1065768"/>
              <a:gd name="connsiteX317" fmla="*/ 190023 w 419170"/>
              <a:gd name="connsiteY317" fmla="*/ 18643 h 1065768"/>
              <a:gd name="connsiteX318" fmla="*/ 171394 w 419170"/>
              <a:gd name="connsiteY318" fmla="*/ 0 h 1065768"/>
              <a:gd name="connsiteX319" fmla="*/ 152764 w 419170"/>
              <a:gd name="connsiteY319" fmla="*/ 18643 h 1065768"/>
              <a:gd name="connsiteX320" fmla="*/ 76383 w 419170"/>
              <a:gd name="connsiteY320" fmla="*/ 1047124 h 1065768"/>
              <a:gd name="connsiteX321" fmla="*/ 95012 w 419170"/>
              <a:gd name="connsiteY321" fmla="*/ 1065768 h 1065768"/>
              <a:gd name="connsiteX322" fmla="*/ 113642 w 419170"/>
              <a:gd name="connsiteY322" fmla="*/ 1047124 h 1065768"/>
              <a:gd name="connsiteX323" fmla="*/ 95012 w 419170"/>
              <a:gd name="connsiteY323" fmla="*/ 1028481 h 1065768"/>
              <a:gd name="connsiteX324" fmla="*/ 76383 w 419170"/>
              <a:gd name="connsiteY324" fmla="*/ 1047124 h 1065768"/>
              <a:gd name="connsiteX325" fmla="*/ 76383 w 419170"/>
              <a:gd name="connsiteY325" fmla="*/ 978610 h 1065768"/>
              <a:gd name="connsiteX326" fmla="*/ 95012 w 419170"/>
              <a:gd name="connsiteY326" fmla="*/ 997253 h 1065768"/>
              <a:gd name="connsiteX327" fmla="*/ 113642 w 419170"/>
              <a:gd name="connsiteY327" fmla="*/ 978610 h 1065768"/>
              <a:gd name="connsiteX328" fmla="*/ 95012 w 419170"/>
              <a:gd name="connsiteY328" fmla="*/ 959966 h 1065768"/>
              <a:gd name="connsiteX329" fmla="*/ 76383 w 419170"/>
              <a:gd name="connsiteY329" fmla="*/ 978610 h 1065768"/>
              <a:gd name="connsiteX330" fmla="*/ 76383 w 419170"/>
              <a:gd name="connsiteY330" fmla="*/ 910095 h 1065768"/>
              <a:gd name="connsiteX331" fmla="*/ 95012 w 419170"/>
              <a:gd name="connsiteY331" fmla="*/ 928739 h 1065768"/>
              <a:gd name="connsiteX332" fmla="*/ 113642 w 419170"/>
              <a:gd name="connsiteY332" fmla="*/ 910095 h 1065768"/>
              <a:gd name="connsiteX333" fmla="*/ 95012 w 419170"/>
              <a:gd name="connsiteY333" fmla="*/ 891452 h 1065768"/>
              <a:gd name="connsiteX334" fmla="*/ 76383 w 419170"/>
              <a:gd name="connsiteY334" fmla="*/ 910095 h 1065768"/>
              <a:gd name="connsiteX335" fmla="*/ 76383 w 419170"/>
              <a:gd name="connsiteY335" fmla="*/ 841581 h 1065768"/>
              <a:gd name="connsiteX336" fmla="*/ 95012 w 419170"/>
              <a:gd name="connsiteY336" fmla="*/ 860224 h 1065768"/>
              <a:gd name="connsiteX337" fmla="*/ 113642 w 419170"/>
              <a:gd name="connsiteY337" fmla="*/ 841581 h 1065768"/>
              <a:gd name="connsiteX338" fmla="*/ 95012 w 419170"/>
              <a:gd name="connsiteY338" fmla="*/ 822937 h 1065768"/>
              <a:gd name="connsiteX339" fmla="*/ 76383 w 419170"/>
              <a:gd name="connsiteY339" fmla="*/ 841581 h 1065768"/>
              <a:gd name="connsiteX340" fmla="*/ 76383 w 419170"/>
              <a:gd name="connsiteY340" fmla="*/ 773065 h 1065768"/>
              <a:gd name="connsiteX341" fmla="*/ 95012 w 419170"/>
              <a:gd name="connsiteY341" fmla="*/ 791709 h 1065768"/>
              <a:gd name="connsiteX342" fmla="*/ 113642 w 419170"/>
              <a:gd name="connsiteY342" fmla="*/ 773065 h 1065768"/>
              <a:gd name="connsiteX343" fmla="*/ 95012 w 419170"/>
              <a:gd name="connsiteY343" fmla="*/ 754422 h 1065768"/>
              <a:gd name="connsiteX344" fmla="*/ 76383 w 419170"/>
              <a:gd name="connsiteY344" fmla="*/ 773065 h 1065768"/>
              <a:gd name="connsiteX345" fmla="*/ 76383 w 419170"/>
              <a:gd name="connsiteY345" fmla="*/ 704551 h 1065768"/>
              <a:gd name="connsiteX346" fmla="*/ 95012 w 419170"/>
              <a:gd name="connsiteY346" fmla="*/ 723194 h 1065768"/>
              <a:gd name="connsiteX347" fmla="*/ 113642 w 419170"/>
              <a:gd name="connsiteY347" fmla="*/ 704551 h 1065768"/>
              <a:gd name="connsiteX348" fmla="*/ 95012 w 419170"/>
              <a:gd name="connsiteY348" fmla="*/ 685907 h 1065768"/>
              <a:gd name="connsiteX349" fmla="*/ 76383 w 419170"/>
              <a:gd name="connsiteY349" fmla="*/ 704551 h 1065768"/>
              <a:gd name="connsiteX350" fmla="*/ 76383 w 419170"/>
              <a:gd name="connsiteY350" fmla="*/ 636036 h 1065768"/>
              <a:gd name="connsiteX351" fmla="*/ 95012 w 419170"/>
              <a:gd name="connsiteY351" fmla="*/ 654679 h 1065768"/>
              <a:gd name="connsiteX352" fmla="*/ 113642 w 419170"/>
              <a:gd name="connsiteY352" fmla="*/ 636036 h 1065768"/>
              <a:gd name="connsiteX353" fmla="*/ 95012 w 419170"/>
              <a:gd name="connsiteY353" fmla="*/ 617393 h 1065768"/>
              <a:gd name="connsiteX354" fmla="*/ 76383 w 419170"/>
              <a:gd name="connsiteY354" fmla="*/ 636036 h 1065768"/>
              <a:gd name="connsiteX355" fmla="*/ 76383 w 419170"/>
              <a:gd name="connsiteY355" fmla="*/ 567521 h 1065768"/>
              <a:gd name="connsiteX356" fmla="*/ 95012 w 419170"/>
              <a:gd name="connsiteY356" fmla="*/ 586165 h 1065768"/>
              <a:gd name="connsiteX357" fmla="*/ 113642 w 419170"/>
              <a:gd name="connsiteY357" fmla="*/ 567521 h 1065768"/>
              <a:gd name="connsiteX358" fmla="*/ 95012 w 419170"/>
              <a:gd name="connsiteY358" fmla="*/ 548878 h 1065768"/>
              <a:gd name="connsiteX359" fmla="*/ 76383 w 419170"/>
              <a:gd name="connsiteY359" fmla="*/ 567521 h 1065768"/>
              <a:gd name="connsiteX360" fmla="*/ 76382 w 419170"/>
              <a:gd name="connsiteY360" fmla="*/ 498246 h 1065768"/>
              <a:gd name="connsiteX361" fmla="*/ 95011 w 419170"/>
              <a:gd name="connsiteY361" fmla="*/ 516890 h 1065768"/>
              <a:gd name="connsiteX362" fmla="*/ 113641 w 419170"/>
              <a:gd name="connsiteY362" fmla="*/ 498246 h 1065768"/>
              <a:gd name="connsiteX363" fmla="*/ 95011 w 419170"/>
              <a:gd name="connsiteY363" fmla="*/ 479603 h 1065768"/>
              <a:gd name="connsiteX364" fmla="*/ 76382 w 419170"/>
              <a:gd name="connsiteY364" fmla="*/ 498246 h 1065768"/>
              <a:gd name="connsiteX365" fmla="*/ 76382 w 419170"/>
              <a:gd name="connsiteY365" fmla="*/ 429732 h 1065768"/>
              <a:gd name="connsiteX366" fmla="*/ 95011 w 419170"/>
              <a:gd name="connsiteY366" fmla="*/ 448375 h 1065768"/>
              <a:gd name="connsiteX367" fmla="*/ 113641 w 419170"/>
              <a:gd name="connsiteY367" fmla="*/ 429732 h 1065768"/>
              <a:gd name="connsiteX368" fmla="*/ 95011 w 419170"/>
              <a:gd name="connsiteY368" fmla="*/ 411088 h 1065768"/>
              <a:gd name="connsiteX369" fmla="*/ 76382 w 419170"/>
              <a:gd name="connsiteY369" fmla="*/ 429732 h 1065768"/>
              <a:gd name="connsiteX370" fmla="*/ 76382 w 419170"/>
              <a:gd name="connsiteY370" fmla="*/ 361217 h 1065768"/>
              <a:gd name="connsiteX371" fmla="*/ 95011 w 419170"/>
              <a:gd name="connsiteY371" fmla="*/ 379861 h 1065768"/>
              <a:gd name="connsiteX372" fmla="*/ 113641 w 419170"/>
              <a:gd name="connsiteY372" fmla="*/ 361217 h 1065768"/>
              <a:gd name="connsiteX373" fmla="*/ 95011 w 419170"/>
              <a:gd name="connsiteY373" fmla="*/ 342574 h 1065768"/>
              <a:gd name="connsiteX374" fmla="*/ 76382 w 419170"/>
              <a:gd name="connsiteY374" fmla="*/ 361217 h 1065768"/>
              <a:gd name="connsiteX375" fmla="*/ 76382 w 419170"/>
              <a:gd name="connsiteY375" fmla="*/ 292703 h 1065768"/>
              <a:gd name="connsiteX376" fmla="*/ 95011 w 419170"/>
              <a:gd name="connsiteY376" fmla="*/ 311346 h 1065768"/>
              <a:gd name="connsiteX377" fmla="*/ 113641 w 419170"/>
              <a:gd name="connsiteY377" fmla="*/ 292703 h 1065768"/>
              <a:gd name="connsiteX378" fmla="*/ 95011 w 419170"/>
              <a:gd name="connsiteY378" fmla="*/ 274059 h 1065768"/>
              <a:gd name="connsiteX379" fmla="*/ 76382 w 419170"/>
              <a:gd name="connsiteY379" fmla="*/ 292703 h 1065768"/>
              <a:gd name="connsiteX380" fmla="*/ 76382 w 419170"/>
              <a:gd name="connsiteY380" fmla="*/ 224187 h 1065768"/>
              <a:gd name="connsiteX381" fmla="*/ 95011 w 419170"/>
              <a:gd name="connsiteY381" fmla="*/ 242831 h 1065768"/>
              <a:gd name="connsiteX382" fmla="*/ 113641 w 419170"/>
              <a:gd name="connsiteY382" fmla="*/ 224187 h 1065768"/>
              <a:gd name="connsiteX383" fmla="*/ 95011 w 419170"/>
              <a:gd name="connsiteY383" fmla="*/ 205544 h 1065768"/>
              <a:gd name="connsiteX384" fmla="*/ 76382 w 419170"/>
              <a:gd name="connsiteY384" fmla="*/ 224187 h 1065768"/>
              <a:gd name="connsiteX385" fmla="*/ 76382 w 419170"/>
              <a:gd name="connsiteY385" fmla="*/ 155673 h 1065768"/>
              <a:gd name="connsiteX386" fmla="*/ 95011 w 419170"/>
              <a:gd name="connsiteY386" fmla="*/ 174316 h 1065768"/>
              <a:gd name="connsiteX387" fmla="*/ 113641 w 419170"/>
              <a:gd name="connsiteY387" fmla="*/ 155673 h 1065768"/>
              <a:gd name="connsiteX388" fmla="*/ 95011 w 419170"/>
              <a:gd name="connsiteY388" fmla="*/ 137029 h 1065768"/>
              <a:gd name="connsiteX389" fmla="*/ 76382 w 419170"/>
              <a:gd name="connsiteY389" fmla="*/ 155673 h 1065768"/>
              <a:gd name="connsiteX390" fmla="*/ 76382 w 419170"/>
              <a:gd name="connsiteY390" fmla="*/ 87158 h 1065768"/>
              <a:gd name="connsiteX391" fmla="*/ 95011 w 419170"/>
              <a:gd name="connsiteY391" fmla="*/ 105802 h 1065768"/>
              <a:gd name="connsiteX392" fmla="*/ 113641 w 419170"/>
              <a:gd name="connsiteY392" fmla="*/ 87158 h 1065768"/>
              <a:gd name="connsiteX393" fmla="*/ 95011 w 419170"/>
              <a:gd name="connsiteY393" fmla="*/ 68515 h 1065768"/>
              <a:gd name="connsiteX394" fmla="*/ 76382 w 419170"/>
              <a:gd name="connsiteY394" fmla="*/ 87158 h 1065768"/>
              <a:gd name="connsiteX395" fmla="*/ 76382 w 419170"/>
              <a:gd name="connsiteY395" fmla="*/ 18643 h 1065768"/>
              <a:gd name="connsiteX396" fmla="*/ 95011 w 419170"/>
              <a:gd name="connsiteY396" fmla="*/ 37287 h 1065768"/>
              <a:gd name="connsiteX397" fmla="*/ 113641 w 419170"/>
              <a:gd name="connsiteY397" fmla="*/ 18643 h 1065768"/>
              <a:gd name="connsiteX398" fmla="*/ 95011 w 419170"/>
              <a:gd name="connsiteY398" fmla="*/ 0 h 1065768"/>
              <a:gd name="connsiteX399" fmla="*/ 76382 w 419170"/>
              <a:gd name="connsiteY399" fmla="*/ 18643 h 1065768"/>
              <a:gd name="connsiteX400" fmla="*/ 1 w 419170"/>
              <a:gd name="connsiteY400" fmla="*/ 1047125 h 1065768"/>
              <a:gd name="connsiteX401" fmla="*/ 18631 w 419170"/>
              <a:gd name="connsiteY401" fmla="*/ 1065768 h 1065768"/>
              <a:gd name="connsiteX402" fmla="*/ 37260 w 419170"/>
              <a:gd name="connsiteY402" fmla="*/ 1047124 h 1065768"/>
              <a:gd name="connsiteX403" fmla="*/ 18631 w 419170"/>
              <a:gd name="connsiteY403" fmla="*/ 1028481 h 1065768"/>
              <a:gd name="connsiteX404" fmla="*/ 1 w 419170"/>
              <a:gd name="connsiteY404" fmla="*/ 1047125 h 1065768"/>
              <a:gd name="connsiteX405" fmla="*/ 1 w 419170"/>
              <a:gd name="connsiteY405" fmla="*/ 978610 h 1065768"/>
              <a:gd name="connsiteX406" fmla="*/ 18631 w 419170"/>
              <a:gd name="connsiteY406" fmla="*/ 997253 h 1065768"/>
              <a:gd name="connsiteX407" fmla="*/ 37260 w 419170"/>
              <a:gd name="connsiteY407" fmla="*/ 978610 h 1065768"/>
              <a:gd name="connsiteX408" fmla="*/ 18631 w 419170"/>
              <a:gd name="connsiteY408" fmla="*/ 959967 h 1065768"/>
              <a:gd name="connsiteX409" fmla="*/ 1 w 419170"/>
              <a:gd name="connsiteY409" fmla="*/ 978610 h 1065768"/>
              <a:gd name="connsiteX410" fmla="*/ 1 w 419170"/>
              <a:gd name="connsiteY410" fmla="*/ 910095 h 1065768"/>
              <a:gd name="connsiteX411" fmla="*/ 18631 w 419170"/>
              <a:gd name="connsiteY411" fmla="*/ 928739 h 1065768"/>
              <a:gd name="connsiteX412" fmla="*/ 37260 w 419170"/>
              <a:gd name="connsiteY412" fmla="*/ 910095 h 1065768"/>
              <a:gd name="connsiteX413" fmla="*/ 18631 w 419170"/>
              <a:gd name="connsiteY413" fmla="*/ 891452 h 1065768"/>
              <a:gd name="connsiteX414" fmla="*/ 1 w 419170"/>
              <a:gd name="connsiteY414" fmla="*/ 910095 h 1065768"/>
              <a:gd name="connsiteX415" fmla="*/ 1 w 419170"/>
              <a:gd name="connsiteY415" fmla="*/ 841581 h 1065768"/>
              <a:gd name="connsiteX416" fmla="*/ 18631 w 419170"/>
              <a:gd name="connsiteY416" fmla="*/ 860224 h 1065768"/>
              <a:gd name="connsiteX417" fmla="*/ 37260 w 419170"/>
              <a:gd name="connsiteY417" fmla="*/ 841581 h 1065768"/>
              <a:gd name="connsiteX418" fmla="*/ 18631 w 419170"/>
              <a:gd name="connsiteY418" fmla="*/ 822937 h 1065768"/>
              <a:gd name="connsiteX419" fmla="*/ 1 w 419170"/>
              <a:gd name="connsiteY419" fmla="*/ 841581 h 1065768"/>
              <a:gd name="connsiteX420" fmla="*/ 1 w 419170"/>
              <a:gd name="connsiteY420" fmla="*/ 773065 h 1065768"/>
              <a:gd name="connsiteX421" fmla="*/ 18631 w 419170"/>
              <a:gd name="connsiteY421" fmla="*/ 791709 h 1065768"/>
              <a:gd name="connsiteX422" fmla="*/ 37260 w 419170"/>
              <a:gd name="connsiteY422" fmla="*/ 773065 h 1065768"/>
              <a:gd name="connsiteX423" fmla="*/ 18631 w 419170"/>
              <a:gd name="connsiteY423" fmla="*/ 754422 h 1065768"/>
              <a:gd name="connsiteX424" fmla="*/ 1 w 419170"/>
              <a:gd name="connsiteY424" fmla="*/ 773065 h 1065768"/>
              <a:gd name="connsiteX425" fmla="*/ 1 w 419170"/>
              <a:gd name="connsiteY425" fmla="*/ 704551 h 1065768"/>
              <a:gd name="connsiteX426" fmla="*/ 18631 w 419170"/>
              <a:gd name="connsiteY426" fmla="*/ 723194 h 1065768"/>
              <a:gd name="connsiteX427" fmla="*/ 37260 w 419170"/>
              <a:gd name="connsiteY427" fmla="*/ 704551 h 1065768"/>
              <a:gd name="connsiteX428" fmla="*/ 18631 w 419170"/>
              <a:gd name="connsiteY428" fmla="*/ 685907 h 1065768"/>
              <a:gd name="connsiteX429" fmla="*/ 1 w 419170"/>
              <a:gd name="connsiteY429" fmla="*/ 704551 h 1065768"/>
              <a:gd name="connsiteX430" fmla="*/ 1 w 419170"/>
              <a:gd name="connsiteY430" fmla="*/ 636036 h 1065768"/>
              <a:gd name="connsiteX431" fmla="*/ 18631 w 419170"/>
              <a:gd name="connsiteY431" fmla="*/ 654680 h 1065768"/>
              <a:gd name="connsiteX432" fmla="*/ 37260 w 419170"/>
              <a:gd name="connsiteY432" fmla="*/ 636036 h 1065768"/>
              <a:gd name="connsiteX433" fmla="*/ 18631 w 419170"/>
              <a:gd name="connsiteY433" fmla="*/ 617393 h 1065768"/>
              <a:gd name="connsiteX434" fmla="*/ 1 w 419170"/>
              <a:gd name="connsiteY434" fmla="*/ 636036 h 1065768"/>
              <a:gd name="connsiteX435" fmla="*/ 1 w 419170"/>
              <a:gd name="connsiteY435" fmla="*/ 567522 h 1065768"/>
              <a:gd name="connsiteX436" fmla="*/ 18631 w 419170"/>
              <a:gd name="connsiteY436" fmla="*/ 586165 h 1065768"/>
              <a:gd name="connsiteX437" fmla="*/ 37260 w 419170"/>
              <a:gd name="connsiteY437" fmla="*/ 567521 h 1065768"/>
              <a:gd name="connsiteX438" fmla="*/ 18631 w 419170"/>
              <a:gd name="connsiteY438" fmla="*/ 548878 h 1065768"/>
              <a:gd name="connsiteX439" fmla="*/ 1 w 419170"/>
              <a:gd name="connsiteY439" fmla="*/ 567522 h 1065768"/>
              <a:gd name="connsiteX440" fmla="*/ 0 w 419170"/>
              <a:gd name="connsiteY440" fmla="*/ 498246 h 1065768"/>
              <a:gd name="connsiteX441" fmla="*/ 18630 w 419170"/>
              <a:gd name="connsiteY441" fmla="*/ 516890 h 1065768"/>
              <a:gd name="connsiteX442" fmla="*/ 37259 w 419170"/>
              <a:gd name="connsiteY442" fmla="*/ 498246 h 1065768"/>
              <a:gd name="connsiteX443" fmla="*/ 18630 w 419170"/>
              <a:gd name="connsiteY443" fmla="*/ 479603 h 1065768"/>
              <a:gd name="connsiteX444" fmla="*/ 0 w 419170"/>
              <a:gd name="connsiteY444" fmla="*/ 498246 h 1065768"/>
              <a:gd name="connsiteX445" fmla="*/ 0 w 419170"/>
              <a:gd name="connsiteY445" fmla="*/ 429732 h 1065768"/>
              <a:gd name="connsiteX446" fmla="*/ 18630 w 419170"/>
              <a:gd name="connsiteY446" fmla="*/ 448375 h 1065768"/>
              <a:gd name="connsiteX447" fmla="*/ 37259 w 419170"/>
              <a:gd name="connsiteY447" fmla="*/ 429732 h 1065768"/>
              <a:gd name="connsiteX448" fmla="*/ 18630 w 419170"/>
              <a:gd name="connsiteY448" fmla="*/ 411088 h 1065768"/>
              <a:gd name="connsiteX449" fmla="*/ 0 w 419170"/>
              <a:gd name="connsiteY449" fmla="*/ 429732 h 1065768"/>
              <a:gd name="connsiteX450" fmla="*/ 0 w 419170"/>
              <a:gd name="connsiteY450" fmla="*/ 361217 h 1065768"/>
              <a:gd name="connsiteX451" fmla="*/ 18630 w 419170"/>
              <a:gd name="connsiteY451" fmla="*/ 379861 h 1065768"/>
              <a:gd name="connsiteX452" fmla="*/ 37259 w 419170"/>
              <a:gd name="connsiteY452" fmla="*/ 361217 h 1065768"/>
              <a:gd name="connsiteX453" fmla="*/ 18630 w 419170"/>
              <a:gd name="connsiteY453" fmla="*/ 342574 h 1065768"/>
              <a:gd name="connsiteX454" fmla="*/ 0 w 419170"/>
              <a:gd name="connsiteY454" fmla="*/ 361217 h 1065768"/>
              <a:gd name="connsiteX455" fmla="*/ 0 w 419170"/>
              <a:gd name="connsiteY455" fmla="*/ 292703 h 1065768"/>
              <a:gd name="connsiteX456" fmla="*/ 18630 w 419170"/>
              <a:gd name="connsiteY456" fmla="*/ 311346 h 1065768"/>
              <a:gd name="connsiteX457" fmla="*/ 37259 w 419170"/>
              <a:gd name="connsiteY457" fmla="*/ 292703 h 1065768"/>
              <a:gd name="connsiteX458" fmla="*/ 18630 w 419170"/>
              <a:gd name="connsiteY458" fmla="*/ 274059 h 1065768"/>
              <a:gd name="connsiteX459" fmla="*/ 0 w 419170"/>
              <a:gd name="connsiteY459" fmla="*/ 292703 h 1065768"/>
              <a:gd name="connsiteX460" fmla="*/ 0 w 419170"/>
              <a:gd name="connsiteY460" fmla="*/ 224187 h 1065768"/>
              <a:gd name="connsiteX461" fmla="*/ 18630 w 419170"/>
              <a:gd name="connsiteY461" fmla="*/ 242831 h 1065768"/>
              <a:gd name="connsiteX462" fmla="*/ 37259 w 419170"/>
              <a:gd name="connsiteY462" fmla="*/ 224187 h 1065768"/>
              <a:gd name="connsiteX463" fmla="*/ 18630 w 419170"/>
              <a:gd name="connsiteY463" fmla="*/ 205544 h 1065768"/>
              <a:gd name="connsiteX464" fmla="*/ 0 w 419170"/>
              <a:gd name="connsiteY464" fmla="*/ 224187 h 1065768"/>
              <a:gd name="connsiteX465" fmla="*/ 0 w 419170"/>
              <a:gd name="connsiteY465" fmla="*/ 155673 h 1065768"/>
              <a:gd name="connsiteX466" fmla="*/ 18630 w 419170"/>
              <a:gd name="connsiteY466" fmla="*/ 174316 h 1065768"/>
              <a:gd name="connsiteX467" fmla="*/ 37259 w 419170"/>
              <a:gd name="connsiteY467" fmla="*/ 155673 h 1065768"/>
              <a:gd name="connsiteX468" fmla="*/ 18630 w 419170"/>
              <a:gd name="connsiteY468" fmla="*/ 137029 h 1065768"/>
              <a:gd name="connsiteX469" fmla="*/ 0 w 419170"/>
              <a:gd name="connsiteY469" fmla="*/ 155673 h 1065768"/>
              <a:gd name="connsiteX470" fmla="*/ 0 w 419170"/>
              <a:gd name="connsiteY470" fmla="*/ 87158 h 1065768"/>
              <a:gd name="connsiteX471" fmla="*/ 18630 w 419170"/>
              <a:gd name="connsiteY471" fmla="*/ 105802 h 1065768"/>
              <a:gd name="connsiteX472" fmla="*/ 37259 w 419170"/>
              <a:gd name="connsiteY472" fmla="*/ 87158 h 1065768"/>
              <a:gd name="connsiteX473" fmla="*/ 18630 w 419170"/>
              <a:gd name="connsiteY473" fmla="*/ 68515 h 1065768"/>
              <a:gd name="connsiteX474" fmla="*/ 0 w 419170"/>
              <a:gd name="connsiteY474" fmla="*/ 87158 h 1065768"/>
              <a:gd name="connsiteX475" fmla="*/ 0 w 419170"/>
              <a:gd name="connsiteY475" fmla="*/ 18643 h 1065768"/>
              <a:gd name="connsiteX476" fmla="*/ 18630 w 419170"/>
              <a:gd name="connsiteY476" fmla="*/ 37287 h 1065768"/>
              <a:gd name="connsiteX477" fmla="*/ 37259 w 419170"/>
              <a:gd name="connsiteY477" fmla="*/ 18643 h 1065768"/>
              <a:gd name="connsiteX478" fmla="*/ 18630 w 419170"/>
              <a:gd name="connsiteY478" fmla="*/ 0 h 1065768"/>
              <a:gd name="connsiteX479" fmla="*/ 0 w 419170"/>
              <a:gd name="connsiteY479" fmla="*/ 18643 h 1065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419170" h="1065768">
                <a:moveTo>
                  <a:pt x="381911" y="1047124"/>
                </a:moveTo>
                <a:cubicBezTo>
                  <a:pt x="381911" y="1057421"/>
                  <a:pt x="390252" y="1065768"/>
                  <a:pt x="400540" y="1065768"/>
                </a:cubicBezTo>
                <a:cubicBezTo>
                  <a:pt x="410829" y="1065768"/>
                  <a:pt x="419170" y="1057421"/>
                  <a:pt x="419170" y="1047124"/>
                </a:cubicBezTo>
                <a:cubicBezTo>
                  <a:pt x="419170" y="1036828"/>
                  <a:pt x="410829" y="1028481"/>
                  <a:pt x="400540" y="1028481"/>
                </a:cubicBezTo>
                <a:cubicBezTo>
                  <a:pt x="390252" y="1028481"/>
                  <a:pt x="381911" y="1036828"/>
                  <a:pt x="381911" y="1047124"/>
                </a:cubicBezTo>
                <a:close/>
                <a:moveTo>
                  <a:pt x="381911" y="978610"/>
                </a:moveTo>
                <a:cubicBezTo>
                  <a:pt x="381911" y="988906"/>
                  <a:pt x="390252" y="997253"/>
                  <a:pt x="400540" y="997253"/>
                </a:cubicBezTo>
                <a:cubicBezTo>
                  <a:pt x="410829" y="997253"/>
                  <a:pt x="419170" y="988906"/>
                  <a:pt x="419170" y="978610"/>
                </a:cubicBezTo>
                <a:cubicBezTo>
                  <a:pt x="419170" y="968314"/>
                  <a:pt x="410829" y="959966"/>
                  <a:pt x="400540" y="959966"/>
                </a:cubicBezTo>
                <a:cubicBezTo>
                  <a:pt x="390252" y="959966"/>
                  <a:pt x="381911" y="968314"/>
                  <a:pt x="381911" y="978610"/>
                </a:cubicBezTo>
                <a:close/>
                <a:moveTo>
                  <a:pt x="381911" y="910095"/>
                </a:moveTo>
                <a:cubicBezTo>
                  <a:pt x="381911" y="920391"/>
                  <a:pt x="390252" y="928739"/>
                  <a:pt x="400540" y="928739"/>
                </a:cubicBezTo>
                <a:cubicBezTo>
                  <a:pt x="410829" y="928739"/>
                  <a:pt x="419170" y="920391"/>
                  <a:pt x="419170" y="910095"/>
                </a:cubicBezTo>
                <a:cubicBezTo>
                  <a:pt x="419170" y="899799"/>
                  <a:pt x="410829" y="891452"/>
                  <a:pt x="400540" y="891452"/>
                </a:cubicBezTo>
                <a:cubicBezTo>
                  <a:pt x="390252" y="891452"/>
                  <a:pt x="381911" y="899799"/>
                  <a:pt x="381911" y="910095"/>
                </a:cubicBezTo>
                <a:close/>
                <a:moveTo>
                  <a:pt x="381911" y="841581"/>
                </a:moveTo>
                <a:cubicBezTo>
                  <a:pt x="381911" y="851877"/>
                  <a:pt x="390252" y="860224"/>
                  <a:pt x="400540" y="860224"/>
                </a:cubicBezTo>
                <a:cubicBezTo>
                  <a:pt x="410829" y="860224"/>
                  <a:pt x="419170" y="851877"/>
                  <a:pt x="419170" y="841581"/>
                </a:cubicBezTo>
                <a:cubicBezTo>
                  <a:pt x="419170" y="831285"/>
                  <a:pt x="410829" y="822937"/>
                  <a:pt x="400540" y="822937"/>
                </a:cubicBezTo>
                <a:cubicBezTo>
                  <a:pt x="390252" y="822937"/>
                  <a:pt x="381911" y="831285"/>
                  <a:pt x="381911" y="841581"/>
                </a:cubicBezTo>
                <a:close/>
                <a:moveTo>
                  <a:pt x="381911" y="773065"/>
                </a:moveTo>
                <a:cubicBezTo>
                  <a:pt x="381911" y="783361"/>
                  <a:pt x="390252" y="791709"/>
                  <a:pt x="400540" y="791709"/>
                </a:cubicBezTo>
                <a:cubicBezTo>
                  <a:pt x="410829" y="791709"/>
                  <a:pt x="419170" y="783361"/>
                  <a:pt x="419170" y="773065"/>
                </a:cubicBezTo>
                <a:cubicBezTo>
                  <a:pt x="419170" y="762769"/>
                  <a:pt x="410829" y="754422"/>
                  <a:pt x="400540" y="754422"/>
                </a:cubicBezTo>
                <a:cubicBezTo>
                  <a:pt x="390252" y="754422"/>
                  <a:pt x="381911" y="762769"/>
                  <a:pt x="381911" y="773065"/>
                </a:cubicBezTo>
                <a:close/>
                <a:moveTo>
                  <a:pt x="381911" y="704551"/>
                </a:moveTo>
                <a:cubicBezTo>
                  <a:pt x="381911" y="714847"/>
                  <a:pt x="390252" y="723194"/>
                  <a:pt x="400540" y="723194"/>
                </a:cubicBezTo>
                <a:cubicBezTo>
                  <a:pt x="410829" y="723194"/>
                  <a:pt x="419170" y="714847"/>
                  <a:pt x="419170" y="704551"/>
                </a:cubicBezTo>
                <a:cubicBezTo>
                  <a:pt x="419170" y="694255"/>
                  <a:pt x="410829" y="685907"/>
                  <a:pt x="400540" y="685907"/>
                </a:cubicBezTo>
                <a:cubicBezTo>
                  <a:pt x="390252" y="685907"/>
                  <a:pt x="381911" y="694255"/>
                  <a:pt x="381911" y="704551"/>
                </a:cubicBezTo>
                <a:close/>
                <a:moveTo>
                  <a:pt x="381911" y="636036"/>
                </a:moveTo>
                <a:cubicBezTo>
                  <a:pt x="381911" y="646332"/>
                  <a:pt x="390252" y="654679"/>
                  <a:pt x="400540" y="654679"/>
                </a:cubicBezTo>
                <a:cubicBezTo>
                  <a:pt x="410829" y="654679"/>
                  <a:pt x="419170" y="646332"/>
                  <a:pt x="419170" y="636036"/>
                </a:cubicBezTo>
                <a:cubicBezTo>
                  <a:pt x="419170" y="625740"/>
                  <a:pt x="410829" y="617393"/>
                  <a:pt x="400540" y="617393"/>
                </a:cubicBezTo>
                <a:cubicBezTo>
                  <a:pt x="390252" y="617393"/>
                  <a:pt x="381911" y="625740"/>
                  <a:pt x="381911" y="636036"/>
                </a:cubicBezTo>
                <a:close/>
                <a:moveTo>
                  <a:pt x="381911" y="567521"/>
                </a:moveTo>
                <a:cubicBezTo>
                  <a:pt x="381911" y="577818"/>
                  <a:pt x="390252" y="586165"/>
                  <a:pt x="400540" y="586165"/>
                </a:cubicBezTo>
                <a:cubicBezTo>
                  <a:pt x="410829" y="586165"/>
                  <a:pt x="419170" y="577818"/>
                  <a:pt x="419170" y="567521"/>
                </a:cubicBezTo>
                <a:cubicBezTo>
                  <a:pt x="419170" y="557225"/>
                  <a:pt x="410829" y="548878"/>
                  <a:pt x="400540" y="548878"/>
                </a:cubicBezTo>
                <a:cubicBezTo>
                  <a:pt x="390252" y="548878"/>
                  <a:pt x="381911" y="557225"/>
                  <a:pt x="381911" y="567521"/>
                </a:cubicBezTo>
                <a:close/>
                <a:moveTo>
                  <a:pt x="381910" y="498246"/>
                </a:moveTo>
                <a:cubicBezTo>
                  <a:pt x="381910" y="508543"/>
                  <a:pt x="390251" y="516890"/>
                  <a:pt x="400539" y="516890"/>
                </a:cubicBezTo>
                <a:cubicBezTo>
                  <a:pt x="410828" y="516890"/>
                  <a:pt x="419169" y="508543"/>
                  <a:pt x="419169" y="498246"/>
                </a:cubicBezTo>
                <a:cubicBezTo>
                  <a:pt x="419169" y="487950"/>
                  <a:pt x="410828" y="479603"/>
                  <a:pt x="400539" y="479603"/>
                </a:cubicBezTo>
                <a:cubicBezTo>
                  <a:pt x="390251" y="479603"/>
                  <a:pt x="381910" y="487950"/>
                  <a:pt x="381910" y="498246"/>
                </a:cubicBezTo>
                <a:close/>
                <a:moveTo>
                  <a:pt x="381910" y="429732"/>
                </a:moveTo>
                <a:cubicBezTo>
                  <a:pt x="381910" y="440028"/>
                  <a:pt x="390251" y="448375"/>
                  <a:pt x="400539" y="448375"/>
                </a:cubicBezTo>
                <a:cubicBezTo>
                  <a:pt x="410828" y="448375"/>
                  <a:pt x="419169" y="440028"/>
                  <a:pt x="419169" y="429732"/>
                </a:cubicBezTo>
                <a:cubicBezTo>
                  <a:pt x="419169" y="419436"/>
                  <a:pt x="410828" y="411088"/>
                  <a:pt x="400539" y="411088"/>
                </a:cubicBezTo>
                <a:cubicBezTo>
                  <a:pt x="390251" y="411088"/>
                  <a:pt x="381910" y="419436"/>
                  <a:pt x="381910" y="429732"/>
                </a:cubicBezTo>
                <a:close/>
                <a:moveTo>
                  <a:pt x="381910" y="361217"/>
                </a:moveTo>
                <a:cubicBezTo>
                  <a:pt x="381910" y="371513"/>
                  <a:pt x="390251" y="379861"/>
                  <a:pt x="400539" y="379861"/>
                </a:cubicBezTo>
                <a:cubicBezTo>
                  <a:pt x="410828" y="379861"/>
                  <a:pt x="419169" y="371513"/>
                  <a:pt x="419169" y="361217"/>
                </a:cubicBezTo>
                <a:cubicBezTo>
                  <a:pt x="419169" y="350921"/>
                  <a:pt x="410828" y="342574"/>
                  <a:pt x="400539" y="342574"/>
                </a:cubicBezTo>
                <a:cubicBezTo>
                  <a:pt x="390251" y="342574"/>
                  <a:pt x="381910" y="350921"/>
                  <a:pt x="381910" y="361217"/>
                </a:cubicBezTo>
                <a:close/>
                <a:moveTo>
                  <a:pt x="381910" y="292703"/>
                </a:moveTo>
                <a:cubicBezTo>
                  <a:pt x="381910" y="302999"/>
                  <a:pt x="390251" y="311346"/>
                  <a:pt x="400539" y="311346"/>
                </a:cubicBezTo>
                <a:cubicBezTo>
                  <a:pt x="410828" y="311346"/>
                  <a:pt x="419169" y="302999"/>
                  <a:pt x="419169" y="292703"/>
                </a:cubicBezTo>
                <a:cubicBezTo>
                  <a:pt x="419169" y="282407"/>
                  <a:pt x="410828" y="274059"/>
                  <a:pt x="400539" y="274059"/>
                </a:cubicBezTo>
                <a:cubicBezTo>
                  <a:pt x="390251" y="274059"/>
                  <a:pt x="381910" y="282407"/>
                  <a:pt x="381910" y="292703"/>
                </a:cubicBezTo>
                <a:close/>
                <a:moveTo>
                  <a:pt x="381910" y="224187"/>
                </a:moveTo>
                <a:cubicBezTo>
                  <a:pt x="381910" y="234483"/>
                  <a:pt x="390251" y="242831"/>
                  <a:pt x="400539" y="242831"/>
                </a:cubicBezTo>
                <a:cubicBezTo>
                  <a:pt x="410828" y="242831"/>
                  <a:pt x="419169" y="234483"/>
                  <a:pt x="419169" y="224187"/>
                </a:cubicBezTo>
                <a:cubicBezTo>
                  <a:pt x="419169" y="213891"/>
                  <a:pt x="410828" y="205544"/>
                  <a:pt x="400539" y="205544"/>
                </a:cubicBezTo>
                <a:cubicBezTo>
                  <a:pt x="390251" y="205544"/>
                  <a:pt x="381910" y="213891"/>
                  <a:pt x="381910" y="224187"/>
                </a:cubicBezTo>
                <a:close/>
                <a:moveTo>
                  <a:pt x="381910" y="155673"/>
                </a:moveTo>
                <a:cubicBezTo>
                  <a:pt x="381910" y="165969"/>
                  <a:pt x="390251" y="174316"/>
                  <a:pt x="400539" y="174316"/>
                </a:cubicBezTo>
                <a:cubicBezTo>
                  <a:pt x="410828" y="174316"/>
                  <a:pt x="419169" y="165969"/>
                  <a:pt x="419169" y="155673"/>
                </a:cubicBezTo>
                <a:cubicBezTo>
                  <a:pt x="419169" y="145377"/>
                  <a:pt x="410828" y="137029"/>
                  <a:pt x="400539" y="137029"/>
                </a:cubicBezTo>
                <a:cubicBezTo>
                  <a:pt x="390251" y="137029"/>
                  <a:pt x="381910" y="145377"/>
                  <a:pt x="381910" y="155673"/>
                </a:cubicBezTo>
                <a:close/>
                <a:moveTo>
                  <a:pt x="381910" y="87158"/>
                </a:moveTo>
                <a:cubicBezTo>
                  <a:pt x="381910" y="97454"/>
                  <a:pt x="390251" y="105802"/>
                  <a:pt x="400539" y="105802"/>
                </a:cubicBezTo>
                <a:cubicBezTo>
                  <a:pt x="410828" y="105802"/>
                  <a:pt x="419169" y="97454"/>
                  <a:pt x="419169" y="87158"/>
                </a:cubicBezTo>
                <a:cubicBezTo>
                  <a:pt x="419169" y="76862"/>
                  <a:pt x="410828" y="68515"/>
                  <a:pt x="400539" y="68515"/>
                </a:cubicBezTo>
                <a:cubicBezTo>
                  <a:pt x="390250" y="68515"/>
                  <a:pt x="381910" y="76862"/>
                  <a:pt x="381910" y="87158"/>
                </a:cubicBezTo>
                <a:close/>
                <a:moveTo>
                  <a:pt x="381910" y="18643"/>
                </a:moveTo>
                <a:cubicBezTo>
                  <a:pt x="381910" y="28940"/>
                  <a:pt x="390250" y="37287"/>
                  <a:pt x="400539" y="37287"/>
                </a:cubicBezTo>
                <a:cubicBezTo>
                  <a:pt x="410828" y="37287"/>
                  <a:pt x="419169" y="28940"/>
                  <a:pt x="419169" y="18643"/>
                </a:cubicBezTo>
                <a:cubicBezTo>
                  <a:pt x="419169" y="8347"/>
                  <a:pt x="410828" y="0"/>
                  <a:pt x="400539" y="0"/>
                </a:cubicBezTo>
                <a:cubicBezTo>
                  <a:pt x="390250" y="0"/>
                  <a:pt x="381910" y="8347"/>
                  <a:pt x="381910" y="18643"/>
                </a:cubicBezTo>
                <a:close/>
                <a:moveTo>
                  <a:pt x="305529" y="1047124"/>
                </a:moveTo>
                <a:cubicBezTo>
                  <a:pt x="305529" y="1057421"/>
                  <a:pt x="313870" y="1065768"/>
                  <a:pt x="324159" y="1065768"/>
                </a:cubicBezTo>
                <a:cubicBezTo>
                  <a:pt x="334448" y="1065768"/>
                  <a:pt x="342788" y="1057421"/>
                  <a:pt x="342788" y="1047124"/>
                </a:cubicBezTo>
                <a:cubicBezTo>
                  <a:pt x="342788" y="1036828"/>
                  <a:pt x="334448" y="1028481"/>
                  <a:pt x="324159" y="1028481"/>
                </a:cubicBezTo>
                <a:cubicBezTo>
                  <a:pt x="313870" y="1028481"/>
                  <a:pt x="305529" y="1036828"/>
                  <a:pt x="305529" y="1047124"/>
                </a:cubicBezTo>
                <a:close/>
                <a:moveTo>
                  <a:pt x="305529" y="978610"/>
                </a:moveTo>
                <a:cubicBezTo>
                  <a:pt x="305529" y="988906"/>
                  <a:pt x="313870" y="997253"/>
                  <a:pt x="324159" y="997253"/>
                </a:cubicBezTo>
                <a:cubicBezTo>
                  <a:pt x="334448" y="997253"/>
                  <a:pt x="342788" y="988906"/>
                  <a:pt x="342788" y="978610"/>
                </a:cubicBezTo>
                <a:cubicBezTo>
                  <a:pt x="342788" y="968314"/>
                  <a:pt x="334448" y="959966"/>
                  <a:pt x="324159" y="959966"/>
                </a:cubicBezTo>
                <a:cubicBezTo>
                  <a:pt x="313870" y="959966"/>
                  <a:pt x="305529" y="968314"/>
                  <a:pt x="305529" y="978610"/>
                </a:cubicBezTo>
                <a:close/>
                <a:moveTo>
                  <a:pt x="305529" y="910095"/>
                </a:moveTo>
                <a:cubicBezTo>
                  <a:pt x="305529" y="920391"/>
                  <a:pt x="313870" y="928739"/>
                  <a:pt x="324159" y="928739"/>
                </a:cubicBezTo>
                <a:cubicBezTo>
                  <a:pt x="334448" y="928739"/>
                  <a:pt x="342788" y="920391"/>
                  <a:pt x="342788" y="910095"/>
                </a:cubicBezTo>
                <a:cubicBezTo>
                  <a:pt x="342788" y="899799"/>
                  <a:pt x="334448" y="891452"/>
                  <a:pt x="324159" y="891452"/>
                </a:cubicBezTo>
                <a:cubicBezTo>
                  <a:pt x="313870" y="891452"/>
                  <a:pt x="305529" y="899799"/>
                  <a:pt x="305529" y="910095"/>
                </a:cubicBezTo>
                <a:close/>
                <a:moveTo>
                  <a:pt x="305529" y="841581"/>
                </a:moveTo>
                <a:cubicBezTo>
                  <a:pt x="305529" y="851877"/>
                  <a:pt x="313870" y="860224"/>
                  <a:pt x="324159" y="860224"/>
                </a:cubicBezTo>
                <a:cubicBezTo>
                  <a:pt x="334448" y="860224"/>
                  <a:pt x="342788" y="851877"/>
                  <a:pt x="342788" y="841581"/>
                </a:cubicBezTo>
                <a:cubicBezTo>
                  <a:pt x="342788" y="831285"/>
                  <a:pt x="334448" y="822937"/>
                  <a:pt x="324159" y="822937"/>
                </a:cubicBezTo>
                <a:cubicBezTo>
                  <a:pt x="313870" y="822937"/>
                  <a:pt x="305529" y="831285"/>
                  <a:pt x="305529" y="841581"/>
                </a:cubicBezTo>
                <a:close/>
                <a:moveTo>
                  <a:pt x="305529" y="773065"/>
                </a:moveTo>
                <a:cubicBezTo>
                  <a:pt x="305529" y="783361"/>
                  <a:pt x="313870" y="791709"/>
                  <a:pt x="324159" y="791709"/>
                </a:cubicBezTo>
                <a:cubicBezTo>
                  <a:pt x="334448" y="791709"/>
                  <a:pt x="342788" y="783361"/>
                  <a:pt x="342788" y="773065"/>
                </a:cubicBezTo>
                <a:cubicBezTo>
                  <a:pt x="342788" y="762769"/>
                  <a:pt x="334448" y="754422"/>
                  <a:pt x="324159" y="754422"/>
                </a:cubicBezTo>
                <a:cubicBezTo>
                  <a:pt x="313870" y="754422"/>
                  <a:pt x="305529" y="762769"/>
                  <a:pt x="305529" y="773065"/>
                </a:cubicBezTo>
                <a:close/>
                <a:moveTo>
                  <a:pt x="305529" y="704551"/>
                </a:moveTo>
                <a:cubicBezTo>
                  <a:pt x="305529" y="714847"/>
                  <a:pt x="313870" y="723194"/>
                  <a:pt x="324159" y="723194"/>
                </a:cubicBezTo>
                <a:cubicBezTo>
                  <a:pt x="334448" y="723194"/>
                  <a:pt x="342788" y="714847"/>
                  <a:pt x="342788" y="704551"/>
                </a:cubicBezTo>
                <a:cubicBezTo>
                  <a:pt x="342788" y="694255"/>
                  <a:pt x="334448" y="685907"/>
                  <a:pt x="324159" y="685907"/>
                </a:cubicBezTo>
                <a:cubicBezTo>
                  <a:pt x="313870" y="685907"/>
                  <a:pt x="305529" y="694255"/>
                  <a:pt x="305529" y="704551"/>
                </a:cubicBezTo>
                <a:close/>
                <a:moveTo>
                  <a:pt x="305529" y="636036"/>
                </a:moveTo>
                <a:cubicBezTo>
                  <a:pt x="305529" y="646332"/>
                  <a:pt x="313870" y="654679"/>
                  <a:pt x="324159" y="654679"/>
                </a:cubicBezTo>
                <a:cubicBezTo>
                  <a:pt x="334448" y="654679"/>
                  <a:pt x="342788" y="646332"/>
                  <a:pt x="342788" y="636036"/>
                </a:cubicBezTo>
                <a:cubicBezTo>
                  <a:pt x="342788" y="625740"/>
                  <a:pt x="334448" y="617393"/>
                  <a:pt x="324159" y="617393"/>
                </a:cubicBezTo>
                <a:cubicBezTo>
                  <a:pt x="313870" y="617393"/>
                  <a:pt x="305529" y="625740"/>
                  <a:pt x="305529" y="636036"/>
                </a:cubicBezTo>
                <a:close/>
                <a:moveTo>
                  <a:pt x="305529" y="567521"/>
                </a:moveTo>
                <a:cubicBezTo>
                  <a:pt x="305529" y="577818"/>
                  <a:pt x="313870" y="586165"/>
                  <a:pt x="324159" y="586165"/>
                </a:cubicBezTo>
                <a:cubicBezTo>
                  <a:pt x="334448" y="586165"/>
                  <a:pt x="342788" y="577818"/>
                  <a:pt x="342788" y="567521"/>
                </a:cubicBezTo>
                <a:cubicBezTo>
                  <a:pt x="342788" y="557225"/>
                  <a:pt x="334448" y="548878"/>
                  <a:pt x="324159" y="548878"/>
                </a:cubicBezTo>
                <a:cubicBezTo>
                  <a:pt x="313870" y="548878"/>
                  <a:pt x="305529" y="557225"/>
                  <a:pt x="305529" y="567521"/>
                </a:cubicBezTo>
                <a:close/>
                <a:moveTo>
                  <a:pt x="305528" y="498246"/>
                </a:moveTo>
                <a:cubicBezTo>
                  <a:pt x="305528" y="508543"/>
                  <a:pt x="313869" y="516890"/>
                  <a:pt x="324158" y="516890"/>
                </a:cubicBezTo>
                <a:cubicBezTo>
                  <a:pt x="334447" y="516890"/>
                  <a:pt x="342787" y="508543"/>
                  <a:pt x="342787" y="498246"/>
                </a:cubicBezTo>
                <a:cubicBezTo>
                  <a:pt x="342787" y="487950"/>
                  <a:pt x="334447" y="479603"/>
                  <a:pt x="324158" y="479603"/>
                </a:cubicBezTo>
                <a:cubicBezTo>
                  <a:pt x="313869" y="479603"/>
                  <a:pt x="305528" y="487950"/>
                  <a:pt x="305528" y="498246"/>
                </a:cubicBezTo>
                <a:close/>
                <a:moveTo>
                  <a:pt x="305528" y="429732"/>
                </a:moveTo>
                <a:cubicBezTo>
                  <a:pt x="305528" y="440028"/>
                  <a:pt x="313869" y="448375"/>
                  <a:pt x="324158" y="448375"/>
                </a:cubicBezTo>
                <a:cubicBezTo>
                  <a:pt x="334447" y="448375"/>
                  <a:pt x="342787" y="440028"/>
                  <a:pt x="342787" y="429732"/>
                </a:cubicBezTo>
                <a:cubicBezTo>
                  <a:pt x="342787" y="419436"/>
                  <a:pt x="334447" y="411088"/>
                  <a:pt x="324158" y="411088"/>
                </a:cubicBezTo>
                <a:cubicBezTo>
                  <a:pt x="313869" y="411088"/>
                  <a:pt x="305528" y="419436"/>
                  <a:pt x="305528" y="429732"/>
                </a:cubicBezTo>
                <a:close/>
                <a:moveTo>
                  <a:pt x="305528" y="361217"/>
                </a:moveTo>
                <a:cubicBezTo>
                  <a:pt x="305528" y="371513"/>
                  <a:pt x="313869" y="379861"/>
                  <a:pt x="324158" y="379861"/>
                </a:cubicBezTo>
                <a:cubicBezTo>
                  <a:pt x="334447" y="379861"/>
                  <a:pt x="342787" y="371513"/>
                  <a:pt x="342787" y="361217"/>
                </a:cubicBezTo>
                <a:cubicBezTo>
                  <a:pt x="342787" y="350921"/>
                  <a:pt x="334447" y="342574"/>
                  <a:pt x="324158" y="342574"/>
                </a:cubicBezTo>
                <a:cubicBezTo>
                  <a:pt x="313869" y="342574"/>
                  <a:pt x="305528" y="350921"/>
                  <a:pt x="305528" y="361217"/>
                </a:cubicBezTo>
                <a:close/>
                <a:moveTo>
                  <a:pt x="305528" y="292703"/>
                </a:moveTo>
                <a:cubicBezTo>
                  <a:pt x="305528" y="302999"/>
                  <a:pt x="313869" y="311346"/>
                  <a:pt x="324158" y="311346"/>
                </a:cubicBezTo>
                <a:cubicBezTo>
                  <a:pt x="334447" y="311346"/>
                  <a:pt x="342787" y="302999"/>
                  <a:pt x="342787" y="292703"/>
                </a:cubicBezTo>
                <a:cubicBezTo>
                  <a:pt x="342787" y="282407"/>
                  <a:pt x="334447" y="274059"/>
                  <a:pt x="324158" y="274059"/>
                </a:cubicBezTo>
                <a:cubicBezTo>
                  <a:pt x="313869" y="274059"/>
                  <a:pt x="305528" y="282407"/>
                  <a:pt x="305528" y="292703"/>
                </a:cubicBezTo>
                <a:close/>
                <a:moveTo>
                  <a:pt x="305528" y="224187"/>
                </a:moveTo>
                <a:cubicBezTo>
                  <a:pt x="305528" y="234483"/>
                  <a:pt x="313869" y="242831"/>
                  <a:pt x="324158" y="242831"/>
                </a:cubicBezTo>
                <a:cubicBezTo>
                  <a:pt x="334447" y="242831"/>
                  <a:pt x="342787" y="234483"/>
                  <a:pt x="342787" y="224187"/>
                </a:cubicBezTo>
                <a:cubicBezTo>
                  <a:pt x="342787" y="213891"/>
                  <a:pt x="334447" y="205544"/>
                  <a:pt x="324158" y="205544"/>
                </a:cubicBezTo>
                <a:cubicBezTo>
                  <a:pt x="313869" y="205544"/>
                  <a:pt x="305528" y="213891"/>
                  <a:pt x="305528" y="224187"/>
                </a:cubicBezTo>
                <a:close/>
                <a:moveTo>
                  <a:pt x="305528" y="155673"/>
                </a:moveTo>
                <a:cubicBezTo>
                  <a:pt x="305528" y="165969"/>
                  <a:pt x="313869" y="174316"/>
                  <a:pt x="324158" y="174316"/>
                </a:cubicBezTo>
                <a:cubicBezTo>
                  <a:pt x="334447" y="174316"/>
                  <a:pt x="342787" y="165969"/>
                  <a:pt x="342787" y="155673"/>
                </a:cubicBezTo>
                <a:cubicBezTo>
                  <a:pt x="342787" y="145377"/>
                  <a:pt x="334447" y="137029"/>
                  <a:pt x="324158" y="137029"/>
                </a:cubicBezTo>
                <a:cubicBezTo>
                  <a:pt x="313869" y="137029"/>
                  <a:pt x="305528" y="145377"/>
                  <a:pt x="305528" y="155673"/>
                </a:cubicBezTo>
                <a:close/>
                <a:moveTo>
                  <a:pt x="305528" y="87158"/>
                </a:moveTo>
                <a:cubicBezTo>
                  <a:pt x="305528" y="97454"/>
                  <a:pt x="313869" y="105802"/>
                  <a:pt x="324158" y="105802"/>
                </a:cubicBezTo>
                <a:cubicBezTo>
                  <a:pt x="334447" y="105802"/>
                  <a:pt x="342787" y="97454"/>
                  <a:pt x="342787" y="87158"/>
                </a:cubicBezTo>
                <a:cubicBezTo>
                  <a:pt x="342787" y="76862"/>
                  <a:pt x="334446" y="68515"/>
                  <a:pt x="324158" y="68515"/>
                </a:cubicBezTo>
                <a:cubicBezTo>
                  <a:pt x="313869" y="68515"/>
                  <a:pt x="305528" y="76862"/>
                  <a:pt x="305528" y="87158"/>
                </a:cubicBezTo>
                <a:close/>
                <a:moveTo>
                  <a:pt x="305528" y="18643"/>
                </a:moveTo>
                <a:cubicBezTo>
                  <a:pt x="305528" y="28940"/>
                  <a:pt x="313869" y="37287"/>
                  <a:pt x="324158" y="37287"/>
                </a:cubicBezTo>
                <a:cubicBezTo>
                  <a:pt x="334446" y="37287"/>
                  <a:pt x="342787" y="28940"/>
                  <a:pt x="342787" y="18643"/>
                </a:cubicBezTo>
                <a:cubicBezTo>
                  <a:pt x="342787" y="8347"/>
                  <a:pt x="334446" y="0"/>
                  <a:pt x="324158" y="0"/>
                </a:cubicBezTo>
                <a:cubicBezTo>
                  <a:pt x="313869" y="0"/>
                  <a:pt x="305528" y="8347"/>
                  <a:pt x="305528" y="18643"/>
                </a:cubicBezTo>
                <a:close/>
                <a:moveTo>
                  <a:pt x="229147" y="1047124"/>
                </a:moveTo>
                <a:cubicBezTo>
                  <a:pt x="229147" y="1057421"/>
                  <a:pt x="237488" y="1065768"/>
                  <a:pt x="247776" y="1065768"/>
                </a:cubicBezTo>
                <a:cubicBezTo>
                  <a:pt x="258065" y="1065768"/>
                  <a:pt x="266406" y="1057421"/>
                  <a:pt x="266406" y="1047124"/>
                </a:cubicBezTo>
                <a:cubicBezTo>
                  <a:pt x="266406" y="1036828"/>
                  <a:pt x="258065" y="1028481"/>
                  <a:pt x="247776" y="1028481"/>
                </a:cubicBezTo>
                <a:cubicBezTo>
                  <a:pt x="237488" y="1028481"/>
                  <a:pt x="229147" y="1036828"/>
                  <a:pt x="229147" y="1047124"/>
                </a:cubicBezTo>
                <a:close/>
                <a:moveTo>
                  <a:pt x="229147" y="978610"/>
                </a:moveTo>
                <a:cubicBezTo>
                  <a:pt x="229147" y="988906"/>
                  <a:pt x="237488" y="997253"/>
                  <a:pt x="247776" y="997253"/>
                </a:cubicBezTo>
                <a:cubicBezTo>
                  <a:pt x="258065" y="997253"/>
                  <a:pt x="266406" y="988906"/>
                  <a:pt x="266406" y="978610"/>
                </a:cubicBezTo>
                <a:cubicBezTo>
                  <a:pt x="266406" y="968314"/>
                  <a:pt x="258065" y="959966"/>
                  <a:pt x="247776" y="959966"/>
                </a:cubicBezTo>
                <a:cubicBezTo>
                  <a:pt x="237488" y="959966"/>
                  <a:pt x="229147" y="968314"/>
                  <a:pt x="229147" y="978610"/>
                </a:cubicBezTo>
                <a:close/>
                <a:moveTo>
                  <a:pt x="229147" y="910095"/>
                </a:moveTo>
                <a:cubicBezTo>
                  <a:pt x="229147" y="920391"/>
                  <a:pt x="237488" y="928739"/>
                  <a:pt x="247776" y="928739"/>
                </a:cubicBezTo>
                <a:cubicBezTo>
                  <a:pt x="258065" y="928739"/>
                  <a:pt x="266406" y="920391"/>
                  <a:pt x="266406" y="910095"/>
                </a:cubicBezTo>
                <a:cubicBezTo>
                  <a:pt x="266406" y="899799"/>
                  <a:pt x="258065" y="891452"/>
                  <a:pt x="247776" y="891452"/>
                </a:cubicBezTo>
                <a:cubicBezTo>
                  <a:pt x="237488" y="891452"/>
                  <a:pt x="229147" y="899799"/>
                  <a:pt x="229147" y="910095"/>
                </a:cubicBezTo>
                <a:close/>
                <a:moveTo>
                  <a:pt x="229147" y="841581"/>
                </a:moveTo>
                <a:cubicBezTo>
                  <a:pt x="229147" y="851877"/>
                  <a:pt x="237488" y="860224"/>
                  <a:pt x="247776" y="860224"/>
                </a:cubicBezTo>
                <a:cubicBezTo>
                  <a:pt x="258065" y="860224"/>
                  <a:pt x="266406" y="851877"/>
                  <a:pt x="266406" y="841581"/>
                </a:cubicBezTo>
                <a:cubicBezTo>
                  <a:pt x="266406" y="831285"/>
                  <a:pt x="258065" y="822937"/>
                  <a:pt x="247776" y="822937"/>
                </a:cubicBezTo>
                <a:cubicBezTo>
                  <a:pt x="237488" y="822937"/>
                  <a:pt x="229147" y="831285"/>
                  <a:pt x="229147" y="841581"/>
                </a:cubicBezTo>
                <a:close/>
                <a:moveTo>
                  <a:pt x="229147" y="773065"/>
                </a:moveTo>
                <a:cubicBezTo>
                  <a:pt x="229147" y="783361"/>
                  <a:pt x="237488" y="791709"/>
                  <a:pt x="247776" y="791709"/>
                </a:cubicBezTo>
                <a:cubicBezTo>
                  <a:pt x="258065" y="791709"/>
                  <a:pt x="266406" y="783361"/>
                  <a:pt x="266406" y="773065"/>
                </a:cubicBezTo>
                <a:cubicBezTo>
                  <a:pt x="266406" y="762769"/>
                  <a:pt x="258065" y="754422"/>
                  <a:pt x="247776" y="754422"/>
                </a:cubicBezTo>
                <a:cubicBezTo>
                  <a:pt x="237488" y="754422"/>
                  <a:pt x="229147" y="762769"/>
                  <a:pt x="229147" y="773065"/>
                </a:cubicBezTo>
                <a:close/>
                <a:moveTo>
                  <a:pt x="229147" y="704551"/>
                </a:moveTo>
                <a:cubicBezTo>
                  <a:pt x="229147" y="714847"/>
                  <a:pt x="237488" y="723194"/>
                  <a:pt x="247776" y="723194"/>
                </a:cubicBezTo>
                <a:cubicBezTo>
                  <a:pt x="258065" y="723194"/>
                  <a:pt x="266406" y="714847"/>
                  <a:pt x="266406" y="704551"/>
                </a:cubicBezTo>
                <a:cubicBezTo>
                  <a:pt x="266406" y="694255"/>
                  <a:pt x="258065" y="685907"/>
                  <a:pt x="247776" y="685907"/>
                </a:cubicBezTo>
                <a:cubicBezTo>
                  <a:pt x="237488" y="685907"/>
                  <a:pt x="229147" y="694255"/>
                  <a:pt x="229147" y="704551"/>
                </a:cubicBezTo>
                <a:close/>
                <a:moveTo>
                  <a:pt x="229147" y="636036"/>
                </a:moveTo>
                <a:cubicBezTo>
                  <a:pt x="229147" y="646332"/>
                  <a:pt x="237488" y="654679"/>
                  <a:pt x="247776" y="654679"/>
                </a:cubicBezTo>
                <a:cubicBezTo>
                  <a:pt x="258065" y="654679"/>
                  <a:pt x="266406" y="646332"/>
                  <a:pt x="266406" y="636036"/>
                </a:cubicBezTo>
                <a:cubicBezTo>
                  <a:pt x="266406" y="625740"/>
                  <a:pt x="258065" y="617393"/>
                  <a:pt x="247776" y="617393"/>
                </a:cubicBezTo>
                <a:cubicBezTo>
                  <a:pt x="237488" y="617393"/>
                  <a:pt x="229147" y="625740"/>
                  <a:pt x="229147" y="636036"/>
                </a:cubicBezTo>
                <a:close/>
                <a:moveTo>
                  <a:pt x="229147" y="567521"/>
                </a:moveTo>
                <a:cubicBezTo>
                  <a:pt x="229147" y="577818"/>
                  <a:pt x="237488" y="586165"/>
                  <a:pt x="247776" y="586165"/>
                </a:cubicBezTo>
                <a:cubicBezTo>
                  <a:pt x="258065" y="586165"/>
                  <a:pt x="266406" y="577818"/>
                  <a:pt x="266406" y="567521"/>
                </a:cubicBezTo>
                <a:cubicBezTo>
                  <a:pt x="266406" y="557225"/>
                  <a:pt x="258065" y="548878"/>
                  <a:pt x="247776" y="548878"/>
                </a:cubicBezTo>
                <a:cubicBezTo>
                  <a:pt x="237488" y="548878"/>
                  <a:pt x="229147" y="557225"/>
                  <a:pt x="229147" y="567521"/>
                </a:cubicBezTo>
                <a:close/>
                <a:moveTo>
                  <a:pt x="229146" y="498246"/>
                </a:moveTo>
                <a:cubicBezTo>
                  <a:pt x="229146" y="508543"/>
                  <a:pt x="237487" y="516890"/>
                  <a:pt x="247775" y="516890"/>
                </a:cubicBezTo>
                <a:cubicBezTo>
                  <a:pt x="258064" y="516890"/>
                  <a:pt x="266405" y="508543"/>
                  <a:pt x="266405" y="498246"/>
                </a:cubicBezTo>
                <a:cubicBezTo>
                  <a:pt x="266405" y="487950"/>
                  <a:pt x="258064" y="479603"/>
                  <a:pt x="247775" y="479603"/>
                </a:cubicBezTo>
                <a:cubicBezTo>
                  <a:pt x="237487" y="479603"/>
                  <a:pt x="229146" y="487950"/>
                  <a:pt x="229146" y="498246"/>
                </a:cubicBezTo>
                <a:close/>
                <a:moveTo>
                  <a:pt x="229146" y="429732"/>
                </a:moveTo>
                <a:cubicBezTo>
                  <a:pt x="229146" y="440028"/>
                  <a:pt x="237487" y="448375"/>
                  <a:pt x="247775" y="448375"/>
                </a:cubicBezTo>
                <a:cubicBezTo>
                  <a:pt x="258064" y="448375"/>
                  <a:pt x="266405" y="440028"/>
                  <a:pt x="266405" y="429732"/>
                </a:cubicBezTo>
                <a:cubicBezTo>
                  <a:pt x="266405" y="419436"/>
                  <a:pt x="258064" y="411088"/>
                  <a:pt x="247775" y="411088"/>
                </a:cubicBezTo>
                <a:cubicBezTo>
                  <a:pt x="237487" y="411088"/>
                  <a:pt x="229146" y="419436"/>
                  <a:pt x="229146" y="429732"/>
                </a:cubicBezTo>
                <a:close/>
                <a:moveTo>
                  <a:pt x="229146" y="361217"/>
                </a:moveTo>
                <a:cubicBezTo>
                  <a:pt x="229146" y="371513"/>
                  <a:pt x="237487" y="379861"/>
                  <a:pt x="247775" y="379861"/>
                </a:cubicBezTo>
                <a:cubicBezTo>
                  <a:pt x="258064" y="379861"/>
                  <a:pt x="266405" y="371513"/>
                  <a:pt x="266405" y="361217"/>
                </a:cubicBezTo>
                <a:cubicBezTo>
                  <a:pt x="266405" y="350921"/>
                  <a:pt x="258064" y="342574"/>
                  <a:pt x="247775" y="342574"/>
                </a:cubicBezTo>
                <a:cubicBezTo>
                  <a:pt x="237487" y="342574"/>
                  <a:pt x="229146" y="350921"/>
                  <a:pt x="229146" y="361217"/>
                </a:cubicBezTo>
                <a:close/>
                <a:moveTo>
                  <a:pt x="229146" y="292703"/>
                </a:moveTo>
                <a:cubicBezTo>
                  <a:pt x="229146" y="302999"/>
                  <a:pt x="237487" y="311346"/>
                  <a:pt x="247775" y="311346"/>
                </a:cubicBezTo>
                <a:cubicBezTo>
                  <a:pt x="258064" y="311346"/>
                  <a:pt x="266405" y="302999"/>
                  <a:pt x="266405" y="292703"/>
                </a:cubicBezTo>
                <a:cubicBezTo>
                  <a:pt x="266405" y="282407"/>
                  <a:pt x="258064" y="274059"/>
                  <a:pt x="247775" y="274059"/>
                </a:cubicBezTo>
                <a:cubicBezTo>
                  <a:pt x="237487" y="274059"/>
                  <a:pt x="229146" y="282407"/>
                  <a:pt x="229146" y="292703"/>
                </a:cubicBezTo>
                <a:close/>
                <a:moveTo>
                  <a:pt x="229146" y="224187"/>
                </a:moveTo>
                <a:cubicBezTo>
                  <a:pt x="229146" y="234483"/>
                  <a:pt x="237487" y="242831"/>
                  <a:pt x="247775" y="242831"/>
                </a:cubicBezTo>
                <a:cubicBezTo>
                  <a:pt x="258064" y="242831"/>
                  <a:pt x="266405" y="234483"/>
                  <a:pt x="266405" y="224187"/>
                </a:cubicBezTo>
                <a:cubicBezTo>
                  <a:pt x="266405" y="213891"/>
                  <a:pt x="258064" y="205544"/>
                  <a:pt x="247775" y="205544"/>
                </a:cubicBezTo>
                <a:cubicBezTo>
                  <a:pt x="237487" y="205544"/>
                  <a:pt x="229146" y="213891"/>
                  <a:pt x="229146" y="224187"/>
                </a:cubicBezTo>
                <a:close/>
                <a:moveTo>
                  <a:pt x="229146" y="155673"/>
                </a:moveTo>
                <a:cubicBezTo>
                  <a:pt x="229146" y="165969"/>
                  <a:pt x="237487" y="174316"/>
                  <a:pt x="247775" y="174316"/>
                </a:cubicBezTo>
                <a:cubicBezTo>
                  <a:pt x="258064" y="174316"/>
                  <a:pt x="266405" y="165969"/>
                  <a:pt x="266405" y="155673"/>
                </a:cubicBezTo>
                <a:cubicBezTo>
                  <a:pt x="266405" y="145377"/>
                  <a:pt x="258064" y="137029"/>
                  <a:pt x="247775" y="137029"/>
                </a:cubicBezTo>
                <a:cubicBezTo>
                  <a:pt x="237487" y="137029"/>
                  <a:pt x="229146" y="145377"/>
                  <a:pt x="229146" y="155673"/>
                </a:cubicBezTo>
                <a:close/>
                <a:moveTo>
                  <a:pt x="229146" y="87158"/>
                </a:moveTo>
                <a:cubicBezTo>
                  <a:pt x="229146" y="97454"/>
                  <a:pt x="237487" y="105802"/>
                  <a:pt x="247775" y="105802"/>
                </a:cubicBezTo>
                <a:cubicBezTo>
                  <a:pt x="258064" y="105802"/>
                  <a:pt x="266405" y="97454"/>
                  <a:pt x="266405" y="87158"/>
                </a:cubicBezTo>
                <a:cubicBezTo>
                  <a:pt x="266405" y="76862"/>
                  <a:pt x="258064" y="68515"/>
                  <a:pt x="247775" y="68515"/>
                </a:cubicBezTo>
                <a:cubicBezTo>
                  <a:pt x="237486" y="68515"/>
                  <a:pt x="229146" y="76862"/>
                  <a:pt x="229146" y="87158"/>
                </a:cubicBezTo>
                <a:close/>
                <a:moveTo>
                  <a:pt x="229146" y="18643"/>
                </a:moveTo>
                <a:cubicBezTo>
                  <a:pt x="229146" y="28940"/>
                  <a:pt x="237486" y="37287"/>
                  <a:pt x="247775" y="37287"/>
                </a:cubicBezTo>
                <a:cubicBezTo>
                  <a:pt x="258064" y="37287"/>
                  <a:pt x="266405" y="28940"/>
                  <a:pt x="266405" y="18643"/>
                </a:cubicBezTo>
                <a:cubicBezTo>
                  <a:pt x="266405" y="8347"/>
                  <a:pt x="258064" y="0"/>
                  <a:pt x="247775" y="0"/>
                </a:cubicBezTo>
                <a:cubicBezTo>
                  <a:pt x="237486" y="0"/>
                  <a:pt x="229146" y="8347"/>
                  <a:pt x="229146" y="18643"/>
                </a:cubicBezTo>
                <a:close/>
                <a:moveTo>
                  <a:pt x="152765" y="1047124"/>
                </a:moveTo>
                <a:cubicBezTo>
                  <a:pt x="152765" y="1057421"/>
                  <a:pt x="161106" y="1065768"/>
                  <a:pt x="171395" y="1065768"/>
                </a:cubicBezTo>
                <a:cubicBezTo>
                  <a:pt x="181684" y="1065768"/>
                  <a:pt x="190024" y="1057421"/>
                  <a:pt x="190024" y="1047124"/>
                </a:cubicBezTo>
                <a:cubicBezTo>
                  <a:pt x="190024" y="1036828"/>
                  <a:pt x="181684" y="1028481"/>
                  <a:pt x="171395" y="1028481"/>
                </a:cubicBezTo>
                <a:cubicBezTo>
                  <a:pt x="161106" y="1028481"/>
                  <a:pt x="152765" y="1036828"/>
                  <a:pt x="152765" y="1047124"/>
                </a:cubicBezTo>
                <a:close/>
                <a:moveTo>
                  <a:pt x="152765" y="978610"/>
                </a:moveTo>
                <a:cubicBezTo>
                  <a:pt x="152765" y="988906"/>
                  <a:pt x="161106" y="997253"/>
                  <a:pt x="171395" y="997253"/>
                </a:cubicBezTo>
                <a:cubicBezTo>
                  <a:pt x="181684" y="997253"/>
                  <a:pt x="190024" y="988906"/>
                  <a:pt x="190024" y="978610"/>
                </a:cubicBezTo>
                <a:cubicBezTo>
                  <a:pt x="190024" y="968314"/>
                  <a:pt x="181684" y="959966"/>
                  <a:pt x="171395" y="959966"/>
                </a:cubicBezTo>
                <a:cubicBezTo>
                  <a:pt x="161106" y="959966"/>
                  <a:pt x="152765" y="968314"/>
                  <a:pt x="152765" y="978610"/>
                </a:cubicBezTo>
                <a:close/>
                <a:moveTo>
                  <a:pt x="152765" y="910095"/>
                </a:moveTo>
                <a:cubicBezTo>
                  <a:pt x="152765" y="920391"/>
                  <a:pt x="161106" y="928739"/>
                  <a:pt x="171395" y="928739"/>
                </a:cubicBezTo>
                <a:cubicBezTo>
                  <a:pt x="181684" y="928739"/>
                  <a:pt x="190024" y="920391"/>
                  <a:pt x="190024" y="910095"/>
                </a:cubicBezTo>
                <a:cubicBezTo>
                  <a:pt x="190024" y="899799"/>
                  <a:pt x="181684" y="891452"/>
                  <a:pt x="171395" y="891452"/>
                </a:cubicBezTo>
                <a:cubicBezTo>
                  <a:pt x="161106" y="891452"/>
                  <a:pt x="152765" y="899799"/>
                  <a:pt x="152765" y="910095"/>
                </a:cubicBezTo>
                <a:close/>
                <a:moveTo>
                  <a:pt x="152765" y="841581"/>
                </a:moveTo>
                <a:cubicBezTo>
                  <a:pt x="152765" y="851877"/>
                  <a:pt x="161106" y="860224"/>
                  <a:pt x="171395" y="860224"/>
                </a:cubicBezTo>
                <a:cubicBezTo>
                  <a:pt x="181684" y="860224"/>
                  <a:pt x="190024" y="851877"/>
                  <a:pt x="190024" y="841581"/>
                </a:cubicBezTo>
                <a:cubicBezTo>
                  <a:pt x="190024" y="831285"/>
                  <a:pt x="181684" y="822937"/>
                  <a:pt x="171395" y="822937"/>
                </a:cubicBezTo>
                <a:cubicBezTo>
                  <a:pt x="161106" y="822937"/>
                  <a:pt x="152765" y="831285"/>
                  <a:pt x="152765" y="841581"/>
                </a:cubicBezTo>
                <a:close/>
                <a:moveTo>
                  <a:pt x="152765" y="773065"/>
                </a:moveTo>
                <a:cubicBezTo>
                  <a:pt x="152765" y="783361"/>
                  <a:pt x="161106" y="791709"/>
                  <a:pt x="171395" y="791709"/>
                </a:cubicBezTo>
                <a:cubicBezTo>
                  <a:pt x="181684" y="791709"/>
                  <a:pt x="190024" y="783361"/>
                  <a:pt x="190024" y="773065"/>
                </a:cubicBezTo>
                <a:cubicBezTo>
                  <a:pt x="190024" y="762769"/>
                  <a:pt x="181684" y="754422"/>
                  <a:pt x="171395" y="754422"/>
                </a:cubicBezTo>
                <a:cubicBezTo>
                  <a:pt x="161106" y="754422"/>
                  <a:pt x="152765" y="762769"/>
                  <a:pt x="152765" y="773065"/>
                </a:cubicBezTo>
                <a:close/>
                <a:moveTo>
                  <a:pt x="152765" y="704551"/>
                </a:moveTo>
                <a:cubicBezTo>
                  <a:pt x="152765" y="714847"/>
                  <a:pt x="161106" y="723194"/>
                  <a:pt x="171395" y="723194"/>
                </a:cubicBezTo>
                <a:cubicBezTo>
                  <a:pt x="181684" y="723194"/>
                  <a:pt x="190024" y="714847"/>
                  <a:pt x="190024" y="704551"/>
                </a:cubicBezTo>
                <a:cubicBezTo>
                  <a:pt x="190024" y="694255"/>
                  <a:pt x="181684" y="685907"/>
                  <a:pt x="171395" y="685907"/>
                </a:cubicBezTo>
                <a:cubicBezTo>
                  <a:pt x="161106" y="685907"/>
                  <a:pt x="152765" y="694255"/>
                  <a:pt x="152765" y="704551"/>
                </a:cubicBezTo>
                <a:close/>
                <a:moveTo>
                  <a:pt x="152765" y="636036"/>
                </a:moveTo>
                <a:cubicBezTo>
                  <a:pt x="152765" y="646332"/>
                  <a:pt x="161106" y="654679"/>
                  <a:pt x="171395" y="654679"/>
                </a:cubicBezTo>
                <a:cubicBezTo>
                  <a:pt x="181684" y="654679"/>
                  <a:pt x="190024" y="646332"/>
                  <a:pt x="190024" y="636036"/>
                </a:cubicBezTo>
                <a:cubicBezTo>
                  <a:pt x="190024" y="625740"/>
                  <a:pt x="181684" y="617393"/>
                  <a:pt x="171395" y="617393"/>
                </a:cubicBezTo>
                <a:cubicBezTo>
                  <a:pt x="161106" y="617393"/>
                  <a:pt x="152765" y="625740"/>
                  <a:pt x="152765" y="636036"/>
                </a:cubicBezTo>
                <a:close/>
                <a:moveTo>
                  <a:pt x="152765" y="567521"/>
                </a:moveTo>
                <a:cubicBezTo>
                  <a:pt x="152765" y="577818"/>
                  <a:pt x="161106" y="586165"/>
                  <a:pt x="171395" y="586165"/>
                </a:cubicBezTo>
                <a:cubicBezTo>
                  <a:pt x="181684" y="586165"/>
                  <a:pt x="190024" y="577818"/>
                  <a:pt x="190024" y="567521"/>
                </a:cubicBezTo>
                <a:cubicBezTo>
                  <a:pt x="190024" y="557225"/>
                  <a:pt x="181684" y="548878"/>
                  <a:pt x="171395" y="548878"/>
                </a:cubicBezTo>
                <a:cubicBezTo>
                  <a:pt x="161106" y="548878"/>
                  <a:pt x="152765" y="557225"/>
                  <a:pt x="152765" y="567521"/>
                </a:cubicBezTo>
                <a:close/>
                <a:moveTo>
                  <a:pt x="152764" y="498246"/>
                </a:moveTo>
                <a:cubicBezTo>
                  <a:pt x="152764" y="508543"/>
                  <a:pt x="161105" y="516890"/>
                  <a:pt x="171394" y="516890"/>
                </a:cubicBezTo>
                <a:cubicBezTo>
                  <a:pt x="181683" y="516890"/>
                  <a:pt x="190023" y="508543"/>
                  <a:pt x="190023" y="498246"/>
                </a:cubicBezTo>
                <a:cubicBezTo>
                  <a:pt x="190023" y="487950"/>
                  <a:pt x="181683" y="479603"/>
                  <a:pt x="171394" y="479603"/>
                </a:cubicBezTo>
                <a:cubicBezTo>
                  <a:pt x="161105" y="479603"/>
                  <a:pt x="152764" y="487950"/>
                  <a:pt x="152764" y="498246"/>
                </a:cubicBezTo>
                <a:close/>
                <a:moveTo>
                  <a:pt x="152764" y="429732"/>
                </a:moveTo>
                <a:cubicBezTo>
                  <a:pt x="152764" y="440028"/>
                  <a:pt x="161105" y="448375"/>
                  <a:pt x="171394" y="448375"/>
                </a:cubicBezTo>
                <a:cubicBezTo>
                  <a:pt x="181683" y="448375"/>
                  <a:pt x="190023" y="440028"/>
                  <a:pt x="190023" y="429732"/>
                </a:cubicBezTo>
                <a:cubicBezTo>
                  <a:pt x="190023" y="419436"/>
                  <a:pt x="181683" y="411088"/>
                  <a:pt x="171394" y="411088"/>
                </a:cubicBezTo>
                <a:cubicBezTo>
                  <a:pt x="161105" y="411088"/>
                  <a:pt x="152764" y="419436"/>
                  <a:pt x="152764" y="429732"/>
                </a:cubicBezTo>
                <a:close/>
                <a:moveTo>
                  <a:pt x="152764" y="361217"/>
                </a:moveTo>
                <a:cubicBezTo>
                  <a:pt x="152764" y="371513"/>
                  <a:pt x="161105" y="379861"/>
                  <a:pt x="171394" y="379861"/>
                </a:cubicBezTo>
                <a:cubicBezTo>
                  <a:pt x="181683" y="379861"/>
                  <a:pt x="190023" y="371513"/>
                  <a:pt x="190023" y="361217"/>
                </a:cubicBezTo>
                <a:cubicBezTo>
                  <a:pt x="190023" y="350921"/>
                  <a:pt x="181683" y="342574"/>
                  <a:pt x="171394" y="342574"/>
                </a:cubicBezTo>
                <a:cubicBezTo>
                  <a:pt x="161105" y="342574"/>
                  <a:pt x="152764" y="350921"/>
                  <a:pt x="152764" y="361217"/>
                </a:cubicBezTo>
                <a:close/>
                <a:moveTo>
                  <a:pt x="152764" y="292703"/>
                </a:moveTo>
                <a:cubicBezTo>
                  <a:pt x="152764" y="302999"/>
                  <a:pt x="161105" y="311346"/>
                  <a:pt x="171394" y="311346"/>
                </a:cubicBezTo>
                <a:cubicBezTo>
                  <a:pt x="181683" y="311346"/>
                  <a:pt x="190023" y="302999"/>
                  <a:pt x="190023" y="292703"/>
                </a:cubicBezTo>
                <a:cubicBezTo>
                  <a:pt x="190023" y="282407"/>
                  <a:pt x="181683" y="274059"/>
                  <a:pt x="171394" y="274059"/>
                </a:cubicBezTo>
                <a:cubicBezTo>
                  <a:pt x="161105" y="274059"/>
                  <a:pt x="152764" y="282407"/>
                  <a:pt x="152764" y="292703"/>
                </a:cubicBezTo>
                <a:close/>
                <a:moveTo>
                  <a:pt x="152764" y="224187"/>
                </a:moveTo>
                <a:cubicBezTo>
                  <a:pt x="152764" y="234483"/>
                  <a:pt x="161105" y="242831"/>
                  <a:pt x="171394" y="242831"/>
                </a:cubicBezTo>
                <a:cubicBezTo>
                  <a:pt x="181683" y="242831"/>
                  <a:pt x="190023" y="234483"/>
                  <a:pt x="190023" y="224187"/>
                </a:cubicBezTo>
                <a:cubicBezTo>
                  <a:pt x="190023" y="213891"/>
                  <a:pt x="181683" y="205544"/>
                  <a:pt x="171394" y="205544"/>
                </a:cubicBezTo>
                <a:cubicBezTo>
                  <a:pt x="161105" y="205544"/>
                  <a:pt x="152764" y="213891"/>
                  <a:pt x="152764" y="224187"/>
                </a:cubicBezTo>
                <a:close/>
                <a:moveTo>
                  <a:pt x="152764" y="155673"/>
                </a:moveTo>
                <a:cubicBezTo>
                  <a:pt x="152764" y="165969"/>
                  <a:pt x="161105" y="174316"/>
                  <a:pt x="171394" y="174316"/>
                </a:cubicBezTo>
                <a:cubicBezTo>
                  <a:pt x="181683" y="174316"/>
                  <a:pt x="190023" y="165969"/>
                  <a:pt x="190023" y="155673"/>
                </a:cubicBezTo>
                <a:cubicBezTo>
                  <a:pt x="190023" y="145377"/>
                  <a:pt x="181683" y="137029"/>
                  <a:pt x="171394" y="137029"/>
                </a:cubicBezTo>
                <a:cubicBezTo>
                  <a:pt x="161105" y="137029"/>
                  <a:pt x="152764" y="145377"/>
                  <a:pt x="152764" y="155673"/>
                </a:cubicBezTo>
                <a:close/>
                <a:moveTo>
                  <a:pt x="152764" y="87158"/>
                </a:moveTo>
                <a:cubicBezTo>
                  <a:pt x="152764" y="97454"/>
                  <a:pt x="161105" y="105802"/>
                  <a:pt x="171394" y="105802"/>
                </a:cubicBezTo>
                <a:cubicBezTo>
                  <a:pt x="181683" y="105802"/>
                  <a:pt x="190023" y="97454"/>
                  <a:pt x="190023" y="87158"/>
                </a:cubicBezTo>
                <a:cubicBezTo>
                  <a:pt x="190023" y="76862"/>
                  <a:pt x="181682" y="68515"/>
                  <a:pt x="171394" y="68515"/>
                </a:cubicBezTo>
                <a:cubicBezTo>
                  <a:pt x="161105" y="68515"/>
                  <a:pt x="152764" y="76862"/>
                  <a:pt x="152764" y="87158"/>
                </a:cubicBezTo>
                <a:close/>
                <a:moveTo>
                  <a:pt x="152764" y="18643"/>
                </a:moveTo>
                <a:cubicBezTo>
                  <a:pt x="152764" y="28940"/>
                  <a:pt x="161105" y="37287"/>
                  <a:pt x="171394" y="37287"/>
                </a:cubicBezTo>
                <a:cubicBezTo>
                  <a:pt x="181682" y="37287"/>
                  <a:pt x="190023" y="28940"/>
                  <a:pt x="190023" y="18643"/>
                </a:cubicBezTo>
                <a:cubicBezTo>
                  <a:pt x="190023" y="8347"/>
                  <a:pt x="181682" y="0"/>
                  <a:pt x="171394" y="0"/>
                </a:cubicBezTo>
                <a:cubicBezTo>
                  <a:pt x="161105" y="0"/>
                  <a:pt x="152764" y="8347"/>
                  <a:pt x="152764" y="18643"/>
                </a:cubicBezTo>
                <a:close/>
                <a:moveTo>
                  <a:pt x="76383" y="1047124"/>
                </a:moveTo>
                <a:cubicBezTo>
                  <a:pt x="76383" y="1057421"/>
                  <a:pt x="84724" y="1065768"/>
                  <a:pt x="95012" y="1065768"/>
                </a:cubicBezTo>
                <a:cubicBezTo>
                  <a:pt x="105301" y="1065768"/>
                  <a:pt x="113642" y="1057421"/>
                  <a:pt x="113642" y="1047124"/>
                </a:cubicBezTo>
                <a:cubicBezTo>
                  <a:pt x="113642" y="1036828"/>
                  <a:pt x="105301" y="1028481"/>
                  <a:pt x="95012" y="1028481"/>
                </a:cubicBezTo>
                <a:cubicBezTo>
                  <a:pt x="84724" y="1028481"/>
                  <a:pt x="76383" y="1036828"/>
                  <a:pt x="76383" y="1047124"/>
                </a:cubicBezTo>
                <a:close/>
                <a:moveTo>
                  <a:pt x="76383" y="978610"/>
                </a:moveTo>
                <a:cubicBezTo>
                  <a:pt x="76383" y="988906"/>
                  <a:pt x="84724" y="997253"/>
                  <a:pt x="95012" y="997253"/>
                </a:cubicBezTo>
                <a:cubicBezTo>
                  <a:pt x="105301" y="997253"/>
                  <a:pt x="113642" y="988906"/>
                  <a:pt x="113642" y="978610"/>
                </a:cubicBezTo>
                <a:cubicBezTo>
                  <a:pt x="113642" y="968314"/>
                  <a:pt x="105301" y="959966"/>
                  <a:pt x="95012" y="959966"/>
                </a:cubicBezTo>
                <a:cubicBezTo>
                  <a:pt x="84724" y="959966"/>
                  <a:pt x="76383" y="968314"/>
                  <a:pt x="76383" y="978610"/>
                </a:cubicBezTo>
                <a:close/>
                <a:moveTo>
                  <a:pt x="76383" y="910095"/>
                </a:moveTo>
                <a:cubicBezTo>
                  <a:pt x="76383" y="920391"/>
                  <a:pt x="84724" y="928739"/>
                  <a:pt x="95012" y="928739"/>
                </a:cubicBezTo>
                <a:cubicBezTo>
                  <a:pt x="105301" y="928739"/>
                  <a:pt x="113642" y="920391"/>
                  <a:pt x="113642" y="910095"/>
                </a:cubicBezTo>
                <a:cubicBezTo>
                  <a:pt x="113642" y="899799"/>
                  <a:pt x="105301" y="891452"/>
                  <a:pt x="95012" y="891452"/>
                </a:cubicBezTo>
                <a:cubicBezTo>
                  <a:pt x="84724" y="891452"/>
                  <a:pt x="76383" y="899799"/>
                  <a:pt x="76383" y="910095"/>
                </a:cubicBezTo>
                <a:close/>
                <a:moveTo>
                  <a:pt x="76383" y="841581"/>
                </a:moveTo>
                <a:cubicBezTo>
                  <a:pt x="76383" y="851877"/>
                  <a:pt x="84724" y="860224"/>
                  <a:pt x="95012" y="860224"/>
                </a:cubicBezTo>
                <a:cubicBezTo>
                  <a:pt x="105301" y="860224"/>
                  <a:pt x="113642" y="851877"/>
                  <a:pt x="113642" y="841581"/>
                </a:cubicBezTo>
                <a:cubicBezTo>
                  <a:pt x="113642" y="831285"/>
                  <a:pt x="105301" y="822937"/>
                  <a:pt x="95012" y="822937"/>
                </a:cubicBezTo>
                <a:cubicBezTo>
                  <a:pt x="84724" y="822937"/>
                  <a:pt x="76383" y="831285"/>
                  <a:pt x="76383" y="841581"/>
                </a:cubicBezTo>
                <a:close/>
                <a:moveTo>
                  <a:pt x="76383" y="773065"/>
                </a:moveTo>
                <a:cubicBezTo>
                  <a:pt x="76383" y="783361"/>
                  <a:pt x="84724" y="791709"/>
                  <a:pt x="95012" y="791709"/>
                </a:cubicBezTo>
                <a:cubicBezTo>
                  <a:pt x="105301" y="791709"/>
                  <a:pt x="113642" y="783361"/>
                  <a:pt x="113642" y="773065"/>
                </a:cubicBezTo>
                <a:cubicBezTo>
                  <a:pt x="113642" y="762769"/>
                  <a:pt x="105301" y="754422"/>
                  <a:pt x="95012" y="754422"/>
                </a:cubicBezTo>
                <a:cubicBezTo>
                  <a:pt x="84724" y="754422"/>
                  <a:pt x="76383" y="762769"/>
                  <a:pt x="76383" y="773065"/>
                </a:cubicBezTo>
                <a:close/>
                <a:moveTo>
                  <a:pt x="76383" y="704551"/>
                </a:moveTo>
                <a:cubicBezTo>
                  <a:pt x="76383" y="714847"/>
                  <a:pt x="84724" y="723194"/>
                  <a:pt x="95012" y="723194"/>
                </a:cubicBezTo>
                <a:cubicBezTo>
                  <a:pt x="105301" y="723194"/>
                  <a:pt x="113642" y="714847"/>
                  <a:pt x="113642" y="704551"/>
                </a:cubicBezTo>
                <a:cubicBezTo>
                  <a:pt x="113642" y="694255"/>
                  <a:pt x="105301" y="685907"/>
                  <a:pt x="95012" y="685907"/>
                </a:cubicBezTo>
                <a:cubicBezTo>
                  <a:pt x="84724" y="685907"/>
                  <a:pt x="76383" y="694255"/>
                  <a:pt x="76383" y="704551"/>
                </a:cubicBezTo>
                <a:close/>
                <a:moveTo>
                  <a:pt x="76383" y="636036"/>
                </a:moveTo>
                <a:cubicBezTo>
                  <a:pt x="76383" y="646332"/>
                  <a:pt x="84724" y="654679"/>
                  <a:pt x="95012" y="654679"/>
                </a:cubicBezTo>
                <a:cubicBezTo>
                  <a:pt x="105301" y="654679"/>
                  <a:pt x="113642" y="646332"/>
                  <a:pt x="113642" y="636036"/>
                </a:cubicBezTo>
                <a:cubicBezTo>
                  <a:pt x="113642" y="625740"/>
                  <a:pt x="105301" y="617393"/>
                  <a:pt x="95012" y="617393"/>
                </a:cubicBezTo>
                <a:cubicBezTo>
                  <a:pt x="84724" y="617393"/>
                  <a:pt x="76383" y="625740"/>
                  <a:pt x="76383" y="636036"/>
                </a:cubicBezTo>
                <a:close/>
                <a:moveTo>
                  <a:pt x="76383" y="567521"/>
                </a:moveTo>
                <a:cubicBezTo>
                  <a:pt x="76383" y="577818"/>
                  <a:pt x="84724" y="586165"/>
                  <a:pt x="95012" y="586165"/>
                </a:cubicBezTo>
                <a:cubicBezTo>
                  <a:pt x="105301" y="586165"/>
                  <a:pt x="113642" y="577818"/>
                  <a:pt x="113642" y="567521"/>
                </a:cubicBezTo>
                <a:cubicBezTo>
                  <a:pt x="113642" y="557225"/>
                  <a:pt x="105301" y="548878"/>
                  <a:pt x="95012" y="548878"/>
                </a:cubicBezTo>
                <a:cubicBezTo>
                  <a:pt x="84724" y="548878"/>
                  <a:pt x="76383" y="557225"/>
                  <a:pt x="76383" y="567521"/>
                </a:cubicBezTo>
                <a:close/>
                <a:moveTo>
                  <a:pt x="76382" y="498246"/>
                </a:moveTo>
                <a:cubicBezTo>
                  <a:pt x="76382" y="508543"/>
                  <a:pt x="84723" y="516890"/>
                  <a:pt x="95011" y="516890"/>
                </a:cubicBezTo>
                <a:cubicBezTo>
                  <a:pt x="105300" y="516890"/>
                  <a:pt x="113641" y="508543"/>
                  <a:pt x="113641" y="498246"/>
                </a:cubicBezTo>
                <a:cubicBezTo>
                  <a:pt x="113641" y="487950"/>
                  <a:pt x="105300" y="479603"/>
                  <a:pt x="95011" y="479603"/>
                </a:cubicBezTo>
                <a:cubicBezTo>
                  <a:pt x="84723" y="479603"/>
                  <a:pt x="76382" y="487950"/>
                  <a:pt x="76382" y="498246"/>
                </a:cubicBezTo>
                <a:close/>
                <a:moveTo>
                  <a:pt x="76382" y="429732"/>
                </a:moveTo>
                <a:cubicBezTo>
                  <a:pt x="76382" y="440028"/>
                  <a:pt x="84723" y="448375"/>
                  <a:pt x="95011" y="448375"/>
                </a:cubicBezTo>
                <a:cubicBezTo>
                  <a:pt x="105300" y="448375"/>
                  <a:pt x="113641" y="440028"/>
                  <a:pt x="113641" y="429732"/>
                </a:cubicBezTo>
                <a:cubicBezTo>
                  <a:pt x="113641" y="419436"/>
                  <a:pt x="105300" y="411088"/>
                  <a:pt x="95011" y="411088"/>
                </a:cubicBezTo>
                <a:cubicBezTo>
                  <a:pt x="84723" y="411088"/>
                  <a:pt x="76382" y="419436"/>
                  <a:pt x="76382" y="429732"/>
                </a:cubicBezTo>
                <a:close/>
                <a:moveTo>
                  <a:pt x="76382" y="361217"/>
                </a:moveTo>
                <a:cubicBezTo>
                  <a:pt x="76382" y="371513"/>
                  <a:pt x="84723" y="379861"/>
                  <a:pt x="95011" y="379861"/>
                </a:cubicBezTo>
                <a:cubicBezTo>
                  <a:pt x="105300" y="379861"/>
                  <a:pt x="113641" y="371513"/>
                  <a:pt x="113641" y="361217"/>
                </a:cubicBezTo>
                <a:cubicBezTo>
                  <a:pt x="113641" y="350921"/>
                  <a:pt x="105300" y="342574"/>
                  <a:pt x="95011" y="342574"/>
                </a:cubicBezTo>
                <a:cubicBezTo>
                  <a:pt x="84723" y="342574"/>
                  <a:pt x="76382" y="350921"/>
                  <a:pt x="76382" y="361217"/>
                </a:cubicBezTo>
                <a:close/>
                <a:moveTo>
                  <a:pt x="76382" y="292703"/>
                </a:moveTo>
                <a:cubicBezTo>
                  <a:pt x="76382" y="302999"/>
                  <a:pt x="84723" y="311346"/>
                  <a:pt x="95011" y="311346"/>
                </a:cubicBezTo>
                <a:cubicBezTo>
                  <a:pt x="105300" y="311346"/>
                  <a:pt x="113641" y="302999"/>
                  <a:pt x="113641" y="292703"/>
                </a:cubicBezTo>
                <a:cubicBezTo>
                  <a:pt x="113641" y="282407"/>
                  <a:pt x="105300" y="274059"/>
                  <a:pt x="95011" y="274059"/>
                </a:cubicBezTo>
                <a:cubicBezTo>
                  <a:pt x="84723" y="274059"/>
                  <a:pt x="76382" y="282407"/>
                  <a:pt x="76382" y="292703"/>
                </a:cubicBezTo>
                <a:close/>
                <a:moveTo>
                  <a:pt x="76382" y="224187"/>
                </a:moveTo>
                <a:cubicBezTo>
                  <a:pt x="76382" y="234483"/>
                  <a:pt x="84723" y="242831"/>
                  <a:pt x="95011" y="242831"/>
                </a:cubicBezTo>
                <a:cubicBezTo>
                  <a:pt x="105300" y="242831"/>
                  <a:pt x="113641" y="234483"/>
                  <a:pt x="113641" y="224187"/>
                </a:cubicBezTo>
                <a:cubicBezTo>
                  <a:pt x="113641" y="213891"/>
                  <a:pt x="105300" y="205544"/>
                  <a:pt x="95011" y="205544"/>
                </a:cubicBezTo>
                <a:cubicBezTo>
                  <a:pt x="84723" y="205544"/>
                  <a:pt x="76382" y="213891"/>
                  <a:pt x="76382" y="224187"/>
                </a:cubicBezTo>
                <a:close/>
                <a:moveTo>
                  <a:pt x="76382" y="155673"/>
                </a:moveTo>
                <a:cubicBezTo>
                  <a:pt x="76382" y="165969"/>
                  <a:pt x="84723" y="174316"/>
                  <a:pt x="95011" y="174316"/>
                </a:cubicBezTo>
                <a:cubicBezTo>
                  <a:pt x="105300" y="174316"/>
                  <a:pt x="113641" y="165969"/>
                  <a:pt x="113641" y="155673"/>
                </a:cubicBezTo>
                <a:cubicBezTo>
                  <a:pt x="113641" y="145377"/>
                  <a:pt x="105300" y="137029"/>
                  <a:pt x="95011" y="137029"/>
                </a:cubicBezTo>
                <a:cubicBezTo>
                  <a:pt x="84723" y="137029"/>
                  <a:pt x="76382" y="145377"/>
                  <a:pt x="76382" y="155673"/>
                </a:cubicBezTo>
                <a:close/>
                <a:moveTo>
                  <a:pt x="76382" y="87158"/>
                </a:moveTo>
                <a:cubicBezTo>
                  <a:pt x="76382" y="97454"/>
                  <a:pt x="84723" y="105802"/>
                  <a:pt x="95011" y="105802"/>
                </a:cubicBezTo>
                <a:cubicBezTo>
                  <a:pt x="105300" y="105802"/>
                  <a:pt x="113641" y="97454"/>
                  <a:pt x="113641" y="87158"/>
                </a:cubicBezTo>
                <a:cubicBezTo>
                  <a:pt x="113641" y="76862"/>
                  <a:pt x="105300" y="68515"/>
                  <a:pt x="95011" y="68515"/>
                </a:cubicBezTo>
                <a:cubicBezTo>
                  <a:pt x="84722" y="68515"/>
                  <a:pt x="76382" y="76862"/>
                  <a:pt x="76382" y="87158"/>
                </a:cubicBezTo>
                <a:close/>
                <a:moveTo>
                  <a:pt x="76382" y="18643"/>
                </a:moveTo>
                <a:cubicBezTo>
                  <a:pt x="76382" y="28940"/>
                  <a:pt x="84722" y="37287"/>
                  <a:pt x="95011" y="37287"/>
                </a:cubicBezTo>
                <a:cubicBezTo>
                  <a:pt x="105300" y="37287"/>
                  <a:pt x="113641" y="28940"/>
                  <a:pt x="113641" y="18643"/>
                </a:cubicBezTo>
                <a:cubicBezTo>
                  <a:pt x="113641" y="8347"/>
                  <a:pt x="105300" y="0"/>
                  <a:pt x="95011" y="0"/>
                </a:cubicBezTo>
                <a:cubicBezTo>
                  <a:pt x="84722" y="0"/>
                  <a:pt x="76382" y="8347"/>
                  <a:pt x="76382" y="18643"/>
                </a:cubicBezTo>
                <a:close/>
                <a:moveTo>
                  <a:pt x="1" y="1047125"/>
                </a:moveTo>
                <a:cubicBezTo>
                  <a:pt x="1" y="1057421"/>
                  <a:pt x="8342" y="1065768"/>
                  <a:pt x="18631" y="1065768"/>
                </a:cubicBezTo>
                <a:cubicBezTo>
                  <a:pt x="28920" y="1065768"/>
                  <a:pt x="37260" y="1057421"/>
                  <a:pt x="37260" y="1047124"/>
                </a:cubicBezTo>
                <a:cubicBezTo>
                  <a:pt x="37260" y="1036828"/>
                  <a:pt x="28920" y="1028481"/>
                  <a:pt x="18631" y="1028481"/>
                </a:cubicBezTo>
                <a:cubicBezTo>
                  <a:pt x="8342" y="1028481"/>
                  <a:pt x="1" y="1036829"/>
                  <a:pt x="1" y="1047125"/>
                </a:cubicBezTo>
                <a:close/>
                <a:moveTo>
                  <a:pt x="1" y="978610"/>
                </a:moveTo>
                <a:cubicBezTo>
                  <a:pt x="1" y="988906"/>
                  <a:pt x="8342" y="997253"/>
                  <a:pt x="18631" y="997253"/>
                </a:cubicBezTo>
                <a:cubicBezTo>
                  <a:pt x="28920" y="997253"/>
                  <a:pt x="37260" y="988906"/>
                  <a:pt x="37260" y="978610"/>
                </a:cubicBezTo>
                <a:cubicBezTo>
                  <a:pt x="37260" y="968314"/>
                  <a:pt x="28920" y="959966"/>
                  <a:pt x="18631" y="959967"/>
                </a:cubicBezTo>
                <a:cubicBezTo>
                  <a:pt x="8342" y="959967"/>
                  <a:pt x="1" y="968314"/>
                  <a:pt x="1" y="978610"/>
                </a:cubicBezTo>
                <a:close/>
                <a:moveTo>
                  <a:pt x="1" y="910095"/>
                </a:moveTo>
                <a:cubicBezTo>
                  <a:pt x="1" y="920392"/>
                  <a:pt x="8342" y="928739"/>
                  <a:pt x="18631" y="928739"/>
                </a:cubicBezTo>
                <a:cubicBezTo>
                  <a:pt x="28920" y="928739"/>
                  <a:pt x="37260" y="920391"/>
                  <a:pt x="37260" y="910095"/>
                </a:cubicBezTo>
                <a:cubicBezTo>
                  <a:pt x="37260" y="899799"/>
                  <a:pt x="28920" y="891452"/>
                  <a:pt x="18631" y="891452"/>
                </a:cubicBezTo>
                <a:cubicBezTo>
                  <a:pt x="8342" y="891452"/>
                  <a:pt x="1" y="899799"/>
                  <a:pt x="1" y="910095"/>
                </a:cubicBezTo>
                <a:close/>
                <a:moveTo>
                  <a:pt x="1" y="841581"/>
                </a:moveTo>
                <a:cubicBezTo>
                  <a:pt x="1" y="851877"/>
                  <a:pt x="8342" y="860224"/>
                  <a:pt x="18631" y="860224"/>
                </a:cubicBezTo>
                <a:cubicBezTo>
                  <a:pt x="28920" y="860224"/>
                  <a:pt x="37260" y="851877"/>
                  <a:pt x="37260" y="841581"/>
                </a:cubicBezTo>
                <a:cubicBezTo>
                  <a:pt x="37260" y="831285"/>
                  <a:pt x="28920" y="822937"/>
                  <a:pt x="18631" y="822937"/>
                </a:cubicBezTo>
                <a:cubicBezTo>
                  <a:pt x="8342" y="822937"/>
                  <a:pt x="1" y="831285"/>
                  <a:pt x="1" y="841581"/>
                </a:cubicBezTo>
                <a:close/>
                <a:moveTo>
                  <a:pt x="1" y="773065"/>
                </a:moveTo>
                <a:cubicBezTo>
                  <a:pt x="1" y="783361"/>
                  <a:pt x="8342" y="791709"/>
                  <a:pt x="18631" y="791709"/>
                </a:cubicBezTo>
                <a:cubicBezTo>
                  <a:pt x="28920" y="791709"/>
                  <a:pt x="37260" y="783361"/>
                  <a:pt x="37260" y="773065"/>
                </a:cubicBezTo>
                <a:cubicBezTo>
                  <a:pt x="37260" y="762769"/>
                  <a:pt x="28920" y="754422"/>
                  <a:pt x="18631" y="754422"/>
                </a:cubicBezTo>
                <a:cubicBezTo>
                  <a:pt x="8342" y="754422"/>
                  <a:pt x="1" y="762769"/>
                  <a:pt x="1" y="773065"/>
                </a:cubicBezTo>
                <a:close/>
                <a:moveTo>
                  <a:pt x="1" y="704551"/>
                </a:moveTo>
                <a:cubicBezTo>
                  <a:pt x="1" y="714847"/>
                  <a:pt x="8342" y="723194"/>
                  <a:pt x="18631" y="723194"/>
                </a:cubicBezTo>
                <a:cubicBezTo>
                  <a:pt x="28920" y="723194"/>
                  <a:pt x="37260" y="714847"/>
                  <a:pt x="37260" y="704551"/>
                </a:cubicBezTo>
                <a:cubicBezTo>
                  <a:pt x="37260" y="694255"/>
                  <a:pt x="28920" y="685907"/>
                  <a:pt x="18631" y="685907"/>
                </a:cubicBezTo>
                <a:cubicBezTo>
                  <a:pt x="8342" y="685907"/>
                  <a:pt x="1" y="694255"/>
                  <a:pt x="1" y="704551"/>
                </a:cubicBezTo>
                <a:close/>
                <a:moveTo>
                  <a:pt x="1" y="636036"/>
                </a:moveTo>
                <a:cubicBezTo>
                  <a:pt x="1" y="646332"/>
                  <a:pt x="8342" y="654680"/>
                  <a:pt x="18631" y="654680"/>
                </a:cubicBezTo>
                <a:cubicBezTo>
                  <a:pt x="28920" y="654679"/>
                  <a:pt x="37260" y="646332"/>
                  <a:pt x="37260" y="636036"/>
                </a:cubicBezTo>
                <a:cubicBezTo>
                  <a:pt x="37260" y="625740"/>
                  <a:pt x="28920" y="617393"/>
                  <a:pt x="18631" y="617393"/>
                </a:cubicBezTo>
                <a:cubicBezTo>
                  <a:pt x="8342" y="617393"/>
                  <a:pt x="1" y="625740"/>
                  <a:pt x="1" y="636036"/>
                </a:cubicBezTo>
                <a:close/>
                <a:moveTo>
                  <a:pt x="1" y="567522"/>
                </a:moveTo>
                <a:cubicBezTo>
                  <a:pt x="1" y="577818"/>
                  <a:pt x="8342" y="586165"/>
                  <a:pt x="18631" y="586165"/>
                </a:cubicBezTo>
                <a:cubicBezTo>
                  <a:pt x="28920" y="586165"/>
                  <a:pt x="37260" y="577818"/>
                  <a:pt x="37260" y="567521"/>
                </a:cubicBezTo>
                <a:cubicBezTo>
                  <a:pt x="37260" y="557225"/>
                  <a:pt x="28920" y="548878"/>
                  <a:pt x="18631" y="548878"/>
                </a:cubicBezTo>
                <a:cubicBezTo>
                  <a:pt x="8342" y="548878"/>
                  <a:pt x="1" y="557225"/>
                  <a:pt x="1" y="567522"/>
                </a:cubicBezTo>
                <a:close/>
                <a:moveTo>
                  <a:pt x="0" y="498246"/>
                </a:moveTo>
                <a:cubicBezTo>
                  <a:pt x="0" y="508543"/>
                  <a:pt x="8341" y="516890"/>
                  <a:pt x="18630" y="516890"/>
                </a:cubicBezTo>
                <a:cubicBezTo>
                  <a:pt x="28919" y="516890"/>
                  <a:pt x="37259" y="508543"/>
                  <a:pt x="37259" y="498246"/>
                </a:cubicBezTo>
                <a:cubicBezTo>
                  <a:pt x="37259" y="487950"/>
                  <a:pt x="28919" y="479603"/>
                  <a:pt x="18630" y="479603"/>
                </a:cubicBezTo>
                <a:cubicBezTo>
                  <a:pt x="8341" y="479603"/>
                  <a:pt x="0" y="487950"/>
                  <a:pt x="0" y="498246"/>
                </a:cubicBezTo>
                <a:close/>
                <a:moveTo>
                  <a:pt x="0" y="429732"/>
                </a:moveTo>
                <a:cubicBezTo>
                  <a:pt x="0" y="440028"/>
                  <a:pt x="8341" y="448375"/>
                  <a:pt x="18630" y="448375"/>
                </a:cubicBezTo>
                <a:cubicBezTo>
                  <a:pt x="28919" y="448375"/>
                  <a:pt x="37259" y="440028"/>
                  <a:pt x="37259" y="429732"/>
                </a:cubicBezTo>
                <a:cubicBezTo>
                  <a:pt x="37259" y="419436"/>
                  <a:pt x="28919" y="411088"/>
                  <a:pt x="18630" y="411088"/>
                </a:cubicBezTo>
                <a:cubicBezTo>
                  <a:pt x="8341" y="411088"/>
                  <a:pt x="0" y="419436"/>
                  <a:pt x="0" y="429732"/>
                </a:cubicBezTo>
                <a:close/>
                <a:moveTo>
                  <a:pt x="0" y="361217"/>
                </a:moveTo>
                <a:cubicBezTo>
                  <a:pt x="0" y="371513"/>
                  <a:pt x="8341" y="379861"/>
                  <a:pt x="18630" y="379861"/>
                </a:cubicBezTo>
                <a:cubicBezTo>
                  <a:pt x="28919" y="379861"/>
                  <a:pt x="37259" y="371513"/>
                  <a:pt x="37259" y="361217"/>
                </a:cubicBezTo>
                <a:cubicBezTo>
                  <a:pt x="37259" y="350921"/>
                  <a:pt x="28919" y="342574"/>
                  <a:pt x="18630" y="342574"/>
                </a:cubicBezTo>
                <a:cubicBezTo>
                  <a:pt x="8341" y="342574"/>
                  <a:pt x="0" y="350921"/>
                  <a:pt x="0" y="361217"/>
                </a:cubicBezTo>
                <a:close/>
                <a:moveTo>
                  <a:pt x="0" y="292703"/>
                </a:moveTo>
                <a:cubicBezTo>
                  <a:pt x="0" y="302999"/>
                  <a:pt x="8341" y="311346"/>
                  <a:pt x="18630" y="311346"/>
                </a:cubicBezTo>
                <a:cubicBezTo>
                  <a:pt x="28919" y="311346"/>
                  <a:pt x="37259" y="302999"/>
                  <a:pt x="37259" y="292703"/>
                </a:cubicBezTo>
                <a:cubicBezTo>
                  <a:pt x="37259" y="282407"/>
                  <a:pt x="28919" y="274059"/>
                  <a:pt x="18630" y="274059"/>
                </a:cubicBezTo>
                <a:cubicBezTo>
                  <a:pt x="8341" y="274059"/>
                  <a:pt x="0" y="282407"/>
                  <a:pt x="0" y="292703"/>
                </a:cubicBezTo>
                <a:close/>
                <a:moveTo>
                  <a:pt x="0" y="224187"/>
                </a:moveTo>
                <a:cubicBezTo>
                  <a:pt x="0" y="234483"/>
                  <a:pt x="8341" y="242831"/>
                  <a:pt x="18630" y="242831"/>
                </a:cubicBezTo>
                <a:cubicBezTo>
                  <a:pt x="28919" y="242831"/>
                  <a:pt x="37259" y="234483"/>
                  <a:pt x="37259" y="224187"/>
                </a:cubicBezTo>
                <a:cubicBezTo>
                  <a:pt x="37259" y="213891"/>
                  <a:pt x="28919" y="205544"/>
                  <a:pt x="18630" y="205544"/>
                </a:cubicBezTo>
                <a:cubicBezTo>
                  <a:pt x="8341" y="205544"/>
                  <a:pt x="0" y="213891"/>
                  <a:pt x="0" y="224187"/>
                </a:cubicBezTo>
                <a:close/>
                <a:moveTo>
                  <a:pt x="0" y="155673"/>
                </a:moveTo>
                <a:cubicBezTo>
                  <a:pt x="0" y="165969"/>
                  <a:pt x="8341" y="174316"/>
                  <a:pt x="18630" y="174316"/>
                </a:cubicBezTo>
                <a:cubicBezTo>
                  <a:pt x="28919" y="174316"/>
                  <a:pt x="37259" y="165969"/>
                  <a:pt x="37259" y="155673"/>
                </a:cubicBezTo>
                <a:cubicBezTo>
                  <a:pt x="37259" y="145377"/>
                  <a:pt x="28919" y="137029"/>
                  <a:pt x="18630" y="137029"/>
                </a:cubicBezTo>
                <a:cubicBezTo>
                  <a:pt x="8341" y="137029"/>
                  <a:pt x="0" y="145377"/>
                  <a:pt x="0" y="155673"/>
                </a:cubicBezTo>
                <a:close/>
                <a:moveTo>
                  <a:pt x="0" y="87158"/>
                </a:moveTo>
                <a:cubicBezTo>
                  <a:pt x="0" y="97454"/>
                  <a:pt x="8341" y="105802"/>
                  <a:pt x="18630" y="105802"/>
                </a:cubicBezTo>
                <a:cubicBezTo>
                  <a:pt x="28919" y="105802"/>
                  <a:pt x="37259" y="97454"/>
                  <a:pt x="37259" y="87158"/>
                </a:cubicBezTo>
                <a:cubicBezTo>
                  <a:pt x="37259" y="76862"/>
                  <a:pt x="28918" y="68515"/>
                  <a:pt x="18630" y="68515"/>
                </a:cubicBezTo>
                <a:cubicBezTo>
                  <a:pt x="8341" y="68515"/>
                  <a:pt x="0" y="76862"/>
                  <a:pt x="0" y="87158"/>
                </a:cubicBezTo>
                <a:close/>
                <a:moveTo>
                  <a:pt x="0" y="18643"/>
                </a:moveTo>
                <a:cubicBezTo>
                  <a:pt x="0" y="28940"/>
                  <a:pt x="8341" y="37287"/>
                  <a:pt x="18630" y="37287"/>
                </a:cubicBezTo>
                <a:cubicBezTo>
                  <a:pt x="28918" y="37287"/>
                  <a:pt x="37259" y="28940"/>
                  <a:pt x="37259" y="18643"/>
                </a:cubicBezTo>
                <a:cubicBezTo>
                  <a:pt x="37259" y="8347"/>
                  <a:pt x="28918" y="0"/>
                  <a:pt x="18630" y="0"/>
                </a:cubicBezTo>
                <a:cubicBezTo>
                  <a:pt x="8341" y="0"/>
                  <a:pt x="0" y="8347"/>
                  <a:pt x="0" y="18643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98718">
                <a:schemeClr val="bg2">
                  <a:lumMod val="90000"/>
                </a:schemeClr>
              </a:gs>
              <a:gs pos="68000">
                <a:schemeClr val="bg2"/>
              </a:gs>
            </a:gsLst>
            <a:lin ang="16200000" scaled="1"/>
          </a:gradFill>
          <a:ln>
            <a:noFill/>
          </a:ln>
        </p:spPr>
        <p:style>
          <a:lnRef idx="2">
            <a:srgbClr val="385723">
              <a:shade val="50000"/>
            </a:srgbClr>
          </a:lnRef>
          <a:fillRef idx="1">
            <a:srgbClr val="385723"/>
          </a:fillRef>
          <a:effectRef idx="0">
            <a:srgbClr val="38572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 userDrawn="1">
            <p:custDataLst>
              <p:tags r:id="rId2"/>
            </p:custDataLst>
          </p:nvPr>
        </p:nvGrpSpPr>
        <p:grpSpPr>
          <a:xfrm>
            <a:off x="147955" y="142240"/>
            <a:ext cx="1475105" cy="487680"/>
            <a:chOff x="233" y="419"/>
            <a:chExt cx="3296" cy="768"/>
          </a:xfrm>
        </p:grpSpPr>
        <p:sp>
          <p:nvSpPr>
            <p:cNvPr id="5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1496" y="463"/>
              <a:ext cx="162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公司</a:t>
              </a: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logo</a:t>
              </a: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4"/>
              </p:custDataLst>
            </p:nvPr>
          </p:nvSpPr>
          <p:spPr>
            <a:xfrm>
              <a:off x="1181" y="463"/>
              <a:ext cx="156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160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公司</a:t>
              </a:r>
              <a:r>
                <a:rPr lang="en-US" altLang="zh-CN" sz="160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logo</a:t>
              </a:r>
              <a:endParaRPr lang="zh-CN" altLang="en-US" sz="16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7" name="矩形: 圆角 102"/>
            <p:cNvSpPr/>
            <p:nvPr>
              <p:custDataLst>
                <p:tags r:id="rId5"/>
              </p:custDataLst>
            </p:nvPr>
          </p:nvSpPr>
          <p:spPr>
            <a:xfrm>
              <a:off x="233" y="419"/>
              <a:ext cx="3296" cy="768"/>
            </a:xfrm>
            <a:prstGeom prst="roundRect">
              <a:avLst/>
            </a:prstGeom>
            <a:solidFill>
              <a:srgbClr val="38572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65100" dist="12700" dir="13500000" algn="br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6"/>
              </p:custDataLst>
            </p:nvPr>
          </p:nvSpPr>
          <p:spPr>
            <a:xfrm>
              <a:off x="314" y="432"/>
              <a:ext cx="31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defRPr/>
              </a:pPr>
              <a:r>
                <a:rPr lang="zh-CN" altLang="en-US" sz="2400" b="1" kern="120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要点归纳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5045388"/>
      </p:ext>
    </p:extLst>
  </p:cSld>
  <p:clrMapOvr>
    <a:masterClrMapping/>
  </p:clrMapOvr>
  <p:transition/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  <p:sldLayoutId id="2147483657" r:id="rId7"/>
    <p:sldLayoutId id="214748365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5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9" Type="http://schemas.microsoft.com/office/2007/relationships/hdphoto" Target="../media/hdphoto1.wdp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2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6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image" Target="../media/image3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0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1.xml"/><Relationship Id="rId5" Type="http://schemas.openxmlformats.org/officeDocument/2006/relationships/image" Target="../media/image24.png"/><Relationship Id="rId4" Type="http://schemas.openxmlformats.org/officeDocument/2006/relationships/tags" Target="../tags/tag260.xml"/></Relationships>
</file>

<file path=ppt/slides/_rels/slide7.xml.rels><?xml version="1.0" encoding="UTF-8"?>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tags" Target="../tags/tag49.xml"/><Relationship Id="rId26" Type="http://schemas.openxmlformats.org/officeDocument/2006/relationships/tags" Target="../tags/tag57.xml"/><Relationship Id="rId3" Type="http://schemas.openxmlformats.org/officeDocument/2006/relationships/tags" Target="../tags/tag34.xml"/><Relationship Id="rId21" Type="http://schemas.openxmlformats.org/officeDocument/2006/relationships/tags" Target="../tags/tag52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tags" Target="../tags/tag48.xml"/><Relationship Id="rId25" Type="http://schemas.openxmlformats.org/officeDocument/2006/relationships/tags" Target="../tags/tag56.xml"/><Relationship Id="rId2" Type="http://schemas.openxmlformats.org/officeDocument/2006/relationships/tags" Target="../tags/tag33.xml"/><Relationship Id="rId16" Type="http://schemas.openxmlformats.org/officeDocument/2006/relationships/tags" Target="../tags/tag47.xml"/><Relationship Id="rId20" Type="http://schemas.openxmlformats.org/officeDocument/2006/relationships/tags" Target="../tags/tag51.xml"/><Relationship Id="rId29" Type="http://schemas.openxmlformats.org/officeDocument/2006/relationships/slideLayout" Target="../slideLayouts/slideLayout7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24" Type="http://schemas.openxmlformats.org/officeDocument/2006/relationships/tags" Target="../tags/tag55.xml"/><Relationship Id="rId5" Type="http://schemas.openxmlformats.org/officeDocument/2006/relationships/tags" Target="../tags/tag36.xml"/><Relationship Id="rId15" Type="http://schemas.openxmlformats.org/officeDocument/2006/relationships/tags" Target="../tags/tag46.xml"/><Relationship Id="rId23" Type="http://schemas.openxmlformats.org/officeDocument/2006/relationships/tags" Target="../tags/tag54.xml"/><Relationship Id="rId28" Type="http://schemas.openxmlformats.org/officeDocument/2006/relationships/tags" Target="../tags/tag59.xml"/><Relationship Id="rId10" Type="http://schemas.openxmlformats.org/officeDocument/2006/relationships/tags" Target="../tags/tag41.xml"/><Relationship Id="rId19" Type="http://schemas.openxmlformats.org/officeDocument/2006/relationships/tags" Target="../tags/tag50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Relationship Id="rId22" Type="http://schemas.openxmlformats.org/officeDocument/2006/relationships/tags" Target="../tags/tag53.xml"/><Relationship Id="rId27" Type="http://schemas.openxmlformats.org/officeDocument/2006/relationships/tags" Target="../tags/tag58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tags" Target="../tags/tag62.xml"/><Relationship Id="rId7" Type="http://schemas.openxmlformats.org/officeDocument/2006/relationships/image" Target="../media/image25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29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3.xml"/></Relationships>
</file>

<file path=ppt/slides/_rels/slide9.xml.rels><?xml version="1.0" encoding="UTF-8"?><Relationships xmlns="http://schemas.openxmlformats.org/package/2006/relationships"><Relationship Id="rId8" Type="http://schemas.openxmlformats.org/officeDocument/2006/relationships/tags" Target="../tags/tag299.xml"/><Relationship Id="rId3" Type="http://schemas.openxmlformats.org/officeDocument/2006/relationships/tags" Target="../tags/tag66.xml"/><Relationship Id="rId7" Type="http://schemas.openxmlformats.org/officeDocument/2006/relationships/image" Target="../media/image4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" Target="slide13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tags" Target="../tags/tag67.xml"/><Relationship Id="rId9" Type="http://schemas.openxmlformats.org/officeDocument/2006/relationships/image" Target="../media/image27.png"/></Relationships>
</file>

<file path=ppt/slides/_rels/slide10.xml.rels><?xml version="1.0" encoding="UTF-8"?>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tags" Target="../tags/tag8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0.xml"/><Relationship Id="rId21" Type="http://schemas.openxmlformats.org/officeDocument/2006/relationships/image" Target="../media/image38.png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tags" Target="../tags/tag84.xml"/><Relationship Id="rId2" Type="http://schemas.openxmlformats.org/officeDocument/2006/relationships/tags" Target="../tags/tag69.xml"/><Relationship Id="rId16" Type="http://schemas.openxmlformats.org/officeDocument/2006/relationships/tags" Target="../tags/tag83.xml"/><Relationship Id="rId20" Type="http://schemas.openxmlformats.org/officeDocument/2006/relationships/tags" Target="../tags/tag352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5" Type="http://schemas.openxmlformats.org/officeDocument/2006/relationships/tags" Target="../tags/tag72.xml"/><Relationship Id="rId15" Type="http://schemas.openxmlformats.org/officeDocument/2006/relationships/tags" Target="../tags/tag82.xml"/><Relationship Id="rId10" Type="http://schemas.openxmlformats.org/officeDocument/2006/relationships/tags" Target="../tags/tag77.xml"/><Relationship Id="rId19" Type="http://schemas.openxmlformats.org/officeDocument/2006/relationships/image" Target="../media/image6.png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/Relationships>
</file>

<file path=ppt/slides/_rels/slide11.xml.rels><?xml version="1.0" encoding="UTF-8"?>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tags" Target="../tags/tag367.xml"/><Relationship Id="rId18" Type="http://schemas.microsoft.com/office/2007/relationships/hdphoto" Target="../media/hdphoto1.wdp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slideLayout" Target="../slideLayouts/slideLayout7.xml"/><Relationship Id="rId17" Type="http://schemas.openxmlformats.org/officeDocument/2006/relationships/image" Target="../media/image1.png"/><Relationship Id="rId2" Type="http://schemas.openxmlformats.org/officeDocument/2006/relationships/tags" Target="../tags/tag86.xml"/><Relationship Id="rId16" Type="http://schemas.openxmlformats.org/officeDocument/2006/relationships/image" Target="../media/image42.png"/><Relationship Id="rId20" Type="http://schemas.openxmlformats.org/officeDocument/2006/relationships/image" Target="../media/image43.png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tags" Target="../tags/tag95.xml"/><Relationship Id="rId5" Type="http://schemas.openxmlformats.org/officeDocument/2006/relationships/tags" Target="../tags/tag89.xml"/><Relationship Id="rId15" Type="http://schemas.openxmlformats.org/officeDocument/2006/relationships/tags" Target="../tags/tag369.xml"/><Relationship Id="rId10" Type="http://schemas.openxmlformats.org/officeDocument/2006/relationships/tags" Target="../tags/tag94.xml"/><Relationship Id="rId19" Type="http://schemas.openxmlformats.org/officeDocument/2006/relationships/tags" Target="../tags/tag376.xml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image" Target="../media/image41.png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6.xml"/></Relationships>
</file>

<file path=ppt/slides/_rels/slide13.xml.rels><?xml version="1.0" encoding="UTF-8"?>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99.xml"/><Relationship Id="rId7" Type="http://schemas.openxmlformats.org/officeDocument/2006/relationships/image" Target="../media/image4.png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01.xml"/><Relationship Id="rId4" Type="http://schemas.openxmlformats.org/officeDocument/2006/relationships/tags" Target="../tags/tag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8D16-1911-59EB-593E-B764C96CC3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电势差与电场强度的关系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44EBA7-B466-30E1-DFB2-340F957B66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594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602243" y="867653"/>
            <a:ext cx="10657184" cy="1308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电场线密集的地方等势线也密集，电场线稀疏的地方等势线也稀疏，这是为什么？电势差与电场强度之间存在着怎样的联系？</a:t>
            </a: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55365" y="2663537"/>
            <a:ext cx="4896544" cy="3600752"/>
          </a:xfrm>
          <a:prstGeom prst="rect">
            <a:avLst/>
          </a:prstGeom>
        </p:spPr>
      </p:pic>
      <p:sp>
        <p:nvSpPr>
          <p:cNvPr id="12" name="椭圆 11"/>
          <p:cNvSpPr/>
          <p:nvPr>
            <p:custDataLst>
              <p:tags r:id="rId3"/>
            </p:custDataLst>
          </p:nvPr>
        </p:nvSpPr>
        <p:spPr>
          <a:xfrm>
            <a:off x="7745351" y="3455381"/>
            <a:ext cx="706558" cy="2049708"/>
          </a:xfrm>
          <a:prstGeom prst="ellipse">
            <a:avLst/>
          </a:prstGeom>
          <a:noFill/>
          <a:ln w="28575">
            <a:solidFill>
              <a:srgbClr val="70AD47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8538679" y="421862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密集</a:t>
            </a:r>
          </a:p>
        </p:txBody>
      </p:sp>
      <p:sp>
        <p:nvSpPr>
          <p:cNvPr id="14" name="椭圆 13"/>
          <p:cNvSpPr/>
          <p:nvPr>
            <p:custDataLst>
              <p:tags r:id="rId5"/>
            </p:custDataLst>
          </p:nvPr>
        </p:nvSpPr>
        <p:spPr>
          <a:xfrm>
            <a:off x="3296347" y="2663537"/>
            <a:ext cx="2064947" cy="3482052"/>
          </a:xfrm>
          <a:prstGeom prst="ellipse">
            <a:avLst/>
          </a:prstGeom>
          <a:noFill/>
          <a:ln w="28575">
            <a:solidFill>
              <a:srgbClr val="70AD47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264027" y="421862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稀疏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368049" y="549474"/>
            <a:ext cx="7815389" cy="2708410"/>
          </a:xfrm>
          <a:prstGeom prst="rect">
            <a:avLst/>
          </a:prstGeom>
        </p:spPr>
        <p:txBody>
          <a:bodyPr wrap="square" lIns="121898" tIns="60948" rIns="121898" bIns="60948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250440" algn="l"/>
              </a:tabLst>
            </a:pP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如图甲所示，在电场强度为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的匀强电场中，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是相距为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且沿电场方向上的两点，其电势差为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，现将一个电荷量为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的电荷由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移到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spcAft>
                <a:spcPct val="0"/>
              </a:spcAft>
              <a:tabLst>
                <a:tab pos="2250440" algn="l"/>
              </a:tabLst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从力和位移的角度计算静电力所做的功。</a:t>
            </a:r>
            <a:endParaRPr lang="zh-CN" altLang="zh-CN" sz="28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368049" y="3257884"/>
            <a:ext cx="7815389" cy="769417"/>
          </a:xfrm>
          <a:prstGeom prst="rect">
            <a:avLst/>
          </a:prstGeom>
        </p:spPr>
        <p:txBody>
          <a:bodyPr wrap="square" lIns="121898" tIns="60948" rIns="121898" bIns="60948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800" kern="1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答案　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800" i="1" baseline="-250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Fd</a:t>
            </a:r>
            <a:r>
              <a:rPr lang="en-US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qEd</a:t>
            </a:r>
            <a:r>
              <a:rPr lang="zh-CN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zh-CN" altLang="zh-CN" sz="28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>
            <a:off x="368049" y="4005858"/>
            <a:ext cx="7815389" cy="769417"/>
          </a:xfrm>
          <a:prstGeom prst="rect">
            <a:avLst/>
          </a:prstGeom>
        </p:spPr>
        <p:txBody>
          <a:bodyPr wrap="square" lIns="121898" tIns="60948" rIns="121898" bIns="60948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250440" algn="l"/>
              </a:tabLst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间的电势差计算静电力所做的功。</a:t>
            </a:r>
            <a:endParaRPr lang="zh-CN" altLang="zh-CN" sz="28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>
            <p:custDataLst>
              <p:tags r:id="rId4"/>
            </p:custDataLst>
          </p:nvPr>
        </p:nvSpPr>
        <p:spPr>
          <a:xfrm>
            <a:off x="368049" y="4765466"/>
            <a:ext cx="7815389" cy="769417"/>
          </a:xfrm>
          <a:prstGeom prst="rect">
            <a:avLst/>
          </a:prstGeom>
        </p:spPr>
        <p:txBody>
          <a:bodyPr wrap="square" lIns="121898" tIns="60948" rIns="121898" bIns="60948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800" kern="1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答案　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800" i="1" baseline="-250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 err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</a:t>
            </a:r>
            <a:r>
              <a:rPr lang="en-US" altLang="zh-CN" sz="2800" i="1" baseline="-25000" err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zh-CN" altLang="zh-CN" sz="28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9" name="image271.jpeg"/>
          <p:cNvPicPr/>
          <p:nvPr>
            <p:custDataLst>
              <p:tags r:id="rId5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31510" y="837506"/>
            <a:ext cx="2951678" cy="1767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368049" y="549474"/>
            <a:ext cx="7815389" cy="1415748"/>
          </a:xfrm>
          <a:prstGeom prst="rect">
            <a:avLst/>
          </a:prstGeom>
        </p:spPr>
        <p:txBody>
          <a:bodyPr wrap="square" lIns="121898" tIns="60948" rIns="121898" bIns="60948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250440" algn="l"/>
              </a:tabLst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比较两次计算功的大小并总结电势差与电场强度的关系。</a:t>
            </a:r>
            <a:endParaRPr lang="zh-CN" altLang="zh-CN" sz="1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68049" y="1989634"/>
            <a:ext cx="7815389" cy="769417"/>
          </a:xfrm>
          <a:prstGeom prst="rect">
            <a:avLst/>
          </a:prstGeom>
        </p:spPr>
        <p:txBody>
          <a:bodyPr wrap="square" lIns="121898" tIns="60948" rIns="121898" bIns="60948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800" kern="1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答案　</a:t>
            </a:r>
            <a:r>
              <a:rPr lang="zh-CN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两次计算功的大小相等，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i="1" baseline="-250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 xml:space="preserve">AB </a:t>
            </a:r>
            <a:r>
              <a:rPr lang="en-US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 xml:space="preserve"> Ed</a:t>
            </a:r>
            <a:r>
              <a:rPr lang="zh-CN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zh-CN" altLang="zh-CN" sz="1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368049" y="2762672"/>
            <a:ext cx="7815389" cy="1415748"/>
          </a:xfrm>
          <a:prstGeom prst="rect">
            <a:avLst/>
          </a:prstGeom>
        </p:spPr>
        <p:txBody>
          <a:bodyPr wrap="square" lIns="121898" tIns="60948" rIns="121898" bIns="60948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250440" algn="l"/>
              </a:tabLst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两点不在同一条电场线上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如图乙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，上述结论还成立吗？请尝试进行论证。</a:t>
            </a:r>
            <a:endParaRPr lang="zh-CN" altLang="zh-CN" sz="1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368049" y="4221882"/>
            <a:ext cx="7815389" cy="1415748"/>
          </a:xfrm>
          <a:prstGeom prst="rect">
            <a:avLst/>
          </a:prstGeom>
        </p:spPr>
        <p:txBody>
          <a:bodyPr wrap="square" lIns="121898" tIns="60948" rIns="121898" bIns="60948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800" kern="1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答案　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800" i="1" baseline="-250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 err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</a:t>
            </a:r>
            <a:r>
              <a:rPr lang="en-US" altLang="zh-CN" sz="2800" err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 xml:space="preserve"> θ</a:t>
            </a:r>
            <a:r>
              <a:rPr lang="en-US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Fd</a:t>
            </a:r>
            <a:r>
              <a:rPr lang="en-US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qEd</a:t>
            </a:r>
            <a:r>
              <a:rPr lang="zh-CN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800" i="1" baseline="-250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 err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</a:t>
            </a:r>
            <a:r>
              <a:rPr lang="en-US" altLang="zh-CN" sz="2800" i="1" baseline="-25000" err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 xml:space="preserve">AB </a:t>
            </a:r>
            <a:r>
              <a:rPr lang="zh-CN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i="1" baseline="-250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</a:t>
            </a:r>
            <a:r>
              <a:rPr lang="zh-CN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。故仍成立。</a:t>
            </a:r>
            <a:endParaRPr lang="zh-CN" altLang="zh-CN" sz="1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image271.jpeg"/>
          <p:cNvPicPr/>
          <p:nvPr>
            <p:custDataLst>
              <p:tags r:id="rId5"/>
            </p:custDataLst>
          </p:nvPr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31510" y="837506"/>
            <a:ext cx="2951678" cy="1767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272.jpeg"/>
          <p:cNvPicPr/>
          <p:nvPr>
            <p:custDataLst>
              <p:tags r:id="rId6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90900" y="2850124"/>
            <a:ext cx="2664946" cy="1947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43025" y="829682"/>
            <a:ext cx="11412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  <a:tabLst>
                <a:tab pos="1350645" algn="l"/>
                <a:tab pos="2790825" algn="l"/>
                <a:tab pos="4231005" algn="l"/>
              </a:tabLst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1.</a:t>
            </a:r>
            <a:r>
              <a:rPr lang="zh-CN" altLang="zh-CN" sz="2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匀强电场中电势差与电场强度的关系</a:t>
            </a:r>
          </a:p>
          <a:p>
            <a:pPr algn="just">
              <a:lnSpc>
                <a:spcPct val="150000"/>
              </a:lnSpc>
              <a:tabLst>
                <a:tab pos="1350645" algn="l"/>
                <a:tab pos="2790825" algn="l"/>
                <a:tab pos="4231005" algn="l"/>
              </a:tabLst>
            </a:pPr>
            <a:r>
              <a:rPr lang="en-US" altLang="zh-CN" sz="2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(1)</a:t>
            </a:r>
            <a:r>
              <a:rPr lang="zh-CN" altLang="zh-CN" sz="2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匀强电场中两点间的电势差等于电场强度与这两点</a:t>
            </a:r>
            <a:r>
              <a:rPr lang="zh-CN" altLang="zh-CN" sz="280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沿电场方向</a:t>
            </a:r>
            <a:r>
              <a:rPr lang="zh-CN" altLang="zh-CN" sz="280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的距离</a:t>
            </a:r>
            <a:r>
              <a:rPr lang="zh-CN" altLang="zh-CN" sz="2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的乘积。</a:t>
            </a:r>
          </a:p>
          <a:p>
            <a:pPr algn="just">
              <a:lnSpc>
                <a:spcPct val="150000"/>
              </a:lnSpc>
              <a:tabLst>
                <a:tab pos="1350645" algn="l"/>
                <a:tab pos="2790825" algn="l"/>
                <a:tab pos="4231005" algn="l"/>
              </a:tabLst>
            </a:pPr>
            <a:r>
              <a:rPr lang="en-US" altLang="zh-CN" sz="2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(2)</a:t>
            </a:r>
            <a:r>
              <a:rPr lang="zh-CN" altLang="zh-CN" sz="2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公式：</a:t>
            </a:r>
            <a:r>
              <a:rPr lang="en-US" altLang="zh-CN" sz="2800" i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U</a:t>
            </a:r>
            <a:r>
              <a:rPr lang="en-US" altLang="zh-CN" sz="2800" i="1" baseline="-2500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AB</a:t>
            </a:r>
            <a:r>
              <a:rPr lang="en-US" altLang="zh-CN" sz="280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=</a:t>
            </a:r>
            <a:r>
              <a:rPr lang="en-US" altLang="zh-CN" sz="2800" i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Ed</a:t>
            </a:r>
            <a:r>
              <a:rPr lang="zh-CN" altLang="en-US" sz="2800" i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 xml:space="preserve"> </a:t>
            </a:r>
            <a:r>
              <a:rPr lang="zh-CN" altLang="zh-CN" sz="2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。</a:t>
            </a:r>
          </a:p>
          <a:p>
            <a:pPr algn="just">
              <a:lnSpc>
                <a:spcPct val="150000"/>
              </a:lnSpc>
              <a:tabLst>
                <a:tab pos="1350645" algn="l"/>
                <a:tab pos="2790825" algn="l"/>
                <a:tab pos="4231005" algn="l"/>
              </a:tabLst>
            </a:pPr>
            <a:r>
              <a:rPr lang="en-US" altLang="zh-CN" sz="2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(3)</a:t>
            </a:r>
            <a:r>
              <a:rPr lang="zh-CN" altLang="zh-CN" sz="2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电场强度单位的换算：</a:t>
            </a:r>
            <a:r>
              <a:rPr lang="en-US" altLang="zh-CN" sz="280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1 V/m</a:t>
            </a:r>
            <a:r>
              <a:rPr lang="zh-CN" altLang="en-US" sz="280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 xml:space="preserve"> </a:t>
            </a:r>
            <a:r>
              <a:rPr lang="en-US" altLang="zh-CN" sz="2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= 1 N/C</a:t>
            </a:r>
            <a:r>
              <a:rPr lang="zh-CN" altLang="zh-CN" sz="2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。</a:t>
            </a:r>
            <a:r>
              <a:rPr lang="en-US" altLang="zh-CN" sz="2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 </a:t>
            </a:r>
            <a:endParaRPr lang="zh-CN" altLang="zh-CN" sz="2800">
              <a:effectLst/>
              <a:latin typeface="Times New Roman" panose="02020603050405020304" pitchFamily="18" charset="0"/>
              <a:ea typeface="宋体" panose="02010600030101010101" pitchFamily="2" charset="-122"/>
              <a:cs typeface="+mn-ea"/>
              <a:sym typeface="+mn-lt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  <a:tabLst>
                <a:tab pos="1350645" algn="l"/>
                <a:tab pos="2790825" algn="l"/>
                <a:tab pos="4231005" algn="l"/>
              </a:tabLst>
            </a:pPr>
            <a:r>
              <a:rPr lang="en-US" altLang="zh-CN" sz="2800" spc="-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(4)</a:t>
            </a:r>
            <a:r>
              <a:rPr lang="zh-CN" altLang="zh-CN" sz="2800" spc="-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应用：在定量计算中，此关系式只适用于匀强电场，公式中</a:t>
            </a:r>
            <a:r>
              <a:rPr lang="en-US" altLang="zh-CN" sz="2800" i="1" spc="-10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d</a:t>
            </a:r>
            <a:r>
              <a:rPr lang="zh-CN" altLang="zh-CN" sz="2800" spc="-10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必须是沿电场强度方向的距离</a:t>
            </a:r>
            <a:r>
              <a:rPr lang="zh-CN" altLang="zh-CN" sz="2800" spc="-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，当电场中的两点不在同一条电场线上时，</a:t>
            </a:r>
            <a:r>
              <a:rPr lang="en-US" altLang="zh-CN" sz="2800" i="1" spc="-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d</a:t>
            </a:r>
            <a:r>
              <a:rPr lang="zh-CN" altLang="zh-CN" sz="2800" spc="-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应为两点在电场强度方向上的投影距离，亦为电场中两点所在的等势面间的距离。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>
                <p:custDataLst>
                  <p:tags r:id="rId1"/>
                </p:custDataLst>
              </p:nvPr>
            </p:nvSpPr>
            <p:spPr>
              <a:xfrm>
                <a:off x="389206" y="1269554"/>
                <a:ext cx="11412000" cy="23027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ct val="0"/>
                  </a:spcAft>
                  <a:tabLst>
                    <a:tab pos="1350645" algn="l"/>
                    <a:tab pos="2790825" algn="l"/>
                    <a:tab pos="4231005" algn="l"/>
                  </a:tabLst>
                </a:pPr>
                <a:r>
                  <a:rPr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  <a:cs typeface="+mn-ea"/>
                    <a:sym typeface="+mn-lt"/>
                  </a:rPr>
                  <a:t>2.</a:t>
                </a:r>
                <a:r>
                  <a:rPr lang="zh-CN" altLang="zh-CN" sz="2800">
                    <a:latin typeface="Times New Roman" panose="02020603050405020304" pitchFamily="18" charset="0"/>
                    <a:ea typeface="宋体" panose="02010600030101010101" pitchFamily="2" charset="-122"/>
                    <a:cs typeface="+mn-ea"/>
                    <a:sym typeface="+mn-lt"/>
                  </a:rPr>
                  <a:t>由</a:t>
                </a:r>
                <a:r>
                  <a:rPr lang="en-US" altLang="zh-CN" sz="2800" i="1">
                    <a:latin typeface="Times New Roman" panose="02020603050405020304" pitchFamily="18" charset="0"/>
                    <a:ea typeface="宋体" panose="02010600030101010101" pitchFamily="2" charset="-122"/>
                    <a:cs typeface="+mn-ea"/>
                    <a:sym typeface="+mn-lt"/>
                  </a:rPr>
                  <a:t>E</a:t>
                </a:r>
                <a:r>
                  <a:rPr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  <a:cs typeface="+mn-ea"/>
                    <a:sym typeface="+mn-lt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𝐴𝐵</m:t>
                            </m:r>
                          </m:sub>
                        </m:sSub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zh-CN" sz="2800">
                    <a:latin typeface="Times New Roman" panose="02020603050405020304" pitchFamily="18" charset="0"/>
                    <a:ea typeface="宋体" panose="02010600030101010101" pitchFamily="2" charset="-122"/>
                    <a:cs typeface="+mn-ea"/>
                    <a:sym typeface="+mn-lt"/>
                  </a:rPr>
                  <a:t>可知，电场强度在数值上等于沿电场方向单位距离上降低的电势，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ea"/>
                    <a:sym typeface="+mn-lt"/>
                  </a:rPr>
                  <a:t>电场强度是电势差对空间位置的变化率</a:t>
                </a:r>
                <a:r>
                  <a:rPr lang="zh-CN" altLang="zh-CN" sz="2800">
                    <a:latin typeface="Times New Roman" panose="02020603050405020304" pitchFamily="18" charset="0"/>
                    <a:ea typeface="宋体" panose="02010600030101010101" pitchFamily="2" charset="-122"/>
                    <a:cs typeface="+mn-ea"/>
                    <a:sym typeface="+mn-lt"/>
                  </a:rPr>
                  <a:t>，电势随空间变化的快慢，反映了电场强度的大小。</a:t>
                </a: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389206" y="1269554"/>
                <a:ext cx="11412000" cy="2302746"/>
              </a:xfrm>
              <a:prstGeom prst="rect">
                <a:avLst/>
              </a:prstGeom>
              <a:blipFill>
                <a:blip r:embed="rId5"/>
                <a:stretch>
                  <a:fillRect l="-1122" r="-214"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3"/>
          <p:cNvGrpSpPr/>
          <p:nvPr>
            <p:custDataLst>
              <p:tags r:id="rId1"/>
            </p:custDataLst>
          </p:nvPr>
        </p:nvGrpSpPr>
        <p:grpSpPr>
          <a:xfrm>
            <a:off x="8491648" y="1271156"/>
            <a:ext cx="3387691" cy="2546516"/>
            <a:chOff x="1390" y="4512"/>
            <a:chExt cx="5305" cy="3553"/>
          </a:xfrm>
        </p:grpSpPr>
        <p:grpSp>
          <p:nvGrpSpPr>
            <p:cNvPr id="3" name="组合 34"/>
            <p:cNvGrpSpPr/>
            <p:nvPr>
              <p:custDataLst>
                <p:tags r:id="rId8"/>
              </p:custDataLst>
            </p:nvPr>
          </p:nvGrpSpPr>
          <p:grpSpPr>
            <a:xfrm>
              <a:off x="1390" y="4695"/>
              <a:ext cx="5305" cy="2649"/>
              <a:chOff x="1379" y="4706"/>
              <a:chExt cx="5305" cy="2649"/>
            </a:xfrm>
          </p:grpSpPr>
          <p:cxnSp>
            <p:nvCxnSpPr>
              <p:cNvPr id="15" name="直接箭头连接符 14"/>
              <p:cNvCxnSpPr/>
              <p:nvPr>
                <p:custDataLst>
                  <p:tags r:id="rId20"/>
                </p:custDataLst>
              </p:nvPr>
            </p:nvCxnSpPr>
            <p:spPr>
              <a:xfrm flipV="1">
                <a:off x="1379" y="5042"/>
                <a:ext cx="4382" cy="10"/>
              </a:xfrm>
              <a:prstGeom prst="straightConnector1">
                <a:avLst/>
              </a:prstGeom>
              <a:ln w="19050"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/>
              <p:cNvCxnSpPr/>
              <p:nvPr>
                <p:custDataLst>
                  <p:tags r:id="rId21"/>
                </p:custDataLst>
              </p:nvPr>
            </p:nvCxnSpPr>
            <p:spPr>
              <a:xfrm flipV="1">
                <a:off x="1379" y="5790"/>
                <a:ext cx="4382" cy="10"/>
              </a:xfrm>
              <a:prstGeom prst="straightConnector1">
                <a:avLst/>
              </a:prstGeom>
              <a:ln w="19050"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/>
              <p:cNvCxnSpPr/>
              <p:nvPr>
                <p:custDataLst>
                  <p:tags r:id="rId22"/>
                </p:custDataLst>
              </p:nvPr>
            </p:nvCxnSpPr>
            <p:spPr>
              <a:xfrm flipV="1">
                <a:off x="1379" y="6534"/>
                <a:ext cx="4382" cy="10"/>
              </a:xfrm>
              <a:prstGeom prst="straightConnector1">
                <a:avLst/>
              </a:prstGeom>
              <a:ln w="19050"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/>
              <p:cNvCxnSpPr/>
              <p:nvPr>
                <p:custDataLst>
                  <p:tags r:id="rId23"/>
                </p:custDataLst>
              </p:nvPr>
            </p:nvCxnSpPr>
            <p:spPr>
              <a:xfrm flipV="1">
                <a:off x="1379" y="7345"/>
                <a:ext cx="4382" cy="10"/>
              </a:xfrm>
              <a:prstGeom prst="straightConnector1">
                <a:avLst/>
              </a:prstGeom>
              <a:ln w="19050"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文本框 50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5637" y="4706"/>
                <a:ext cx="1047" cy="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2600" i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+mn-lt"/>
                  </a:rPr>
                  <a:t>E</a:t>
                </a:r>
              </a:p>
            </p:txBody>
          </p:sp>
          <p:sp>
            <p:nvSpPr>
              <p:cNvPr id="20" name="椭圆 19"/>
              <p:cNvSpPr/>
              <p:nvPr>
                <p:custDataLst>
                  <p:tags r:id="rId25"/>
                </p:custDataLst>
              </p:nvPr>
            </p:nvSpPr>
            <p:spPr>
              <a:xfrm>
                <a:off x="2164" y="6482"/>
                <a:ext cx="117" cy="118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zh-CN" altLang="en-US" sz="2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1" name="椭圆 20"/>
              <p:cNvSpPr/>
              <p:nvPr>
                <p:custDataLst>
                  <p:tags r:id="rId26"/>
                </p:custDataLst>
              </p:nvPr>
            </p:nvSpPr>
            <p:spPr>
              <a:xfrm>
                <a:off x="4621" y="6503"/>
                <a:ext cx="117" cy="118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zh-CN" altLang="en-US" sz="2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2" name="文本框 53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1580" y="6433"/>
                <a:ext cx="1047" cy="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2600" i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+mn-lt"/>
                  </a:rPr>
                  <a:t>A</a:t>
                </a:r>
              </a:p>
            </p:txBody>
          </p:sp>
          <p:sp>
            <p:nvSpPr>
              <p:cNvPr id="23" name="文本框 54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4667" y="6405"/>
                <a:ext cx="1047" cy="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2600" i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+mn-lt"/>
                  </a:rPr>
                  <a:t>B</a:t>
                </a:r>
              </a:p>
            </p:txBody>
          </p:sp>
        </p:grpSp>
        <p:grpSp>
          <p:nvGrpSpPr>
            <p:cNvPr id="4" name="组合 35"/>
            <p:cNvGrpSpPr/>
            <p:nvPr>
              <p:custDataLst>
                <p:tags r:id="rId9"/>
              </p:custDataLst>
            </p:nvPr>
          </p:nvGrpSpPr>
          <p:grpSpPr>
            <a:xfrm>
              <a:off x="2229" y="4512"/>
              <a:ext cx="2461" cy="3553"/>
              <a:chOff x="2217" y="4537"/>
              <a:chExt cx="2461" cy="3553"/>
            </a:xfrm>
          </p:grpSpPr>
          <p:cxnSp>
            <p:nvCxnSpPr>
              <p:cNvPr id="13" name="直接连接符 12"/>
              <p:cNvCxnSpPr/>
              <p:nvPr>
                <p:custDataLst>
                  <p:tags r:id="rId18"/>
                </p:custDataLst>
              </p:nvPr>
            </p:nvCxnSpPr>
            <p:spPr>
              <a:xfrm flipH="1">
                <a:off x="2218" y="4582"/>
                <a:ext cx="0" cy="3508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rgbClr val="385723"/>
              </a:lnRef>
              <a:fillRef idx="0">
                <a:srgbClr val="385723"/>
              </a:fillRef>
              <a:effectRef idx="0">
                <a:srgbClr val="385723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>
                <p:custDataLst>
                  <p:tags r:id="rId19"/>
                </p:custDataLst>
              </p:nvPr>
            </p:nvCxnSpPr>
            <p:spPr>
              <a:xfrm flipH="1">
                <a:off x="4678" y="4537"/>
                <a:ext cx="0" cy="3508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rgbClr val="385723"/>
              </a:lnRef>
              <a:fillRef idx="0">
                <a:srgbClr val="385723"/>
              </a:fillRef>
              <a:effectRef idx="0">
                <a:srgbClr val="385723"/>
              </a:effectRef>
              <a:fontRef idx="minor">
                <a:schemeClr val="tx1"/>
              </a:fontRef>
            </p:style>
          </p:cxnSp>
        </p:grpSp>
        <p:grpSp>
          <p:nvGrpSpPr>
            <p:cNvPr id="5" name="组合 36"/>
            <p:cNvGrpSpPr/>
            <p:nvPr>
              <p:custDataLst>
                <p:tags r:id="rId10"/>
              </p:custDataLst>
            </p:nvPr>
          </p:nvGrpSpPr>
          <p:grpSpPr>
            <a:xfrm>
              <a:off x="4632" y="4881"/>
              <a:ext cx="1096" cy="687"/>
              <a:chOff x="4632" y="4881"/>
              <a:chExt cx="1096" cy="687"/>
            </a:xfrm>
          </p:grpSpPr>
          <p:sp>
            <p:nvSpPr>
              <p:cNvPr id="11" name="文本框 42"/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4681" y="4881"/>
                <a:ext cx="1047" cy="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2600" i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+mn-lt"/>
                  </a:rPr>
                  <a:t>D</a:t>
                </a:r>
              </a:p>
            </p:txBody>
          </p:sp>
          <p:sp>
            <p:nvSpPr>
              <p:cNvPr id="12" name="椭圆 11"/>
              <p:cNvSpPr/>
              <p:nvPr>
                <p:custDataLst>
                  <p:tags r:id="rId17"/>
                </p:custDataLst>
              </p:nvPr>
            </p:nvSpPr>
            <p:spPr>
              <a:xfrm>
                <a:off x="4632" y="5180"/>
                <a:ext cx="117" cy="122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zh-CN" altLang="en-US" sz="2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grpSp>
          <p:nvGrpSpPr>
            <p:cNvPr id="6" name="组合 37"/>
            <p:cNvGrpSpPr/>
            <p:nvPr>
              <p:custDataLst>
                <p:tags r:id="rId11"/>
              </p:custDataLst>
            </p:nvPr>
          </p:nvGrpSpPr>
          <p:grpSpPr>
            <a:xfrm>
              <a:off x="4640" y="5633"/>
              <a:ext cx="1070" cy="687"/>
              <a:chOff x="4640" y="5633"/>
              <a:chExt cx="1070" cy="687"/>
            </a:xfrm>
          </p:grpSpPr>
          <p:sp>
            <p:nvSpPr>
              <p:cNvPr id="9" name="文本框 40"/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4663" y="5633"/>
                <a:ext cx="1047" cy="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2600" i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+mn-lt"/>
                  </a:rPr>
                  <a:t>C</a:t>
                </a:r>
              </a:p>
            </p:txBody>
          </p:sp>
          <p:sp>
            <p:nvSpPr>
              <p:cNvPr id="10" name="椭圆 9"/>
              <p:cNvSpPr/>
              <p:nvPr>
                <p:custDataLst>
                  <p:tags r:id="rId15"/>
                </p:custDataLst>
              </p:nvPr>
            </p:nvSpPr>
            <p:spPr>
              <a:xfrm>
                <a:off x="4640" y="5862"/>
                <a:ext cx="109" cy="118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zh-CN" altLang="en-US" sz="2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cxnSp>
          <p:nvCxnSpPr>
            <p:cNvPr id="7" name="直接连接符 6"/>
            <p:cNvCxnSpPr>
              <a:endCxn id="10" idx="2"/>
            </p:cNvCxnSpPr>
            <p:nvPr>
              <p:custDataLst>
                <p:tags r:id="rId12"/>
              </p:custDataLst>
            </p:nvPr>
          </p:nvCxnSpPr>
          <p:spPr>
            <a:xfrm flipV="1">
              <a:off x="2171" y="5921"/>
              <a:ext cx="2469" cy="606"/>
            </a:xfrm>
            <a:prstGeom prst="line">
              <a:avLst/>
            </a:prstGeom>
            <a:ln w="28575">
              <a:solidFill>
                <a:srgbClr val="385723"/>
              </a:solidFill>
            </a:ln>
          </p:spPr>
          <p:style>
            <a:lnRef idx="1">
              <a:srgbClr val="385723"/>
            </a:lnRef>
            <a:fillRef idx="0">
              <a:srgbClr val="385723"/>
            </a:fillRef>
            <a:effectRef idx="0">
              <a:srgbClr val="385723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endCxn id="12" idx="6"/>
            </p:cNvCxnSpPr>
            <p:nvPr>
              <p:custDataLst>
                <p:tags r:id="rId13"/>
              </p:custDataLst>
            </p:nvPr>
          </p:nvCxnSpPr>
          <p:spPr>
            <a:xfrm flipV="1">
              <a:off x="2195" y="5241"/>
              <a:ext cx="2554" cy="1286"/>
            </a:xfrm>
            <a:prstGeom prst="line">
              <a:avLst/>
            </a:prstGeom>
            <a:ln w="28575">
              <a:solidFill>
                <a:srgbClr val="385723"/>
              </a:solidFill>
            </a:ln>
          </p:spPr>
          <p:style>
            <a:lnRef idx="1">
              <a:srgbClr val="385723"/>
            </a:lnRef>
            <a:fillRef idx="0">
              <a:srgbClr val="385723"/>
            </a:fillRef>
            <a:effectRef idx="0">
              <a:srgbClr val="385723"/>
            </a:effectRef>
            <a:fontRef idx="minor">
              <a:schemeClr val="tx1"/>
            </a:fontRef>
          </p:style>
        </p:cxnSp>
      </p:grpSp>
      <p:sp>
        <p:nvSpPr>
          <p:cNvPr id="24" name="矩形 23"/>
          <p:cNvSpPr/>
          <p:nvPr>
            <p:custDataLst>
              <p:tags r:id="rId2"/>
            </p:custDataLst>
          </p:nvPr>
        </p:nvSpPr>
        <p:spPr>
          <a:xfrm>
            <a:off x="435387" y="1018215"/>
            <a:ext cx="756427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250440" algn="l"/>
              </a:tabLst>
            </a:pP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如图，图中虚线为等势线，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三点位于同一等势线上。</a:t>
            </a:r>
            <a:endParaRPr lang="zh-CN" altLang="zh-CN" sz="11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ct val="0"/>
              </a:spcAft>
              <a:tabLst>
                <a:tab pos="2250440" algn="l"/>
              </a:tabLst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比较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间电势差的大小。</a:t>
            </a:r>
            <a:endParaRPr lang="zh-CN" altLang="zh-CN" sz="11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>
            <p:custDataLst>
              <p:tags r:id="rId3"/>
            </p:custDataLst>
          </p:nvPr>
        </p:nvSpPr>
        <p:spPr>
          <a:xfrm>
            <a:off x="435387" y="3101820"/>
            <a:ext cx="11412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790825" algn="l"/>
                <a:tab pos="4231005" algn="l"/>
                <a:tab pos="6035675" algn="l"/>
              </a:tabLst>
            </a:pPr>
            <a:r>
              <a:rPr lang="zh-CN" altLang="zh-CN" sz="28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答案　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 xml:space="preserve"> U</a:t>
            </a:r>
            <a:r>
              <a:rPr lang="en-US" altLang="zh-CN" sz="2800" i="1" baseline="-250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i="1" baseline="-250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i="1" baseline="-250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endParaRPr lang="zh-CN" altLang="zh-CN" sz="2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>
            <p:custDataLst>
              <p:tags r:id="rId4"/>
            </p:custDataLst>
          </p:nvPr>
        </p:nvSpPr>
        <p:spPr>
          <a:xfrm>
            <a:off x="435387" y="3965916"/>
            <a:ext cx="837029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250440" algn="l"/>
              </a:tabLst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电势沿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三条线，哪一个方向降低最快？</a:t>
            </a:r>
            <a:endParaRPr lang="zh-CN" altLang="zh-CN" sz="11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>
            <p:custDataLst>
              <p:tags r:id="rId5"/>
            </p:custDataLst>
          </p:nvPr>
        </p:nvSpPr>
        <p:spPr>
          <a:xfrm>
            <a:off x="435387" y="4758004"/>
            <a:ext cx="11412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790825" algn="l"/>
                <a:tab pos="4231005" algn="l"/>
                <a:tab pos="6035675" algn="l"/>
              </a:tabLst>
            </a:pPr>
            <a:r>
              <a:rPr lang="zh-CN" altLang="zh-CN" sz="28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答案　</a:t>
            </a:r>
            <a:r>
              <a:rPr lang="en-US" altLang="zh-CN" sz="2800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 xml:space="preserve"> AB</a:t>
            </a:r>
            <a:r>
              <a:rPr lang="zh-CN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方向。</a:t>
            </a:r>
            <a:endParaRPr lang="zh-CN" altLang="zh-CN" sz="2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2" name="直接箭头连接符 41"/>
          <p:cNvCxnSpPr>
            <a:endCxn id="21" idx="1"/>
          </p:cNvCxnSpPr>
          <p:nvPr>
            <p:custDataLst>
              <p:tags r:id="rId6"/>
            </p:custDataLst>
          </p:nvPr>
        </p:nvCxnSpPr>
        <p:spPr>
          <a:xfrm>
            <a:off x="9067651" y="2719652"/>
            <a:ext cx="1525579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rgbClr val="385723"/>
          </a:lnRef>
          <a:fillRef idx="0">
            <a:srgbClr val="385723"/>
          </a:fillRef>
          <a:effectRef idx="0">
            <a:srgbClr val="385723"/>
          </a:effectRef>
          <a:fontRef idx="minor">
            <a:schemeClr val="tx1"/>
          </a:fontRef>
        </p:style>
      </p:cxnSp>
      <p:sp>
        <p:nvSpPr>
          <p:cNvPr id="31" name="矩形 30"/>
          <p:cNvSpPr/>
          <p:nvPr>
            <p:custDataLst>
              <p:tags r:id="rId7"/>
            </p:custDataLst>
          </p:nvPr>
        </p:nvSpPr>
        <p:spPr>
          <a:xfrm>
            <a:off x="504480" y="5653651"/>
            <a:ext cx="8485904" cy="838050"/>
          </a:xfrm>
          <a:prstGeom prst="rect">
            <a:avLst/>
          </a:prstGeom>
        </p:spPr>
        <p:style>
          <a:lnRef idx="0">
            <a:srgbClr val="FFFFFF"/>
          </a:lnRef>
          <a:fillRef idx="1">
            <a:srgbClr val="385723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bIns="144145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250440" algn="l"/>
              </a:tabLst>
            </a:pP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lt"/>
              </a:rPr>
              <a:t>结论：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电场中电场强度方向指向电势降低最快的方向。</a:t>
            </a:r>
            <a:endParaRPr lang="zh-CN" altLang="zh-CN" sz="11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>
                <p:custDataLst>
                  <p:tags r:id="rId1"/>
                </p:custDataLst>
              </p:nvPr>
            </p:nvSpPr>
            <p:spPr>
              <a:xfrm>
                <a:off x="705135" y="1324794"/>
                <a:ext cx="10646792" cy="35954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ct val="0"/>
                  </a:spcAft>
                  <a:tabLst>
                    <a:tab pos="2250440" algn="l"/>
                  </a:tabLst>
                </a:pPr>
                <a:r>
                  <a:rPr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由公式</a:t>
                </a:r>
                <a:r>
                  <a:rPr lang="en-US" altLang="zh-CN" sz="2800" i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𝐴𝐵</m:t>
                            </m:r>
                          </m:sub>
                        </m:sSub>
                      </m:num>
                      <m:den>
                        <m:r>
                          <a:rPr lang="en-US" altLang="zh-CN" sz="2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得电场强度跟两点的电势差成正比，跟两点的距离成反比。</a:t>
                </a: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　　</a:t>
                </a: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zh-CN" sz="1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ct val="0"/>
                  </a:spcAft>
                  <a:tabLst>
                    <a:tab pos="2250440" algn="l"/>
                  </a:tabLst>
                </a:pP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匀强电场中沿电场线方向，任何相同距离上电势降落必定相等。</a:t>
                </a:r>
                <a:endParaRPr lang="en-US" altLang="zh-CN" sz="28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50000"/>
                  </a:lnSpc>
                  <a:spcAft>
                    <a:spcPct val="0"/>
                  </a:spcAft>
                  <a:tabLst>
                    <a:tab pos="2250440" algn="l"/>
                  </a:tabLst>
                </a:pP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　　</a:t>
                </a: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zh-CN" sz="1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ct val="0"/>
                  </a:spcAft>
                  <a:tabLst>
                    <a:tab pos="2250440" algn="l"/>
                  </a:tabLst>
                </a:pP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(3)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匀强电场中电势降低的方向必是电场强度方向。</a:t>
                </a: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　　</a:t>
                </a: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zh-CN" sz="1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705135" y="1324794"/>
                <a:ext cx="10646792" cy="3595408"/>
              </a:xfrm>
              <a:prstGeom prst="rect">
                <a:avLst/>
              </a:prstGeom>
              <a:blipFill>
                <a:blip r:embed="rId7"/>
                <a:stretch>
                  <a:fillRect l="-1203" r="-1145"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8836843" y="4205114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kern="1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endParaRPr lang="zh-CN" altLang="en-US" sz="3600" b="1" kern="10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2356123" y="2260898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kern="1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endParaRPr lang="zh-CN" altLang="en-US" sz="3600" b="1" kern="10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0478389" y="3558783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kern="1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√</a:t>
            </a:r>
            <a:endParaRPr lang="zh-CN" altLang="en-US" sz="3600" b="1" kern="10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hlinkClick r:id="rId6" action="ppaction://hlinksldjump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080203" y="6239152"/>
            <a:ext cx="981541" cy="6462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>
                <p:custDataLst>
                  <p:tags r:id="rId2"/>
                </p:custDataLst>
              </p:nvPr>
            </p:nvSpPr>
            <p:spPr>
              <a:xfrm>
                <a:off x="579707" y="718600"/>
                <a:ext cx="8154272" cy="53237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ct val="0"/>
                  </a:spcAft>
                  <a:tabLst>
                    <a:tab pos="2250440" algn="l"/>
                  </a:tabLst>
                </a:pPr>
                <a:r>
                  <a:rPr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1.</a:t>
                </a:r>
                <a:r>
                  <a:rPr lang="zh-CN" altLang="zh-CN" sz="28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如图所示，</a:t>
                </a:r>
                <a:r>
                  <a:rPr lang="en-US" altLang="zh-CN" sz="2800" i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800" i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800" i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是匀强电场中一直角三角形的三个顶点，其中∠</a:t>
                </a:r>
                <a:r>
                  <a:rPr lang="en-US" altLang="zh-CN" sz="2800" i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=30°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800" i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AB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方向与电场方向平行，</a:t>
                </a:r>
                <a:r>
                  <a:rPr lang="en-US" altLang="zh-CN" sz="2800" i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AC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边长</a:t>
                </a: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0.8 m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。已知</a:t>
                </a:r>
                <a:r>
                  <a:rPr lang="en-US" altLang="zh-CN" sz="2800" i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800" i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两点的电势分别为</a:t>
                </a:r>
                <a:r>
                  <a:rPr lang="en-US" altLang="zh-CN" sz="2800" i="1" err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φ</a:t>
                </a:r>
                <a:r>
                  <a:rPr lang="en-US" altLang="zh-CN" sz="2800" i="1" baseline="-25000" err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=9 V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800" i="1" err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φ</a:t>
                </a:r>
                <a:r>
                  <a:rPr lang="en-US" altLang="zh-CN" sz="2800" i="1" baseline="-25000" err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=3 V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，下列说法正确的是</a:t>
                </a:r>
                <a:endParaRPr lang="zh-CN" altLang="zh-CN" sz="1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ct val="0"/>
                  </a:spcAft>
                  <a:tabLst>
                    <a:tab pos="2250440" algn="l"/>
                  </a:tabLst>
                </a:pP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A.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匀强电场的电场强度大小为</a:t>
                </a: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7.5 V/m</a:t>
                </a:r>
                <a:endParaRPr lang="zh-CN" altLang="zh-CN" sz="1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ct val="0"/>
                  </a:spcAft>
                  <a:tabLst>
                    <a:tab pos="2250440" algn="l"/>
                  </a:tabLst>
                </a:pP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B.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匀强电场的电场强度大小为</a:t>
                </a: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15 V/m</a:t>
                </a:r>
                <a:endParaRPr lang="zh-CN" altLang="zh-CN" sz="1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ct val="0"/>
                  </a:spcAft>
                  <a:tabLst>
                    <a:tab pos="2250440" algn="l"/>
                  </a:tabLst>
                </a:pP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C.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匀强电场的电场强度大小为</a:t>
                </a: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sz="2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 xml:space="preserve"> V/m</a:t>
                </a:r>
                <a:endParaRPr lang="zh-CN" altLang="zh-CN" sz="1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ct val="0"/>
                  </a:spcAft>
                  <a:tabLst>
                    <a:tab pos="2250440" algn="l"/>
                  </a:tabLst>
                </a:pPr>
                <a:r>
                  <a:rPr lang="en-US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D.</a:t>
                </a:r>
                <a:r>
                  <a:rPr lang="en-US" altLang="zh-CN" sz="2800" i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点比</a:t>
                </a:r>
                <a:r>
                  <a:rPr lang="en-US" altLang="zh-CN" sz="2800" i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zh-CN" sz="28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点电势低</a:t>
                </a:r>
                <a:endParaRPr lang="zh-CN" altLang="zh-CN" sz="1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579707" y="718600"/>
                <a:ext cx="8154272" cy="5323765"/>
              </a:xfrm>
              <a:prstGeom prst="rect">
                <a:avLst/>
              </a:prstGeom>
              <a:blipFill>
                <a:blip r:embed="rId9"/>
                <a:stretch>
                  <a:fillRect l="-1495" b="-9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284.jpeg"/>
          <p:cNvPicPr/>
          <p:nvPr>
            <p:custDataLst>
              <p:tags r:id="rId3"/>
            </p:custDataLst>
          </p:nvPr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80596" y="889323"/>
            <a:ext cx="2549594" cy="195233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9"/>
          <p:cNvSpPr txBox="1"/>
          <p:nvPr>
            <p:custDataLst>
              <p:tags r:id="rId4"/>
            </p:custDataLst>
          </p:nvPr>
        </p:nvSpPr>
        <p:spPr>
          <a:xfrm>
            <a:off x="433090" y="3953835"/>
            <a:ext cx="748515" cy="65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5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830116" y="818748"/>
            <a:ext cx="10645200" cy="74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zh-CN" sz="3200" b="1" kern="1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电势差的三种求解方法</a:t>
            </a:r>
            <a:endParaRPr lang="zh-CN" altLang="zh-CN" sz="3200" b="1" kern="100">
              <a:solidFill>
                <a:srgbClr val="70AD47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541251" y="4466308"/>
            <a:ext cx="10960100" cy="1323376"/>
          </a:xfrm>
          <a:prstGeom prst="rect">
            <a:avLst/>
          </a:prstGeom>
        </p:spPr>
        <p:style>
          <a:lnRef idx="3">
            <a:srgbClr val="38572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250440" algn="l"/>
              </a:tabLst>
            </a:pPr>
            <a:r>
              <a:rPr lang="zh-CN" altLang="zh-CN" sz="28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lt"/>
              </a:rPr>
              <a:t>说明：</a:t>
            </a:r>
            <a:r>
              <a:rPr lang="en-US" altLang="zh-CN" sz="2800" i="1" kern="1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i="1" kern="1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2800" kern="1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 kern="1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</a:t>
            </a:r>
            <a:r>
              <a:rPr lang="zh-CN" altLang="zh-CN" sz="2800" kern="1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阐述的是一个矢量的大小与另一个标量间的关系，所以</a:t>
            </a:r>
            <a:r>
              <a:rPr lang="zh-CN" altLang="zh-CN" sz="2800" kern="1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不带符号</a:t>
            </a:r>
            <a:r>
              <a:rPr lang="zh-CN" altLang="zh-CN" sz="2800" kern="1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计算，结果的正负根据题意另行判断。</a:t>
            </a:r>
            <a:endParaRPr lang="zh-CN" altLang="zh-CN" sz="11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7" name="组合 36"/>
          <p:cNvGrpSpPr/>
          <p:nvPr>
            <p:custDataLst>
              <p:tags r:id="rId3"/>
            </p:custDataLst>
          </p:nvPr>
        </p:nvGrpSpPr>
        <p:grpSpPr>
          <a:xfrm>
            <a:off x="529186" y="2169513"/>
            <a:ext cx="3265805" cy="2070100"/>
            <a:chOff x="557" y="3796"/>
            <a:chExt cx="5143" cy="3260"/>
          </a:xfrm>
        </p:grpSpPr>
        <p:sp>
          <p:nvSpPr>
            <p:cNvPr id="34" name="矩形 33"/>
            <p:cNvSpPr/>
            <p:nvPr>
              <p:custDataLst>
                <p:tags r:id="rId14"/>
              </p:custDataLst>
            </p:nvPr>
          </p:nvSpPr>
          <p:spPr>
            <a:xfrm>
              <a:off x="576" y="3796"/>
              <a:ext cx="5124" cy="2975"/>
            </a:xfrm>
            <a:prstGeom prst="rect">
              <a:avLst/>
            </a:prstGeom>
            <a:ln w="12700" cmpd="sng">
              <a:solidFill>
                <a:srgbClr val="385723">
                  <a:shade val="50000"/>
                </a:srgbClr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圆角矩形 29"/>
            <p:cNvSpPr/>
            <p:nvPr>
              <p:custDataLst>
                <p:tags r:id="rId15"/>
              </p:custDataLst>
            </p:nvPr>
          </p:nvSpPr>
          <p:spPr>
            <a:xfrm>
              <a:off x="576" y="3796"/>
              <a:ext cx="5124" cy="3260"/>
            </a:xfrm>
            <a:prstGeom prst="roundRect">
              <a:avLst/>
            </a:prstGeom>
            <a:noFill/>
            <a:ln>
              <a:noFill/>
              <a:prstDash val="dash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6"/>
              </p:custDataLst>
            </p:nvPr>
          </p:nvSpPr>
          <p:spPr>
            <a:xfrm>
              <a:off x="557" y="3796"/>
              <a:ext cx="5143" cy="1463"/>
            </a:xfrm>
            <a:prstGeom prst="rect">
              <a:avLst/>
            </a:prstGeom>
            <a:blipFill rotWithShape="1">
              <a:blip r:embed="rId19"/>
              <a:tile tx="0" ty="0" sx="100000" sy="100000" flip="none" algn="tl"/>
            </a:blipFill>
          </p:spPr>
          <p:txBody>
            <a:bodyPr wrap="square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ct val="0"/>
                </a:spcAft>
              </a:pPr>
              <a:r>
                <a:rPr lang="zh-CN" altLang="zh-CN" sz="28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解法一</a:t>
              </a:r>
            </a:p>
            <a:p>
              <a:pPr algn="ctr">
                <a:lnSpc>
                  <a:spcPct val="150000"/>
                </a:lnSpc>
                <a:spcAft>
                  <a:spcPct val="0"/>
                </a:spcAft>
              </a:pPr>
              <a:endPara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7"/>
              </p:custDataLst>
            </p:nvPr>
          </p:nvSpPr>
          <p:spPr>
            <a:xfrm>
              <a:off x="576" y="5259"/>
              <a:ext cx="5124" cy="1513"/>
            </a:xfrm>
            <a:prstGeom prst="rect">
              <a:avLst/>
            </a:prstGeom>
            <a:solidFill>
              <a:schemeClr val="bg1">
                <a:lumMod val="85000"/>
                <a:alpha val="36000"/>
              </a:schemeClr>
            </a:solidFill>
          </p:spPr>
          <p:txBody>
            <a:bodyPr wrap="square">
              <a:noAutofit/>
            </a:bodyPr>
            <a:lstStyle/>
            <a:p>
              <a:pPr algn="just">
                <a:lnSpc>
                  <a:spcPct val="150000"/>
                </a:lnSpc>
                <a:spcAft>
                  <a:spcPct val="0"/>
                </a:spcAft>
              </a:pPr>
              <a:r>
                <a:rPr lang="zh-CN" sz="28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定义式：</a:t>
              </a:r>
              <a:r>
                <a:rPr lang="en-US" altLang="zh-CN" sz="2800" i="1" kern="1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U</a:t>
              </a:r>
              <a:r>
                <a:rPr lang="en-US" altLang="zh-CN" sz="2800" i="1" kern="100" baseline="-250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AB</a:t>
              </a:r>
              <a:r>
                <a:rPr lang="en-US" altLang="zh-CN" sz="2800" kern="1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=</a:t>
              </a:r>
              <a:r>
                <a:rPr lang="en-US" altLang="zh-CN" sz="2800" i="1" kern="100" err="1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φ</a:t>
              </a:r>
              <a:r>
                <a:rPr lang="en-US" altLang="zh-CN" sz="2800" i="1" kern="100" baseline="-25000" err="1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A</a:t>
              </a:r>
              <a:r>
                <a:rPr lang="en-US" altLang="zh-CN" sz="2800" kern="100" err="1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-</a:t>
              </a:r>
              <a:r>
                <a:rPr lang="en-US" altLang="zh-CN" sz="2800" i="1" kern="100" err="1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φ</a:t>
              </a:r>
              <a:r>
                <a:rPr lang="en-US" altLang="zh-CN" sz="2800" i="1" kern="100" baseline="-25000" err="1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B</a:t>
              </a:r>
              <a:endPara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endParaRPr>
            </a:p>
            <a:p>
              <a:pPr algn="just">
                <a:lnSpc>
                  <a:spcPct val="150000"/>
                </a:lnSpc>
                <a:spcAft>
                  <a:spcPct val="0"/>
                </a:spcAft>
              </a:pPr>
              <a:endPara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4"/>
            </p:custDataLst>
          </p:nvPr>
        </p:nvGrpSpPr>
        <p:grpSpPr>
          <a:xfrm>
            <a:off x="4278861" y="2168878"/>
            <a:ext cx="3426460" cy="2070735"/>
            <a:chOff x="6462" y="3795"/>
            <a:chExt cx="5396" cy="3261"/>
          </a:xfrm>
        </p:grpSpPr>
        <p:sp>
          <p:nvSpPr>
            <p:cNvPr id="35" name="矩形 34"/>
            <p:cNvSpPr/>
            <p:nvPr>
              <p:custDataLst>
                <p:tags r:id="rId10"/>
              </p:custDataLst>
            </p:nvPr>
          </p:nvSpPr>
          <p:spPr>
            <a:xfrm>
              <a:off x="6724" y="3796"/>
              <a:ext cx="5124" cy="3024"/>
            </a:xfrm>
            <a:prstGeom prst="rect">
              <a:avLst/>
            </a:prstGeom>
            <a:ln w="12700" cmpd="sng">
              <a:solidFill>
                <a:srgbClr val="385723">
                  <a:shade val="50000"/>
                </a:srgbClr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圆角矩形 31"/>
            <p:cNvSpPr/>
            <p:nvPr>
              <p:custDataLst>
                <p:tags r:id="rId11"/>
              </p:custDataLst>
            </p:nvPr>
          </p:nvSpPr>
          <p:spPr>
            <a:xfrm>
              <a:off x="6462" y="3796"/>
              <a:ext cx="5124" cy="3260"/>
            </a:xfrm>
            <a:prstGeom prst="roundRect">
              <a:avLst/>
            </a:prstGeom>
            <a:noFill/>
            <a:ln>
              <a:noFill/>
              <a:prstDash val="dash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6755" y="5119"/>
                  <a:ext cx="5061" cy="1701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36000"/>
                  </a:schemeClr>
                </a:solidFill>
              </p:spPr>
              <p:txBody>
                <a:bodyPr wrap="square" bIns="575945">
                  <a:noAutofit/>
                </a:bodyPr>
                <a:lstStyle/>
                <a:p>
                  <a:pPr algn="just">
                    <a:lnSpc>
                      <a:spcPct val="150000"/>
                    </a:lnSpc>
                    <a:spcAft>
                      <a:spcPct val="0"/>
                    </a:spcAft>
                  </a:pPr>
                  <a:r>
                    <a:rPr lang="zh-CN" altLang="zh-CN" sz="2800" kern="10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  <a:cs typeface="+mn-ea"/>
                      <a:sym typeface="+mn-lt"/>
                    </a:rPr>
                    <a:t>关系法：</a:t>
                  </a:r>
                  <a:r>
                    <a:rPr lang="en-US" altLang="zh-CN" sz="2800" i="1" kern="100">
                      <a:solidFill>
                        <a:srgbClr val="C00000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  <a:cs typeface="+mn-ea"/>
                      <a:sym typeface="+mn-lt"/>
                    </a:rPr>
                    <a:t>U</a:t>
                  </a:r>
                  <a:r>
                    <a:rPr lang="en-US" altLang="zh-CN" sz="2800" i="1" kern="100" baseline="-25000">
                      <a:solidFill>
                        <a:srgbClr val="C00000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  <a:cs typeface="+mn-ea"/>
                      <a:sym typeface="+mn-lt"/>
                    </a:rPr>
                    <a:t>AB</a:t>
                  </a:r>
                  <a:r>
                    <a:rPr lang="en-US" altLang="zh-CN" sz="2800" kern="100">
                      <a:solidFill>
                        <a:srgbClr val="C00000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  <a:cs typeface="+mn-ea"/>
                      <a:sym typeface="+mn-lt"/>
                    </a:rPr>
                    <a:t>=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zh-CN" altLang="zh-CN" sz="2800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800" i="1" kern="10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kern="10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2800" i="1" kern="10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𝐴𝐵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𝑞</m:t>
                          </m:r>
                        </m:den>
                      </m:f>
                    </m:oMath>
                  </a14:m>
                  <a:endPara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+mn-ea"/>
                    <a:sym typeface="+mn-lt"/>
                  </a:endParaRPr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9" name="矩形 18"/>
                <p:cNvSpPr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0"/>
                  </p:custDataLst>
                </p:nvPr>
              </p:nvSpPr>
              <p:spPr>
                <a:xfrm>
                  <a:off x="6755" y="5119"/>
                  <a:ext cx="5061" cy="1701"/>
                </a:xfrm>
                <a:prstGeom prst="rect">
                  <a:avLst/>
                </a:prstGeom>
                <a:blipFill>
                  <a:blip r:embed="rId21"/>
                  <a:stretch>
                    <a:fillRect l="-3788" r="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矩形 20"/>
            <p:cNvSpPr/>
            <p:nvPr>
              <p:custDataLst>
                <p:tags r:id="rId13"/>
              </p:custDataLst>
            </p:nvPr>
          </p:nvSpPr>
          <p:spPr>
            <a:xfrm>
              <a:off x="6710" y="3795"/>
              <a:ext cx="5149" cy="1329"/>
            </a:xfrm>
            <a:prstGeom prst="rect">
              <a:avLst/>
            </a:prstGeom>
            <a:blipFill>
              <a:blip r:embed="rId19"/>
              <a:tile tx="0" ty="0" sx="100000" sy="100000" flip="none" algn="tl"/>
            </a:blipFill>
          </p:spPr>
          <p:txBody>
            <a:bodyPr wrap="square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ct val="0"/>
                </a:spcAft>
              </a:pPr>
              <a:r>
                <a:rPr lang="zh-CN" altLang="zh-CN" sz="28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解法二</a:t>
              </a:r>
            </a:p>
            <a:p>
              <a:pPr algn="ctr">
                <a:lnSpc>
                  <a:spcPct val="150000"/>
                </a:lnSpc>
                <a:spcAft>
                  <a:spcPct val="0"/>
                </a:spcAft>
              </a:pPr>
              <a:endPara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>
            <p:custDataLst>
              <p:tags r:id="rId5"/>
            </p:custDataLst>
          </p:nvPr>
        </p:nvGrpSpPr>
        <p:grpSpPr>
          <a:xfrm>
            <a:off x="8221576" y="2108553"/>
            <a:ext cx="3335655" cy="2070100"/>
            <a:chOff x="12671" y="3700"/>
            <a:chExt cx="5253" cy="3260"/>
          </a:xfrm>
        </p:grpSpPr>
        <p:sp>
          <p:nvSpPr>
            <p:cNvPr id="36" name="矩形 35"/>
            <p:cNvSpPr/>
            <p:nvPr>
              <p:custDataLst>
                <p:tags r:id="rId6"/>
              </p:custDataLst>
            </p:nvPr>
          </p:nvSpPr>
          <p:spPr>
            <a:xfrm>
              <a:off x="12800" y="3796"/>
              <a:ext cx="5124" cy="2975"/>
            </a:xfrm>
            <a:prstGeom prst="rect">
              <a:avLst/>
            </a:prstGeom>
            <a:ln w="12700" cmpd="sng">
              <a:solidFill>
                <a:srgbClr val="385723">
                  <a:shade val="50000"/>
                </a:srgbClr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圆角矩形 32"/>
            <p:cNvSpPr/>
            <p:nvPr>
              <p:custDataLst>
                <p:tags r:id="rId7"/>
              </p:custDataLst>
            </p:nvPr>
          </p:nvSpPr>
          <p:spPr>
            <a:xfrm>
              <a:off x="12671" y="3700"/>
              <a:ext cx="5124" cy="3260"/>
            </a:xfrm>
            <a:prstGeom prst="roundRect">
              <a:avLst/>
            </a:prstGeom>
            <a:noFill/>
            <a:ln>
              <a:noFill/>
              <a:prstDash val="dash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8"/>
              </p:custDataLst>
            </p:nvPr>
          </p:nvSpPr>
          <p:spPr>
            <a:xfrm>
              <a:off x="12773" y="3796"/>
              <a:ext cx="5146" cy="1207"/>
            </a:xfrm>
            <a:prstGeom prst="rect">
              <a:avLst/>
            </a:prstGeom>
            <a:blipFill rotWithShape="1">
              <a:blip r:embed="rId19"/>
              <a:tile tx="0" ty="0" sx="100000" sy="100000" flip="none" algn="tl"/>
            </a:blipFill>
          </p:spPr>
          <p:txBody>
            <a:bodyPr wrap="square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ct val="0"/>
                </a:spcAft>
              </a:pPr>
              <a:r>
                <a:rPr lang="zh-CN" altLang="zh-CN" sz="28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解法三</a:t>
              </a:r>
            </a:p>
            <a:p>
              <a:pPr algn="just">
                <a:lnSpc>
                  <a:spcPct val="150000"/>
                </a:lnSpc>
                <a:spcAft>
                  <a:spcPct val="0"/>
                </a:spcAft>
              </a:pPr>
              <a:endPara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9"/>
              </p:custDataLst>
            </p:nvPr>
          </p:nvSpPr>
          <p:spPr>
            <a:xfrm>
              <a:off x="12871" y="5005"/>
              <a:ext cx="5017" cy="1859"/>
            </a:xfrm>
            <a:prstGeom prst="rect">
              <a:avLst/>
            </a:prstGeom>
            <a:solidFill>
              <a:schemeClr val="bg1">
                <a:lumMod val="85000"/>
                <a:alpha val="36000"/>
              </a:schemeClr>
            </a:solidFill>
          </p:spPr>
          <p:txBody>
            <a:bodyPr wrap="square" tIns="288290">
              <a:noAutofit/>
            </a:bodyPr>
            <a:lstStyle/>
            <a:p>
              <a:pPr algn="just">
                <a:lnSpc>
                  <a:spcPct val="150000"/>
                </a:lnSpc>
                <a:spcAft>
                  <a:spcPct val="0"/>
                </a:spcAft>
              </a:pPr>
              <a:r>
                <a:rPr lang="zh-CN" altLang="zh-CN" sz="2800" kern="1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匀强电场：</a:t>
              </a:r>
              <a:r>
                <a:rPr lang="en-US" altLang="zh-CN" sz="2800" i="1" kern="1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U</a:t>
              </a:r>
              <a:r>
                <a:rPr lang="en-US" altLang="zh-CN" sz="2800" i="1" kern="100" baseline="-250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AB</a:t>
              </a:r>
              <a:r>
                <a:rPr lang="en-US" altLang="zh-CN" sz="2800" kern="1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=</a:t>
              </a:r>
              <a:r>
                <a:rPr lang="en-US" altLang="zh-CN" sz="2800" i="1" kern="1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  <a:sym typeface="+mn-lt"/>
                </a:rPr>
                <a:t>Ed</a:t>
              </a:r>
              <a:endPara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>
                <p:custDataLst>
                  <p:tags r:id="rId1"/>
                </p:custDataLst>
              </p:nvPr>
            </p:nvSpPr>
            <p:spPr>
              <a:xfrm>
                <a:off x="605375" y="398311"/>
                <a:ext cx="11412000" cy="10100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ct val="0"/>
                  </a:spcAft>
                  <a:tabLst>
                    <a:tab pos="2250440" algn="l"/>
                  </a:tabLst>
                </a:pPr>
                <a:r>
                  <a:rPr lang="zh-CN" altLang="zh-CN" sz="28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运用</a:t>
                </a:r>
                <a:r>
                  <a:rPr lang="en-US" altLang="zh-CN" sz="2800" i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zh-CN" sz="28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怎样解释电场线密的地方等差等势线也密？</a:t>
                </a:r>
                <a:endParaRPr lang="zh-CN" altLang="zh-CN" sz="11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605375" y="398311"/>
                <a:ext cx="11412000" cy="1010085"/>
              </a:xfrm>
              <a:prstGeom prst="rect">
                <a:avLst/>
              </a:prstGeom>
              <a:blipFill>
                <a:blip r:embed="rId14"/>
                <a:stretch>
                  <a:fillRect l="-1068" r="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>
                <p:custDataLst>
                  <p:tags r:id="rId2"/>
                </p:custDataLst>
              </p:nvPr>
            </p:nvSpPr>
            <p:spPr>
              <a:xfrm>
                <a:off x="605375" y="4654774"/>
                <a:ext cx="11239973" cy="16564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ct val="0"/>
                  </a:spcAft>
                </a:pPr>
                <a:r>
                  <a:rPr lang="zh-CN" altLang="zh-CN" sz="2800" kern="10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答案　</a:t>
                </a:r>
                <a:r>
                  <a:rPr lang="zh-CN" altLang="zh-CN" sz="2800">
                    <a:solidFill>
                      <a:srgbClr val="70AD4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</a:t>
                </a:r>
                <a:r>
                  <a:rPr lang="en-US" altLang="zh-CN" sz="2800" i="1">
                    <a:solidFill>
                      <a:srgbClr val="70AD4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sz="2800">
                    <a:solidFill>
                      <a:srgbClr val="70AD4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70AD47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70AD47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70AD47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zh-CN" sz="2800">
                    <a:solidFill>
                      <a:srgbClr val="70AD4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知，</a:t>
                </a:r>
                <a:r>
                  <a:rPr lang="en-US" altLang="zh-CN" sz="2800" i="1">
                    <a:solidFill>
                      <a:srgbClr val="70AD4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U</a:t>
                </a:r>
                <a:r>
                  <a:rPr lang="zh-CN" altLang="zh-CN" sz="2800">
                    <a:solidFill>
                      <a:srgbClr val="70AD4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一定时，</a:t>
                </a:r>
                <a:r>
                  <a:rPr lang="en-US" altLang="zh-CN" sz="2800" i="1">
                    <a:solidFill>
                      <a:srgbClr val="70AD4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</a:t>
                </a:r>
                <a:r>
                  <a:rPr lang="zh-CN" altLang="zh-CN" sz="2800">
                    <a:solidFill>
                      <a:srgbClr val="70AD4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越大，</a:t>
                </a:r>
                <a:r>
                  <a:rPr lang="en-US" altLang="zh-CN" sz="2800" i="1">
                    <a:solidFill>
                      <a:srgbClr val="70AD4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zh-CN" altLang="zh-CN" sz="2800">
                    <a:solidFill>
                      <a:srgbClr val="70AD4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越小，故电场线密的地方等差等势线也密。</a:t>
                </a:r>
                <a:endParaRPr lang="zh-CN" altLang="zh-CN" sz="11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605375" y="4654774"/>
                <a:ext cx="11239973" cy="1656415"/>
              </a:xfrm>
              <a:prstGeom prst="rect">
                <a:avLst/>
              </a:prstGeom>
              <a:blipFill>
                <a:blip r:embed="rId16"/>
                <a:stretch>
                  <a:fillRect l="-1085" r="0" b="-5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54913" y="1641735"/>
            <a:ext cx="3998434" cy="2940312"/>
          </a:xfrm>
          <a:prstGeom prst="rect">
            <a:avLst/>
          </a:prstGeom>
        </p:spPr>
      </p:pic>
      <p:sp>
        <p:nvSpPr>
          <p:cNvPr id="6" name="椭圆 5"/>
          <p:cNvSpPr/>
          <p:nvPr>
            <p:custDataLst>
              <p:tags r:id="rId4"/>
            </p:custDataLst>
          </p:nvPr>
        </p:nvSpPr>
        <p:spPr>
          <a:xfrm>
            <a:off x="5330580" y="1982568"/>
            <a:ext cx="706558" cy="2049708"/>
          </a:xfrm>
          <a:prstGeom prst="ellipse">
            <a:avLst/>
          </a:prstGeom>
          <a:noFill/>
          <a:ln w="19050">
            <a:solidFill>
              <a:srgbClr val="70AD47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6340475" y="279616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lt"/>
              </a:rPr>
              <a:t>密集</a:t>
            </a: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1776362" y="1641735"/>
            <a:ext cx="1685114" cy="2841552"/>
          </a:xfrm>
          <a:prstGeom prst="ellipse">
            <a:avLst/>
          </a:prstGeom>
          <a:noFill/>
          <a:ln w="19050">
            <a:solidFill>
              <a:srgbClr val="70AD47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822396" y="285028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lt"/>
              </a:rPr>
              <a:t>稀疏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8549214" y="2744487"/>
                <a:ext cx="1492281" cy="8899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b="1" i="1" kern="10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+mn-lt"/>
                  </a:rPr>
                  <a:t xml:space="preserve">E </a:t>
                </a:r>
                <a:r>
                  <a:rPr lang="en-US" altLang="zh-CN" sz="3600" b="1" kern="10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+mn-lt"/>
                  </a:rPr>
                  <a:t xml:space="preserve"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6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en-US" altLang="zh-CN" sz="36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𝑼</m:t>
                        </m:r>
                      </m:num>
                      <m:den>
                        <m:r>
                          <a:rPr lang="en-US" altLang="zh-CN" sz="36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𝒅</m:t>
                        </m:r>
                      </m:den>
                    </m:f>
                  </m:oMath>
                </a14:m>
                <a:endParaRPr lang="zh-CN" altLang="en-US" sz="3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8549214" y="2744487"/>
                <a:ext cx="1492281" cy="889924"/>
              </a:xfrm>
              <a:prstGeom prst="rect">
                <a:avLst/>
              </a:prstGeom>
              <a:blipFill>
                <a:blip r:embed="rId20"/>
                <a:stretch>
                  <a:fillRect l="-12245" b="-10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对话气泡: 椭圆形 13"/>
          <p:cNvSpPr/>
          <p:nvPr>
            <p:custDataLst>
              <p:tags r:id="rId9"/>
            </p:custDataLst>
          </p:nvPr>
        </p:nvSpPr>
        <p:spPr>
          <a:xfrm>
            <a:off x="9615971" y="1954082"/>
            <a:ext cx="1369083" cy="711200"/>
          </a:xfrm>
          <a:prstGeom prst="wedgeEllipseCallout">
            <a:avLst>
              <a:gd name="adj1" fmla="val -40292"/>
              <a:gd name="adj2" fmla="val 70663"/>
            </a:avLst>
          </a:prstGeom>
          <a:ln>
            <a:solidFill>
              <a:srgbClr val="70AD47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相同</a:t>
            </a:r>
          </a:p>
        </p:txBody>
      </p:sp>
      <p:sp>
        <p:nvSpPr>
          <p:cNvPr id="15" name="对话气泡: 椭圆形 14"/>
          <p:cNvSpPr/>
          <p:nvPr>
            <p:custDataLst>
              <p:tags r:id="rId10"/>
            </p:custDataLst>
          </p:nvPr>
        </p:nvSpPr>
        <p:spPr>
          <a:xfrm>
            <a:off x="7544093" y="2033287"/>
            <a:ext cx="1369083" cy="711200"/>
          </a:xfrm>
          <a:prstGeom prst="wedgeEllipseCallout">
            <a:avLst>
              <a:gd name="adj1" fmla="val 33918"/>
              <a:gd name="adj2" fmla="val 72704"/>
            </a:avLst>
          </a:prstGeom>
          <a:ln>
            <a:solidFill>
              <a:srgbClr val="70AD47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</a:t>
            </a:r>
          </a:p>
        </p:txBody>
      </p:sp>
      <p:sp>
        <p:nvSpPr>
          <p:cNvPr id="16" name="对话气泡: 椭圆形 15"/>
          <p:cNvSpPr/>
          <p:nvPr>
            <p:custDataLst>
              <p:tags r:id="rId11"/>
            </p:custDataLst>
          </p:nvPr>
        </p:nvSpPr>
        <p:spPr>
          <a:xfrm>
            <a:off x="9699070" y="3728948"/>
            <a:ext cx="1442999" cy="711200"/>
          </a:xfrm>
          <a:prstGeom prst="wedgeEllipseCallout">
            <a:avLst>
              <a:gd name="adj1" fmla="val -46653"/>
              <a:gd name="adj2" fmla="val -72194"/>
            </a:avLst>
          </a:prstGeom>
          <a:ln>
            <a:solidFill>
              <a:srgbClr val="70AD47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</a:t>
            </a:r>
            <a:r>
              <a:rPr lang="en-US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密</a:t>
            </a:r>
            <a:r>
              <a:rPr lang="en-US" altLang="zh-CN" sz="28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800">
              <a:solidFill>
                <a:srgbClr val="70AD47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513031" y="1313488"/>
            <a:ext cx="11307494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ctr" fontAlgn="auto">
              <a:lnSpc>
                <a:spcPct val="200000"/>
              </a:lnSpc>
              <a:spcAft>
                <a:spcPct val="0"/>
              </a:spcAft>
              <a:tabLst>
                <a:tab pos="1350645" algn="l"/>
                <a:tab pos="2790825" algn="l"/>
                <a:tab pos="4231005" algn="l"/>
              </a:tabLst>
            </a:pPr>
            <a:r>
              <a:rPr lang="zh-CN" altLang="en-US" sz="3600" b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 xml:space="preserve">公式 </a:t>
            </a:r>
            <a:r>
              <a:rPr lang="en-US" altLang="zh-CN" sz="3600" b="1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U</a:t>
            </a:r>
            <a:r>
              <a:rPr lang="en-US" altLang="zh-CN" sz="3600" b="1" i="1" baseline="-25000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AB</a:t>
            </a:r>
            <a:r>
              <a:rPr lang="en-US" altLang="zh-CN" sz="3600" b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=</a:t>
            </a:r>
            <a:r>
              <a:rPr lang="en-US" altLang="zh-CN" sz="3600" b="1" i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 xml:space="preserve">Ed </a:t>
            </a:r>
            <a:r>
              <a:rPr lang="zh-CN" altLang="en-US" sz="3600" b="1">
                <a:solidFill>
                  <a:srgbClr val="70AD4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适用范围</a:t>
            </a:r>
            <a:endParaRPr lang="en-US" altLang="zh-CN" sz="3600" b="1">
              <a:solidFill>
                <a:srgbClr val="70AD47"/>
              </a:solidFill>
              <a:latin typeface="Times New Roman" panose="02020603050405020304" pitchFamily="18" charset="0"/>
              <a:ea typeface="宋体" panose="02010600030101010101" pitchFamily="2" charset="-122"/>
              <a:cs typeface="+mn-ea"/>
              <a:sym typeface="+mn-lt"/>
            </a:endParaRPr>
          </a:p>
          <a:p>
            <a:pPr indent="0" algn="just" fontAlgn="auto">
              <a:lnSpc>
                <a:spcPct val="200000"/>
              </a:lnSpc>
              <a:spcAft>
                <a:spcPct val="0"/>
              </a:spcAft>
              <a:tabLst>
                <a:tab pos="1350645" algn="l"/>
                <a:tab pos="2790825" algn="l"/>
                <a:tab pos="4231005" algn="l"/>
              </a:tabLst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1.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只适用于匀强电场的定量计算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；</a:t>
            </a:r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  <a:cs typeface="+mn-ea"/>
              <a:sym typeface="+mn-lt"/>
            </a:endParaRPr>
          </a:p>
          <a:p>
            <a:pPr indent="0" algn="just" fontAlgn="auto">
              <a:lnSpc>
                <a:spcPct val="200000"/>
              </a:lnSpc>
              <a:spcAft>
                <a:spcPct val="0"/>
              </a:spcAft>
              <a:tabLst>
                <a:tab pos="1350645" algn="l"/>
                <a:tab pos="2790825" algn="l"/>
                <a:tab pos="4231005" algn="l"/>
              </a:tabLst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2.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+mn-lt"/>
              </a:rPr>
              <a:t>在非匀强电场中，不能进行定量计算，但可以定性地分析有关问题。</a:t>
            </a:r>
            <a:endParaRPr lang="zh-CN" altLang="zh-CN" sz="2800">
              <a:effectLst/>
              <a:latin typeface="Times New Roman" panose="02020603050405020304" pitchFamily="18" charset="0"/>
              <a:ea typeface="宋体" panose="02010600030101010101" pitchFamily="2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hlinkClick r:id="" action="ppaction://noaction"/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089728" y="6220102"/>
            <a:ext cx="981541" cy="64623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75822" y="610748"/>
            <a:ext cx="11770574" cy="5186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250440" algn="l"/>
              </a:tabLst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3.(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多选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)(2025·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芜湖市高二检测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如图，三个同心圆是正点电荷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周围的三个等势面，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分别是这三个等势面上的点。已知这三个圆的半径关系为</a:t>
            </a:r>
            <a:r>
              <a:rPr lang="en-US" altLang="zh-CN" sz="2800" i="1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800" i="1" baseline="-2500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80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800" i="1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800" i="1" baseline="-2500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800" i="1" baseline="-2500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80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800" i="1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800" i="1" baseline="-2500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，且这三点在同一条电场线上。现将一个电荷量为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1.6×10</a:t>
            </a:r>
            <a:r>
              <a:rPr lang="en-US" altLang="zh-CN" sz="280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-6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 xml:space="preserve"> C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的正电荷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点移到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点，其电势能减少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1.92×10</a:t>
            </a:r>
            <a:r>
              <a:rPr lang="en-US" altLang="zh-CN" sz="280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-5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 xml:space="preserve"> J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。下列说法正确的是</a:t>
            </a:r>
            <a:endParaRPr lang="zh-CN" altLang="zh-CN" sz="11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ct val="0"/>
              </a:spcAft>
              <a:tabLst>
                <a:tab pos="2250440" algn="l"/>
              </a:tabLst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若取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点的电势为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点的电势为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 V</a:t>
            </a:r>
            <a:endParaRPr lang="zh-CN" altLang="zh-CN" sz="11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ct val="0"/>
              </a:spcAft>
              <a:tabLst>
                <a:tab pos="2250440" algn="l"/>
              </a:tabLst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若取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点的电势为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点的电势为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-6 V</a:t>
            </a:r>
            <a:endParaRPr lang="zh-CN" altLang="zh-CN" sz="11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ct val="0"/>
              </a:spcAft>
              <a:tabLst>
                <a:tab pos="2250440" algn="l"/>
              </a:tabLst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endParaRPr lang="zh-CN" altLang="zh-CN" sz="11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ct val="0"/>
              </a:spcAft>
              <a:tabLst>
                <a:tab pos="2250440" algn="l"/>
              </a:tabLst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将正电荷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点移到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点，静电力做功小于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9.6×10</a:t>
            </a:r>
            <a:r>
              <a:rPr lang="en-US" altLang="zh-CN" sz="280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-6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 xml:space="preserve"> J</a:t>
            </a:r>
            <a:endParaRPr lang="zh-CN" altLang="zh-CN" sz="1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image296.jpeg"/>
          <p:cNvPicPr/>
          <p:nvPr>
            <p:custDataLst>
              <p:tags r:id="rId3"/>
            </p:custDataLst>
          </p:nvPr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0742" y="3497457"/>
            <a:ext cx="2519630" cy="218654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9"/>
          <p:cNvSpPr txBox="1"/>
          <p:nvPr>
            <p:custDataLst>
              <p:tags r:id="rId4"/>
            </p:custDataLst>
          </p:nvPr>
        </p:nvSpPr>
        <p:spPr>
          <a:xfrm>
            <a:off x="118542" y="3209521"/>
            <a:ext cx="748515" cy="65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5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√</a:t>
            </a: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109157" y="5091254"/>
            <a:ext cx="748515" cy="65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5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1"/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i*3"/>
  <p:tag name="KSO_WM_UNIT_INDEX" val="3"/>
  <p:tag name="KSO_WM_UNIT_ISNUMDGMTITLE" val="0"/>
  <p:tag name="KSO_WM_UNIT_LAYERLEVEL" val="1"/>
  <p:tag name="KSO_WM_UNIT_NOCLEAR" val="0"/>
  <p:tag name="KSO_WM_UNIT_TYPE" val="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7"/>
  <p:tag name="KSO_WM_BEAUTIFY_FLAG" val="#wm#"/>
  <p:tag name="KSO_WM_TAG_VERSION" val="3.0"/>
  <p:tag name="KSO_WM_UNIT_COMPATIBLE" val="0"/>
  <p:tag name="KSO_WM_UNIT_DIAGRAM_ISNUMVISUAL" val="0"/>
  <p:tag name="KSO_WM_UNIT_DIAGRAM_ISREFERUNIT" val="0"/>
  <p:tag name="KSO_WM_UNIT_HIGHLIGHT" val="0"/>
  <p:tag name="KSO_WM_UNIT_ID" val="_4*i*3"/>
  <p:tag name="KSO_WM_UNIT_INDEX" val="3"/>
  <p:tag name="KSO_WM_UNIT_ISNUMDGMTITLE" val="0"/>
  <p:tag name="KSO_WM_UNIT_LAYERLEVEL" val="1"/>
  <p:tag name="KSO_WM_UNIT_NOCLEAR" val="0"/>
  <p:tag name="KSO_WM_UNIT_TYPE" val="i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9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7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9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7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9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8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9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5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8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9"/>
</p:tagLst>
</file>

<file path=ppt/tags/tag260.xml><?xml version="1.0" encoding="utf-8"?>
<p:tagLst xmlns:p="http://schemas.openxmlformats.org/presentationml/2006/main">
  <p:tag name="AS_UNIQUEID" val="663"/>
</p:tagLst>
</file>

<file path=ppt/tags/tag292.xml><?xml version="1.0" encoding="utf-8"?>
<p:tagLst xmlns:p="http://schemas.openxmlformats.org/presentationml/2006/main">
  <p:tag name="AS_UNIQUEID" val="695"/>
</p:tagLst>
</file>

<file path=ppt/tags/tag299.xml><?xml version="1.0" encoding="utf-8"?>
<p:tagLst xmlns:p="http://schemas.openxmlformats.org/presentationml/2006/main">
  <p:tag name="AS_UNIQUEID" val="702"/>
</p:tagLst>
</file>

<file path=ppt/tags/tag352.xml><?xml version="1.0" encoding="utf-8"?>
<p:tagLst xmlns:p="http://schemas.openxmlformats.org/presentationml/2006/main">
  <p:tag name="AS_UNIQUEID" val="755"/>
</p:tagLst>
</file>

<file path=ppt/tags/tag367.xml><?xml version="1.0" encoding="utf-8"?>
<p:tagLst xmlns:p="http://schemas.openxmlformats.org/presentationml/2006/main">
  <p:tag name="AS_UNIQUEID" val="769"/>
</p:tagLst>
</file>

<file path=ppt/tags/tag369.xml><?xml version="1.0" encoding="utf-8"?>
<p:tagLst xmlns:p="http://schemas.openxmlformats.org/presentationml/2006/main">
  <p:tag name="AS_UNIQUEID" val="771"/>
</p:tagLst>
</file>

<file path=ppt/tags/tag376.xml><?xml version="1.0" encoding="utf-8"?>
<p:tagLst xmlns:p="http://schemas.openxmlformats.org/presentationml/2006/main">
  <p:tag name="AS_UNIQUEID" val="77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6818E1-8032-C246-A59B-807A3D89DDC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4e5ea89-eb5e-4335-9413-b9a004bdeea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3</TotalTime>
  <Words>1064</Words>
  <Application>Microsoft Macintosh PowerPoint</Application>
  <PresentationFormat>Widescreen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微软雅黑</vt:lpstr>
      <vt:lpstr>华文细黑</vt:lpstr>
      <vt:lpstr>Arial</vt:lpstr>
      <vt:lpstr>Cambria Math</vt:lpstr>
      <vt:lpstr>Times New Roman</vt:lpstr>
      <vt:lpstr>Office 主题​​</vt:lpstr>
      <vt:lpstr>电势差与电场强度的关系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2</cp:revision>
  <dcterms:created xsi:type="dcterms:W3CDTF">2026-04-29T02:30:02Z</dcterms:created>
  <dcterms:modified xsi:type="dcterms:W3CDTF">2026-04-29T02:34:02Z</dcterms:modified>
</cp:coreProperties>
</file>