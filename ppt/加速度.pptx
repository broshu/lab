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4.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5.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6.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7.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8.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9.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notesSlides/notesSlide10.xml" ContentType="application/vnd.openxmlformats-officedocument.presentationml.notesSlide+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11.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12.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13.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14.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15.xml" ContentType="application/vnd.openxmlformats-officedocument.presentationml.notesSlide+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notesSlides/notesSlide16.xml" ContentType="application/vnd.openxmlformats-officedocument.presentationml.notesSlide+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notesSlides/notesSlide17.xml" ContentType="application/vnd.openxmlformats-officedocument.presentationml.notesSlide+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notesSlides/notesSlide18.xml" ContentType="application/vnd.openxmlformats-officedocument.presentationml.notesSlide+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19.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7" r:id="rId2"/>
    <p:sldId id="259" r:id="rId3"/>
    <p:sldId id="260" r:id="rId4"/>
    <p:sldId id="261" r:id="rId5"/>
    <p:sldId id="256" r:id="rId6"/>
    <p:sldId id="262" r:id="rId7"/>
    <p:sldId id="263" r:id="rId8"/>
    <p:sldId id="264" r:id="rId9"/>
    <p:sldId id="14999730" r:id="rId10"/>
    <p:sldId id="14999879" r:id="rId11"/>
    <p:sldId id="14999880" r:id="rId12"/>
    <p:sldId id="14999881" r:id="rId13"/>
    <p:sldId id="14999882" r:id="rId14"/>
    <p:sldId id="14999883" r:id="rId15"/>
    <p:sldId id="14999884" r:id="rId16"/>
    <p:sldId id="14999885" r:id="rId17"/>
    <p:sldId id="14999886" r:id="rId18"/>
    <p:sldId id="14999887" r:id="rId19"/>
    <p:sldId id="14999888" r:id="rId20"/>
    <p:sldId id="14999889" r:id="rId21"/>
    <p:sldId id="14999890" r:id="rId22"/>
    <p:sldId id="14999891" r:id="rId23"/>
    <p:sldId id="14999892" r:id="rId24"/>
    <p:sldId id="14999893" r:id="rId25"/>
    <p:sldId id="14999734" r:id="rId26"/>
    <p:sldId id="14999895" r:id="rId27"/>
    <p:sldId id="14999896" r:id="rId28"/>
    <p:sldId id="14999897" r:id="rId29"/>
    <p:sldId id="14999898" r:id="rId30"/>
    <p:sldId id="14999899" r:id="rId31"/>
    <p:sldId id="14999900" r:id="rId32"/>
    <p:sldId id="14999901" r:id="rId33"/>
    <p:sldId id="14999827" r:id="rId34"/>
    <p:sldId id="14999905" r:id="rId35"/>
    <p:sldId id="14999906" r:id="rId36"/>
    <p:sldId id="14999907" r:id="rId37"/>
    <p:sldId id="14999908" r:id="rId38"/>
    <p:sldId id="14999909" r:id="rId39"/>
    <p:sldId id="14999914" r:id="rId40"/>
    <p:sldId id="14999910" r:id="rId41"/>
    <p:sldId id="14999911" r:id="rId42"/>
    <p:sldId id="14999912" r:id="rId43"/>
    <p:sldId id="14999716" r:id="rId44"/>
    <p:sldId id="14999781" r:id="rId45"/>
    <p:sldId id="14999718" r:id="rId46"/>
    <p:sldId id="14999784" r:id="rId47"/>
    <p:sldId id="14999785" r:id="rId48"/>
    <p:sldId id="14999854" r:id="rId49"/>
    <p:sldId id="14999855" r:id="rId50"/>
    <p:sldId id="14999856" r:id="rId51"/>
    <p:sldId id="14999857" r:id="rId52"/>
    <p:sldId id="14999858" r:id="rId53"/>
    <p:sldId id="14999859" r:id="rId54"/>
    <p:sldId id="14999860" r:id="rId55"/>
    <p:sldId id="14999727" r:id="rId56"/>
    <p:sldId id="14999861" r:id="rId57"/>
    <p:sldId id="14999915" r:id="rId58"/>
    <p:sldId id="14999916" r:id="rId59"/>
    <p:sldId id="14999917" r:id="rId60"/>
    <p:sldId id="14999918"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2A5C9B-A41B-5542-9A63-9D6EE923B9A6}" v="1" dt="2025-08-31T05:49:26.7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561AA9-30DB-6840-9273-86634B2B1E5C}" type="datetimeFigureOut">
              <a:rPr kumimoji="1" lang="zh-CN" altLang="en-US" smtClean="0"/>
              <a:t>2026/9/9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39F72-BC74-4A46-B934-B8FACB362820}" type="slidenum">
              <a:rPr kumimoji="1" lang="zh-CN" altLang="en-US" smtClean="0"/>
              <a:t>‹#›</a:t>
            </a:fld>
            <a:endParaRPr kumimoji="1" lang="zh-CN" altLang="en-US"/>
          </a:p>
        </p:txBody>
      </p:sp>
    </p:spTree>
    <p:extLst>
      <p:ext uri="{BB962C8B-B14F-4D97-AF65-F5344CB8AC3E}">
        <p14:creationId xmlns:p14="http://schemas.microsoft.com/office/powerpoint/2010/main" val="4008640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72.xml"/><Relationship Id="rId1" Type="http://schemas.openxmlformats.org/officeDocument/2006/relationships/tags" Target="../tags/tag71.xml"/><Relationship Id="rId4" Type="http://schemas.openxmlformats.org/officeDocument/2006/relationships/slide" Target="../slides/slide25.xml"/></Relationships>
</file>

<file path=ppt/notesSlides/_rels/notesSlide3.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18.xml"/><Relationship Id="rId1" Type="http://schemas.openxmlformats.org/officeDocument/2006/relationships/tags" Target="../tags/tag117.xml"/><Relationship Id="rId4"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64.xml"/><Relationship Id="rId1" Type="http://schemas.openxmlformats.org/officeDocument/2006/relationships/tags" Target="../tags/tag163.xml"/><Relationship Id="rId4"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72.xml"/><Relationship Id="rId1" Type="http://schemas.openxmlformats.org/officeDocument/2006/relationships/tags" Target="../tags/tag171.xml"/><Relationship Id="rId4"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82.xml"/><Relationship Id="rId1" Type="http://schemas.openxmlformats.org/officeDocument/2006/relationships/tags" Target="../tags/tag181.xml"/><Relationship Id="rId4"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slide" Target="../slides/slide30.xml"/></Relationships>
</file>

<file path=ppt/notesSlides/_rels/notesSlide8.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197.xml"/><Relationship Id="rId1" Type="http://schemas.openxmlformats.org/officeDocument/2006/relationships/tags" Target="../tags/tag196.xml"/><Relationship Id="rId4" Type="http://schemas.openxmlformats.org/officeDocument/2006/relationships/slide" Target="../slides/slide31.xml"/></Relationships>
</file>

<file path=ppt/notesSlides/_rels/notesSlide9.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07.xml"/><Relationship Id="rId1" Type="http://schemas.openxmlformats.org/officeDocument/2006/relationships/tags" Target="../tags/tag206.xml"/><Relationship Id="rId4"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18.xml"/><Relationship Id="rId1" Type="http://schemas.openxmlformats.org/officeDocument/2006/relationships/tags" Target="../tags/tag217.xml"/><Relationship Id="rId4" Type="http://schemas.openxmlformats.org/officeDocument/2006/relationships/slide" Target="../slides/slide33.xml"/></Relationships>
</file>

<file path=ppt/notesSlides/_rels/notesSlide11.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24.xml"/><Relationship Id="rId1" Type="http://schemas.openxmlformats.org/officeDocument/2006/relationships/tags" Target="../tags/tag223.xml"/><Relationship Id="rId4" Type="http://schemas.openxmlformats.org/officeDocument/2006/relationships/slide" Target="../slides/slide34.xml"/></Relationships>
</file>

<file path=ppt/notesSlides/_rels/notesSlide12.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33.xml"/><Relationship Id="rId1" Type="http://schemas.openxmlformats.org/officeDocument/2006/relationships/tags" Target="../tags/tag232.xml"/><Relationship Id="rId4"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41.xml"/><Relationship Id="rId1" Type="http://schemas.openxmlformats.org/officeDocument/2006/relationships/tags" Target="../tags/tag240.xml"/><Relationship Id="rId4"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45.xml"/><Relationship Id="rId1" Type="http://schemas.openxmlformats.org/officeDocument/2006/relationships/tags" Target="../tags/tag244.xml"/><Relationship Id="rId4"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50.xml"/><Relationship Id="rId1" Type="http://schemas.openxmlformats.org/officeDocument/2006/relationships/tags" Target="../tags/tag249.xml"/><Relationship Id="rId4"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55.xml"/><Relationship Id="rId1" Type="http://schemas.openxmlformats.org/officeDocument/2006/relationships/tags" Target="../tags/tag254.xml"/><Relationship Id="rId4"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297.xml"/><Relationship Id="rId1" Type="http://schemas.openxmlformats.org/officeDocument/2006/relationships/tags" Target="../tags/tag296.xml"/><Relationship Id="rId4"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02.xml"/><Relationship Id="rId1" Type="http://schemas.openxmlformats.org/officeDocument/2006/relationships/tags" Target="../tags/tag301.xml"/><Relationship Id="rId4"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3" Type="http://schemas.openxmlformats.org/officeDocument/2006/relationships/notesMaster" Target="../notesMasters/notesMaster1.xml"/><Relationship Id="rId2" Type="http://schemas.openxmlformats.org/officeDocument/2006/relationships/tags" Target="../tags/tag307.xml"/><Relationship Id="rId1" Type="http://schemas.openxmlformats.org/officeDocument/2006/relationships/tags" Target="../tags/tag306.xml"/><Relationship Id="rId4"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1"/>
            </p:custDataLst>
          </p:nvPr>
        </p:nvSpPr>
        <p:spPr/>
      </p:sp>
      <p:sp>
        <p:nvSpPr>
          <p:cNvPr id="3" name="文本占位符 2"/>
          <p:cNvSpPr txBox="1">
            <a:spLocks noGrp="1"/>
          </p:cNvSpPr>
          <p:nvPr>
            <p:ph type="body" idx="3"/>
            <p:custDataLst>
              <p:tags r:id="rId2"/>
            </p:custDataLst>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BAE26-56B8-2430-61FE-210867C46BBB}"/>
              </a:ext>
            </a:extLst>
          </p:cNvPr>
          <p:cNvSpPr>
            <a:spLocks noGrp="1"/>
          </p:cNvSpPr>
          <p:nvPr>
            <p:ph type="ctrTitle"/>
          </p:nvPr>
        </p:nvSpPr>
        <p:spPr>
          <a:xfrm>
            <a:off x="1524000" y="1122363"/>
            <a:ext cx="9144000" cy="2387600"/>
          </a:xfrm>
        </p:spPr>
        <p:txBody>
          <a:bodyPr anchor="b"/>
          <a:lstStyle>
            <a:lvl1pPr algn="ctr">
              <a:defRPr sz="6000" b="1" baseline="0">
                <a:latin typeface="Times New Roman" panose="02020603050405020304" pitchFamily="18" charset="0"/>
                <a:ea typeface="宋体" panose="02010600030101010101" pitchFamily="2" charset="-122"/>
              </a:defRPr>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E37BB5E0-8FB4-28ED-7516-8F1B6E232864}"/>
              </a:ext>
            </a:extLst>
          </p:cNvPr>
          <p:cNvSpPr>
            <a:spLocks noGrp="1"/>
          </p:cNvSpPr>
          <p:nvPr>
            <p:ph type="subTitle" idx="1"/>
          </p:nvPr>
        </p:nvSpPr>
        <p:spPr>
          <a:xfrm>
            <a:off x="1524000" y="3602038"/>
            <a:ext cx="9144000" cy="1655762"/>
          </a:xfrm>
        </p:spPr>
        <p:txBody>
          <a:bodyPr/>
          <a:lstStyle>
            <a:lvl1pPr marL="0" indent="0" algn="ctr">
              <a:buNone/>
              <a:defRPr sz="2400" b="1" baseline="0">
                <a:solidFill>
                  <a:schemeClr val="accent6">
                    <a:lumMod val="75000"/>
                  </a:schemeClr>
                </a:solidFill>
                <a:latin typeface="Times New Roman" panose="02020603050405020304" pitchFamily="18" charset="0"/>
                <a:ea typeface="宋体" panose="02010600030101010101" pitchFamily="2"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5B12B10A-941C-D939-27AC-6B15C7D349F4}"/>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5" name="页脚占位符 4">
            <a:extLst>
              <a:ext uri="{FF2B5EF4-FFF2-40B4-BE49-F238E27FC236}">
                <a16:creationId xmlns:a16="http://schemas.microsoft.com/office/drawing/2014/main" id="{649AD2BD-88C2-A651-59BE-1F23AE6AAA0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DA89C6D7-3953-E131-FC50-ABB0C76B8C91}"/>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2468310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87BA6-2A8E-5FA0-58D6-C944834A0968}"/>
              </a:ext>
            </a:extLst>
          </p:cNvPr>
          <p:cNvSpPr>
            <a:spLocks noGrp="1"/>
          </p:cNvSpPr>
          <p:nvPr>
            <p:ph type="title"/>
          </p:nvPr>
        </p:nvSpPr>
        <p:spPr/>
        <p:txBody>
          <a:bodyPr/>
          <a:lstStyle>
            <a:lvl1pPr>
              <a:defRPr b="1" i="0" baseline="0">
                <a:solidFill>
                  <a:schemeClr val="accent6">
                    <a:lumMod val="75000"/>
                  </a:schemeClr>
                </a:solidFill>
                <a:latin typeface="Times New Roman" panose="02020603050405020304" pitchFamily="18" charset="0"/>
                <a:ea typeface="宋体" panose="02010600030101010101" pitchFamily="2" charset="-122"/>
              </a:defRPr>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5AD54497-2070-1B06-6BF5-7537BD4B7857}"/>
              </a:ext>
            </a:extLst>
          </p:cNvPr>
          <p:cNvSpPr>
            <a:spLocks noGrp="1"/>
          </p:cNvSpPr>
          <p:nvPr>
            <p:ph idx="1"/>
          </p:nvPr>
        </p:nvSpPr>
        <p:spPr/>
        <p:txBody>
          <a:bodyPr/>
          <a:lstStyle>
            <a:lvl1pPr>
              <a:defRPr baseline="0">
                <a:latin typeface="Times New Roman" panose="02020603050405020304" pitchFamily="18" charset="0"/>
                <a:ea typeface="宋体" panose="02010600030101010101" pitchFamily="2" charset="-122"/>
              </a:defRPr>
            </a:lvl1pPr>
            <a:lvl2pPr>
              <a:defRPr baseline="0">
                <a:latin typeface="Times New Roman" panose="02020603050405020304" pitchFamily="18" charset="0"/>
                <a:ea typeface="宋体" panose="02010600030101010101" pitchFamily="2" charset="-122"/>
              </a:defRPr>
            </a:lvl2pPr>
            <a:lvl3pPr>
              <a:defRPr baseline="0">
                <a:latin typeface="Times New Roman" panose="02020603050405020304" pitchFamily="18" charset="0"/>
                <a:ea typeface="宋体" panose="02010600030101010101" pitchFamily="2" charset="-122"/>
              </a:defRPr>
            </a:lvl3pPr>
            <a:lvl4pPr>
              <a:defRPr baseline="0">
                <a:latin typeface="Times New Roman" panose="02020603050405020304" pitchFamily="18" charset="0"/>
                <a:ea typeface="宋体" panose="02010600030101010101" pitchFamily="2" charset="-122"/>
              </a:defRPr>
            </a:lvl4pPr>
            <a:lvl5pPr>
              <a:defRPr baseline="0">
                <a:latin typeface="Times New Roman" panose="02020603050405020304" pitchFamily="18" charset="0"/>
                <a:ea typeface="宋体" panose="02010600030101010101" pitchFamily="2"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64E8D4BD-E88E-12E0-8F46-4ED0DD7A37AD}"/>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5" name="页脚占位符 4">
            <a:extLst>
              <a:ext uri="{FF2B5EF4-FFF2-40B4-BE49-F238E27FC236}">
                <a16:creationId xmlns:a16="http://schemas.microsoft.com/office/drawing/2014/main" id="{7B0FAC07-7BC7-4FEA-4C23-59EAF4C59C3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44D76C5-DC12-60D9-043D-68225995A99A}"/>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2993537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AD54497-2070-1B06-6BF5-7537BD4B7857}"/>
              </a:ext>
            </a:extLst>
          </p:cNvPr>
          <p:cNvSpPr>
            <a:spLocks noGrp="1"/>
          </p:cNvSpPr>
          <p:nvPr>
            <p:ph idx="1"/>
          </p:nvPr>
        </p:nvSpPr>
        <p:spPr>
          <a:xfrm>
            <a:off x="838200" y="523081"/>
            <a:ext cx="10515600" cy="5811838"/>
          </a:xfrm>
        </p:spPr>
        <p:txBody>
          <a:bodyPr/>
          <a:lstStyle>
            <a:lvl1pPr marL="0" indent="0">
              <a:buNone/>
              <a:defRPr baseline="0">
                <a:latin typeface="Times New Roman" panose="02020603050405020304" pitchFamily="18" charset="0"/>
                <a:ea typeface="宋体" panose="02010600030101010101" pitchFamily="2" charset="-122"/>
              </a:defRPr>
            </a:lvl1pPr>
            <a:lvl2pPr>
              <a:defRPr baseline="0">
                <a:latin typeface="Times New Roman" panose="02020603050405020304" pitchFamily="18" charset="0"/>
                <a:ea typeface="宋体" panose="02010600030101010101" pitchFamily="2" charset="-122"/>
              </a:defRPr>
            </a:lvl2pPr>
            <a:lvl3pPr>
              <a:defRPr baseline="0">
                <a:latin typeface="Times New Roman" panose="02020603050405020304" pitchFamily="18" charset="0"/>
                <a:ea typeface="宋体" panose="02010600030101010101" pitchFamily="2" charset="-122"/>
              </a:defRPr>
            </a:lvl3pPr>
            <a:lvl4pPr>
              <a:defRPr baseline="0">
                <a:latin typeface="Times New Roman" panose="02020603050405020304" pitchFamily="18" charset="0"/>
                <a:ea typeface="宋体" panose="02010600030101010101" pitchFamily="2" charset="-122"/>
              </a:defRPr>
            </a:lvl4pPr>
            <a:lvl5pPr>
              <a:defRPr baseline="0">
                <a:latin typeface="Times New Roman" panose="02020603050405020304" pitchFamily="18" charset="0"/>
                <a:ea typeface="宋体" panose="02010600030101010101" pitchFamily="2" charset="-122"/>
              </a:defRPr>
            </a:lvl5pPr>
          </a:lstStyle>
          <a:p>
            <a:pPr lvl="0"/>
            <a:r>
              <a:rPr lang="zh-CN" altLang="en-US"/>
              <a:t>单击此处编辑母版文本样式</a:t>
            </a:r>
          </a:p>
        </p:txBody>
      </p:sp>
      <p:sp>
        <p:nvSpPr>
          <p:cNvPr id="4" name="日期占位符 3">
            <a:extLst>
              <a:ext uri="{FF2B5EF4-FFF2-40B4-BE49-F238E27FC236}">
                <a16:creationId xmlns:a16="http://schemas.microsoft.com/office/drawing/2014/main" id="{64E8D4BD-E88E-12E0-8F46-4ED0DD7A37AD}"/>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5" name="页脚占位符 4">
            <a:extLst>
              <a:ext uri="{FF2B5EF4-FFF2-40B4-BE49-F238E27FC236}">
                <a16:creationId xmlns:a16="http://schemas.microsoft.com/office/drawing/2014/main" id="{7B0FAC07-7BC7-4FEA-4C23-59EAF4C59C35}"/>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B44D76C5-DC12-60D9-043D-68225995A99A}"/>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3643945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037C5-4353-B18D-E7F6-50395C053254}"/>
              </a:ext>
            </a:extLst>
          </p:cNvPr>
          <p:cNvSpPr>
            <a:spLocks noGrp="1"/>
          </p:cNvSpPr>
          <p:nvPr>
            <p:ph type="title"/>
          </p:nvPr>
        </p:nvSpPr>
        <p:spPr>
          <a:xfrm>
            <a:off x="838200" y="2766218"/>
            <a:ext cx="10515600" cy="1325563"/>
          </a:xfrm>
        </p:spPr>
        <p:txBody>
          <a:bodyPr/>
          <a:lstStyle>
            <a:lvl1pPr algn="ctr">
              <a:defRPr b="1">
                <a:solidFill>
                  <a:schemeClr val="accent6">
                    <a:lumMod val="75000"/>
                  </a:schemeClr>
                </a:solidFill>
              </a:defRPr>
            </a:lvl1p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D095E053-2D55-7D42-832A-64D9FD71F0E8}"/>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4" name="页脚占位符 3">
            <a:extLst>
              <a:ext uri="{FF2B5EF4-FFF2-40B4-BE49-F238E27FC236}">
                <a16:creationId xmlns:a16="http://schemas.microsoft.com/office/drawing/2014/main" id="{7409B3BC-5091-C9EB-93DC-DAA2C048524C}"/>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F9B95254-26E7-464E-C68E-165FA68099FB}"/>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943500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C20D54-C7A4-F62C-CC22-B293E07047B2}"/>
              </a:ext>
            </a:extLst>
          </p:cNvPr>
          <p:cNvSpPr>
            <a:spLocks noGrp="1"/>
          </p:cNvSpPr>
          <p:nvPr>
            <p:ph type="title"/>
          </p:nvPr>
        </p:nvSpPr>
        <p:spPr>
          <a:xfrm>
            <a:off x="831850" y="1709738"/>
            <a:ext cx="10515600" cy="2852737"/>
          </a:xfrm>
        </p:spPr>
        <p:txBody>
          <a:bodyPr anchor="b"/>
          <a:lstStyle>
            <a:lvl1pPr>
              <a:defRPr sz="6000" b="1" baseline="0">
                <a:solidFill>
                  <a:schemeClr val="accent6">
                    <a:lumMod val="75000"/>
                  </a:schemeClr>
                </a:solidFill>
                <a:latin typeface="Times New Roman" panose="02020603050405020304" pitchFamily="18" charset="0"/>
                <a:ea typeface="宋体" panose="02010600030101010101" pitchFamily="2" charset="-122"/>
              </a:defRPr>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AF0589F1-7D74-4430-FB9E-40E1F442B2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92771C-A8D5-5948-1E5C-1736747CDB67}"/>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5" name="页脚占位符 4">
            <a:extLst>
              <a:ext uri="{FF2B5EF4-FFF2-40B4-BE49-F238E27FC236}">
                <a16:creationId xmlns:a16="http://schemas.microsoft.com/office/drawing/2014/main" id="{15EDC015-CD30-C731-1C93-A1325969F5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0D019-59E6-17D0-F066-F6DA9B4EDF25}"/>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1228545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135E84-15A1-7FC9-AFAF-8FADC46CD187}"/>
              </a:ext>
            </a:extLst>
          </p:cNvPr>
          <p:cNvSpPr>
            <a:spLocks noGrp="1"/>
          </p:cNvSpPr>
          <p:nvPr>
            <p:ph type="title"/>
          </p:nvPr>
        </p:nvSpPr>
        <p:spPr/>
        <p:txBody>
          <a:bodyPr/>
          <a:lstStyle>
            <a:lvl1pPr>
              <a:defRPr b="1">
                <a:solidFill>
                  <a:schemeClr val="accent6">
                    <a:lumMod val="75000"/>
                  </a:schemeClr>
                </a:solidFill>
              </a:defRPr>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EE4AF478-0EFE-AC89-ED8A-29756B0B9EE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D49BB167-44B9-706B-D666-89AE18CB9E2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2CE7B3BB-7A6E-45B9-71DF-CB6C64FBAB7A}"/>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6" name="页脚占位符 5">
            <a:extLst>
              <a:ext uri="{FF2B5EF4-FFF2-40B4-BE49-F238E27FC236}">
                <a16:creationId xmlns:a16="http://schemas.microsoft.com/office/drawing/2014/main" id="{23162526-EB46-7571-519E-1D9919B8F9B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C0FDE84E-A2DC-6924-24F0-2B9796818C13}"/>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3190490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554D5-D7A9-A1DD-900A-2FD838DA3DD8}"/>
              </a:ext>
            </a:extLst>
          </p:cNvPr>
          <p:cNvSpPr>
            <a:spLocks noGrp="1"/>
          </p:cNvSpPr>
          <p:nvPr>
            <p:ph type="title"/>
          </p:nvPr>
        </p:nvSpPr>
        <p:spPr>
          <a:xfrm>
            <a:off x="839788" y="365125"/>
            <a:ext cx="10515600" cy="1325563"/>
          </a:xfrm>
        </p:spPr>
        <p:txBody>
          <a:bodyPr/>
          <a:lstStyle>
            <a:lvl1pPr>
              <a:defRPr b="1">
                <a:solidFill>
                  <a:schemeClr val="accent6">
                    <a:lumMod val="75000"/>
                  </a:schemeClr>
                </a:solidFill>
              </a:defRPr>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13E7B749-E7A9-21B5-B42B-E0A39C25CC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07C0BC1-B0B5-7AAD-E11A-81B8F71F4C5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E339032A-E84E-69B4-CBA0-AA0E80DEEB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95D864D-D9D2-FFDB-0B84-6A573F795DE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21228042-54E5-4EAA-2940-C44C574436AA}"/>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8" name="页脚占位符 7">
            <a:extLst>
              <a:ext uri="{FF2B5EF4-FFF2-40B4-BE49-F238E27FC236}">
                <a16:creationId xmlns:a16="http://schemas.microsoft.com/office/drawing/2014/main" id="{B0899DAD-BFB9-32DF-3CE6-59BAD615A3B7}"/>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D7AF6A48-CE64-6945-8AD6-C8258AA9AFE4}"/>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1672596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A0B8863-BAC7-B36D-C13B-DA7B7689BF17}"/>
              </a:ext>
            </a:extLst>
          </p:cNvPr>
          <p:cNvSpPr>
            <a:spLocks noGrp="1"/>
          </p:cNvSpPr>
          <p:nvPr>
            <p:ph type="dt" sz="half" idx="10"/>
          </p:nvPr>
        </p:nvSpPr>
        <p:spPr/>
        <p:txBody>
          <a:bodyPr/>
          <a:lstStyle/>
          <a:p>
            <a:fld id="{8CA95057-F28B-4021-A46F-4C2D267CFC9D}" type="datetimeFigureOut">
              <a:rPr lang="en-US" smtClean="0"/>
              <a:t>9/9/26</a:t>
            </a:fld>
            <a:endParaRPr lang="en-US"/>
          </a:p>
        </p:txBody>
      </p:sp>
      <p:sp>
        <p:nvSpPr>
          <p:cNvPr id="3" name="页脚占位符 2">
            <a:extLst>
              <a:ext uri="{FF2B5EF4-FFF2-40B4-BE49-F238E27FC236}">
                <a16:creationId xmlns:a16="http://schemas.microsoft.com/office/drawing/2014/main" id="{4C1886FE-AD99-9024-2807-F5F026508F8C}"/>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9443AE4A-99B5-3215-CD93-6E770BD76E42}"/>
              </a:ext>
            </a:extLst>
          </p:cNvPr>
          <p:cNvSpPr>
            <a:spLocks noGrp="1"/>
          </p:cNvSpPr>
          <p:nvPr>
            <p:ph type="sldNum" sz="quarter" idx="12"/>
          </p:nvPr>
        </p:nvSpPr>
        <p:spPr/>
        <p:txBody>
          <a:bodyPr/>
          <a:lstStyle/>
          <a:p>
            <a:fld id="{30AAF9C8-72C8-4B1A-B60F-A2190CE5FB2E}" type="slidenum">
              <a:rPr lang="en-US" smtClean="0"/>
              <a:t>‹#›</a:t>
            </a:fld>
            <a:endParaRPr lang="en-US"/>
          </a:p>
        </p:txBody>
      </p:sp>
    </p:spTree>
    <p:extLst>
      <p:ext uri="{BB962C8B-B14F-4D97-AF65-F5344CB8AC3E}">
        <p14:creationId xmlns:p14="http://schemas.microsoft.com/office/powerpoint/2010/main" val="2104529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C416FE3-9FFB-D473-650E-C0FF08387F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EF6876DD-7317-1E24-5465-9C24EFCE52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D38481CF-CAF6-E439-D9F9-98DE38F887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A95057-F28B-4021-A46F-4C2D267CFC9D}" type="datetimeFigureOut">
              <a:rPr lang="en-US" smtClean="0"/>
              <a:t>9/9/26</a:t>
            </a:fld>
            <a:endParaRPr lang="en-US"/>
          </a:p>
        </p:txBody>
      </p:sp>
      <p:sp>
        <p:nvSpPr>
          <p:cNvPr id="5" name="页脚占位符 4">
            <a:extLst>
              <a:ext uri="{FF2B5EF4-FFF2-40B4-BE49-F238E27FC236}">
                <a16:creationId xmlns:a16="http://schemas.microsoft.com/office/drawing/2014/main" id="{73123095-2A83-7320-9954-6441CBEAF2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AD8FB62F-A58A-E29F-AA4A-4628B24796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AAF9C8-72C8-4B1A-B60F-A2190CE5FB2E}" type="slidenum">
              <a:rPr lang="en-US" smtClean="0"/>
              <a:t>‹#›</a:t>
            </a:fld>
            <a:endParaRPr lang="en-US"/>
          </a:p>
        </p:txBody>
      </p:sp>
    </p:spTree>
    <p:extLst>
      <p:ext uri="{BB962C8B-B14F-4D97-AF65-F5344CB8AC3E}">
        <p14:creationId xmlns:p14="http://schemas.microsoft.com/office/powerpoint/2010/main" val="235670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4" r:id="rId4"/>
    <p:sldLayoutId id="2147483651" r:id="rId5"/>
    <p:sldLayoutId id="2147483652" r:id="rId6"/>
    <p:sldLayoutId id="2147483653" r:id="rId7"/>
    <p:sldLayoutId id="2147483655"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6.png"/><Relationship Id="rId4" Type="http://schemas.openxmlformats.org/officeDocument/2006/relationships/tags" Target="../tags/tag4.xml"/><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0.xml"/><Relationship Id="rId7" Type="http://schemas.openxmlformats.org/officeDocument/2006/relationships/image" Target="../media/image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8.xml"/><Relationship Id="rId5" Type="http://schemas.openxmlformats.org/officeDocument/2006/relationships/tags" Target="../tags/tag12.xml"/><Relationship Id="rId4" Type="http://schemas.openxmlformats.org/officeDocument/2006/relationships/tags" Target="../tags/tag11.xml"/></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5.xml"/><Relationship Id="rId7" Type="http://schemas.openxmlformats.org/officeDocument/2006/relationships/notesSlide" Target="../notesSlides/notesSlide1.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Layout" Target="../slideLayouts/slideLayout8.xml"/><Relationship Id="rId5" Type="http://schemas.openxmlformats.org/officeDocument/2006/relationships/tags" Target="../tags/tag17.xml"/><Relationship Id="rId4" Type="http://schemas.openxmlformats.org/officeDocument/2006/relationships/tags" Target="../tags/tag16.xml"/></Relationships>
</file>

<file path=ppt/slides/_rels/slide12.xml.rels><?xml version="1.0" encoding="UTF-8" standalone="yes"?>
<Relationships xmlns="http://schemas.openxmlformats.org/package/2006/relationships"><Relationship Id="rId8" Type="http://schemas.openxmlformats.org/officeDocument/2006/relationships/tags" Target="../tags/tag27.xml"/><Relationship Id="rId3" Type="http://schemas.openxmlformats.org/officeDocument/2006/relationships/tags" Target="../tags/tag22.xml"/><Relationship Id="rId7" Type="http://schemas.openxmlformats.org/officeDocument/2006/relationships/tags" Target="../tags/tag26.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9"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7.jpeg"/><Relationship Id="rId4"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9.png"/><Relationship Id="rId4" Type="http://schemas.openxmlformats.org/officeDocument/2006/relationships/tags" Target="../tags/tag32.xml"/></Relationships>
</file>

<file path=ppt/slides/_rels/slide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tags" Target="../tags/tag38.xml"/><Relationship Id="rId7" Type="http://schemas.openxmlformats.org/officeDocument/2006/relationships/tags" Target="../tags/tag4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10" Type="http://schemas.openxmlformats.org/officeDocument/2006/relationships/image" Target="../media/image9.jpeg"/><Relationship Id="rId4" Type="http://schemas.openxmlformats.org/officeDocument/2006/relationships/tags" Target="../tags/tag39.xml"/><Relationship Id="rId9"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8.xml"/><Relationship Id="rId5" Type="http://schemas.openxmlformats.org/officeDocument/2006/relationships/tags" Target="../tags/tag47.xml"/><Relationship Id="rId4" Type="http://schemas.openxmlformats.org/officeDocument/2006/relationships/tags" Target="../tags/tag46.xml"/></Relationships>
</file>

<file path=ppt/slides/_rels/slide18.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52.xml"/><Relationship Id="rId1" Type="http://schemas.openxmlformats.org/officeDocument/2006/relationships/tags" Target="../tags/tag5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54.xml"/><Relationship Id="rId1" Type="http://schemas.openxmlformats.org/officeDocument/2006/relationships/tags" Target="../tags/tag53.xml"/></Relationships>
</file>

<file path=ppt/slides/_rels/slide21.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60.xml"/><Relationship Id="rId7" Type="http://schemas.openxmlformats.org/officeDocument/2006/relationships/image" Target="../media/image12.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0.xml"/><Relationship Id="rId5" Type="http://schemas.openxmlformats.org/officeDocument/2006/relationships/slideLayout" Target="../slideLayouts/slideLayout8.xml"/><Relationship Id="rId4" Type="http://schemas.openxmlformats.org/officeDocument/2006/relationships/tags" Target="../tags/tag61.xml"/></Relationships>
</file>

<file path=ppt/slides/_rels/slide23.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11.png"/><Relationship Id="rId4"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15.png"/><Relationship Id="rId4" Type="http://schemas.openxmlformats.org/officeDocument/2006/relationships/tags" Target="../tags/tag66.xml"/></Relationships>
</file>

<file path=ppt/slides/_rels/slide25.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notesSlide" Target="../notesSlides/notesSlide2.xml"/><Relationship Id="rId5" Type="http://schemas.openxmlformats.org/officeDocument/2006/relationships/slideLayout" Target="../slideLayouts/slideLayout8.xml"/><Relationship Id="rId4" Type="http://schemas.openxmlformats.org/officeDocument/2006/relationships/tags" Target="../tags/tag70.xml"/></Relationships>
</file>

<file path=ppt/slides/_rels/slide26.xml.rels><?xml version="1.0" encoding="UTF-8" standalone="yes"?>
<Relationships xmlns="http://schemas.openxmlformats.org/package/2006/relationships"><Relationship Id="rId13" Type="http://schemas.openxmlformats.org/officeDocument/2006/relationships/tags" Target="../tags/tag85.xml"/><Relationship Id="rId18" Type="http://schemas.openxmlformats.org/officeDocument/2006/relationships/tags" Target="../tags/tag90.xml"/><Relationship Id="rId26" Type="http://schemas.openxmlformats.org/officeDocument/2006/relationships/tags" Target="../tags/tag98.xml"/><Relationship Id="rId39" Type="http://schemas.openxmlformats.org/officeDocument/2006/relationships/tags" Target="../tags/tag111.xml"/><Relationship Id="rId21" Type="http://schemas.openxmlformats.org/officeDocument/2006/relationships/tags" Target="../tags/tag93.xml"/><Relationship Id="rId34" Type="http://schemas.openxmlformats.org/officeDocument/2006/relationships/tags" Target="../tags/tag106.xml"/><Relationship Id="rId42" Type="http://schemas.openxmlformats.org/officeDocument/2006/relationships/tags" Target="../tags/tag114.xml"/><Relationship Id="rId7" Type="http://schemas.openxmlformats.org/officeDocument/2006/relationships/tags" Target="../tags/tag79.xml"/><Relationship Id="rId2" Type="http://schemas.openxmlformats.org/officeDocument/2006/relationships/tags" Target="../tags/tag74.xml"/><Relationship Id="rId16" Type="http://schemas.openxmlformats.org/officeDocument/2006/relationships/tags" Target="../tags/tag88.xml"/><Relationship Id="rId29" Type="http://schemas.openxmlformats.org/officeDocument/2006/relationships/tags" Target="../tags/tag101.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32" Type="http://schemas.openxmlformats.org/officeDocument/2006/relationships/tags" Target="../tags/tag104.xml"/><Relationship Id="rId37" Type="http://schemas.openxmlformats.org/officeDocument/2006/relationships/tags" Target="../tags/tag109.xml"/><Relationship Id="rId40" Type="http://schemas.openxmlformats.org/officeDocument/2006/relationships/tags" Target="../tags/tag112.xml"/><Relationship Id="rId45" Type="http://schemas.openxmlformats.org/officeDocument/2006/relationships/slideLayout" Target="../slideLayouts/slideLayout8.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28" Type="http://schemas.openxmlformats.org/officeDocument/2006/relationships/tags" Target="../tags/tag100.xml"/><Relationship Id="rId36" Type="http://schemas.openxmlformats.org/officeDocument/2006/relationships/tags" Target="../tags/tag108.xml"/><Relationship Id="rId10" Type="http://schemas.openxmlformats.org/officeDocument/2006/relationships/tags" Target="../tags/tag82.xml"/><Relationship Id="rId19" Type="http://schemas.openxmlformats.org/officeDocument/2006/relationships/tags" Target="../tags/tag91.xml"/><Relationship Id="rId31" Type="http://schemas.openxmlformats.org/officeDocument/2006/relationships/tags" Target="../tags/tag103.xml"/><Relationship Id="rId44" Type="http://schemas.openxmlformats.org/officeDocument/2006/relationships/tags" Target="../tags/tag116.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 Id="rId27" Type="http://schemas.openxmlformats.org/officeDocument/2006/relationships/tags" Target="../tags/tag99.xml"/><Relationship Id="rId30" Type="http://schemas.openxmlformats.org/officeDocument/2006/relationships/tags" Target="../tags/tag102.xml"/><Relationship Id="rId35" Type="http://schemas.openxmlformats.org/officeDocument/2006/relationships/tags" Target="../tags/tag107.xml"/><Relationship Id="rId43" Type="http://schemas.openxmlformats.org/officeDocument/2006/relationships/tags" Target="../tags/tag115.xml"/><Relationship Id="rId8" Type="http://schemas.openxmlformats.org/officeDocument/2006/relationships/tags" Target="../tags/tag80.xml"/><Relationship Id="rId3" Type="http://schemas.openxmlformats.org/officeDocument/2006/relationships/tags" Target="../tags/tag75.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tags" Target="../tags/tag97.xml"/><Relationship Id="rId33" Type="http://schemas.openxmlformats.org/officeDocument/2006/relationships/tags" Target="../tags/tag105.xml"/><Relationship Id="rId38" Type="http://schemas.openxmlformats.org/officeDocument/2006/relationships/tags" Target="../tags/tag110.xml"/><Relationship Id="rId46" Type="http://schemas.openxmlformats.org/officeDocument/2006/relationships/notesSlide" Target="../notesSlides/notesSlide3.xml"/><Relationship Id="rId20" Type="http://schemas.openxmlformats.org/officeDocument/2006/relationships/tags" Target="../tags/tag92.xml"/><Relationship Id="rId41" Type="http://schemas.openxmlformats.org/officeDocument/2006/relationships/tags" Target="../tags/tag113.xml"/></Relationships>
</file>

<file path=ppt/slides/_rels/slide27.xml.rels><?xml version="1.0" encoding="UTF-8" standalone="yes"?>
<Relationships xmlns="http://schemas.openxmlformats.org/package/2006/relationships"><Relationship Id="rId13" Type="http://schemas.openxmlformats.org/officeDocument/2006/relationships/tags" Target="../tags/tag131.xml"/><Relationship Id="rId18" Type="http://schemas.openxmlformats.org/officeDocument/2006/relationships/tags" Target="../tags/tag136.xml"/><Relationship Id="rId26" Type="http://schemas.openxmlformats.org/officeDocument/2006/relationships/tags" Target="../tags/tag144.xml"/><Relationship Id="rId39" Type="http://schemas.openxmlformats.org/officeDocument/2006/relationships/tags" Target="../tags/tag157.xml"/><Relationship Id="rId21" Type="http://schemas.openxmlformats.org/officeDocument/2006/relationships/tags" Target="../tags/tag139.xml"/><Relationship Id="rId34" Type="http://schemas.openxmlformats.org/officeDocument/2006/relationships/tags" Target="../tags/tag152.xml"/><Relationship Id="rId42" Type="http://schemas.openxmlformats.org/officeDocument/2006/relationships/tags" Target="../tags/tag160.xml"/><Relationship Id="rId7" Type="http://schemas.openxmlformats.org/officeDocument/2006/relationships/tags" Target="../tags/tag125.xml"/><Relationship Id="rId2" Type="http://schemas.openxmlformats.org/officeDocument/2006/relationships/tags" Target="../tags/tag120.xml"/><Relationship Id="rId16" Type="http://schemas.openxmlformats.org/officeDocument/2006/relationships/tags" Target="../tags/tag134.xml"/><Relationship Id="rId29" Type="http://schemas.openxmlformats.org/officeDocument/2006/relationships/tags" Target="../tags/tag147.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tags" Target="../tags/tag129.xml"/><Relationship Id="rId24" Type="http://schemas.openxmlformats.org/officeDocument/2006/relationships/tags" Target="../tags/tag142.xml"/><Relationship Id="rId32" Type="http://schemas.openxmlformats.org/officeDocument/2006/relationships/tags" Target="../tags/tag150.xml"/><Relationship Id="rId37" Type="http://schemas.openxmlformats.org/officeDocument/2006/relationships/tags" Target="../tags/tag155.xml"/><Relationship Id="rId40" Type="http://schemas.openxmlformats.org/officeDocument/2006/relationships/tags" Target="../tags/tag158.xml"/><Relationship Id="rId45" Type="http://schemas.openxmlformats.org/officeDocument/2006/relationships/slideLayout" Target="../slideLayouts/slideLayout8.xml"/><Relationship Id="rId5" Type="http://schemas.openxmlformats.org/officeDocument/2006/relationships/tags" Target="../tags/tag123.xml"/><Relationship Id="rId15" Type="http://schemas.openxmlformats.org/officeDocument/2006/relationships/tags" Target="../tags/tag133.xml"/><Relationship Id="rId23" Type="http://schemas.openxmlformats.org/officeDocument/2006/relationships/tags" Target="../tags/tag141.xml"/><Relationship Id="rId28" Type="http://schemas.openxmlformats.org/officeDocument/2006/relationships/tags" Target="../tags/tag146.xml"/><Relationship Id="rId36" Type="http://schemas.openxmlformats.org/officeDocument/2006/relationships/tags" Target="../tags/tag154.xml"/><Relationship Id="rId10" Type="http://schemas.openxmlformats.org/officeDocument/2006/relationships/tags" Target="../tags/tag128.xml"/><Relationship Id="rId19" Type="http://schemas.openxmlformats.org/officeDocument/2006/relationships/tags" Target="../tags/tag137.xml"/><Relationship Id="rId31" Type="http://schemas.openxmlformats.org/officeDocument/2006/relationships/tags" Target="../tags/tag149.xml"/><Relationship Id="rId44" Type="http://schemas.openxmlformats.org/officeDocument/2006/relationships/tags" Target="../tags/tag162.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tags" Target="../tags/tag132.xml"/><Relationship Id="rId22" Type="http://schemas.openxmlformats.org/officeDocument/2006/relationships/tags" Target="../tags/tag140.xml"/><Relationship Id="rId27" Type="http://schemas.openxmlformats.org/officeDocument/2006/relationships/tags" Target="../tags/tag145.xml"/><Relationship Id="rId30" Type="http://schemas.openxmlformats.org/officeDocument/2006/relationships/tags" Target="../tags/tag148.xml"/><Relationship Id="rId35" Type="http://schemas.openxmlformats.org/officeDocument/2006/relationships/tags" Target="../tags/tag153.xml"/><Relationship Id="rId43" Type="http://schemas.openxmlformats.org/officeDocument/2006/relationships/tags" Target="../tags/tag161.xml"/><Relationship Id="rId8" Type="http://schemas.openxmlformats.org/officeDocument/2006/relationships/tags" Target="../tags/tag126.xml"/><Relationship Id="rId3" Type="http://schemas.openxmlformats.org/officeDocument/2006/relationships/tags" Target="../tags/tag121.xml"/><Relationship Id="rId12" Type="http://schemas.openxmlformats.org/officeDocument/2006/relationships/tags" Target="../tags/tag130.xml"/><Relationship Id="rId17" Type="http://schemas.openxmlformats.org/officeDocument/2006/relationships/tags" Target="../tags/tag135.xml"/><Relationship Id="rId25" Type="http://schemas.openxmlformats.org/officeDocument/2006/relationships/tags" Target="../tags/tag143.xml"/><Relationship Id="rId33" Type="http://schemas.openxmlformats.org/officeDocument/2006/relationships/tags" Target="../tags/tag151.xml"/><Relationship Id="rId38" Type="http://schemas.openxmlformats.org/officeDocument/2006/relationships/tags" Target="../tags/tag156.xml"/><Relationship Id="rId46" Type="http://schemas.openxmlformats.org/officeDocument/2006/relationships/notesSlide" Target="../notesSlides/notesSlide4.xml"/><Relationship Id="rId20" Type="http://schemas.openxmlformats.org/officeDocument/2006/relationships/tags" Target="../tags/tag138.xml"/><Relationship Id="rId41" Type="http://schemas.openxmlformats.org/officeDocument/2006/relationships/tags" Target="../tags/tag159.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167.xml"/><Relationship Id="rId7" Type="http://schemas.openxmlformats.org/officeDocument/2006/relationships/slideLayout" Target="../slideLayouts/slideLayout8.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s>
</file>

<file path=ppt/slides/_rels/slide29.xml.rels><?xml version="1.0" encoding="UTF-8" standalone="yes"?>
<Relationships xmlns="http://schemas.openxmlformats.org/package/2006/relationships"><Relationship Id="rId8" Type="http://schemas.openxmlformats.org/officeDocument/2006/relationships/tags" Target="../tags/tag180.xml"/><Relationship Id="rId3" Type="http://schemas.openxmlformats.org/officeDocument/2006/relationships/tags" Target="../tags/tag175.xml"/><Relationship Id="rId7" Type="http://schemas.openxmlformats.org/officeDocument/2006/relationships/tags" Target="../tags/tag179.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5" Type="http://schemas.openxmlformats.org/officeDocument/2006/relationships/tags" Target="../tags/tag177.xml"/><Relationship Id="rId10" Type="http://schemas.openxmlformats.org/officeDocument/2006/relationships/notesSlide" Target="../notesSlides/notesSlide6.xml"/><Relationship Id="rId4" Type="http://schemas.openxmlformats.org/officeDocument/2006/relationships/tags" Target="../tags/tag176.xml"/><Relationship Id="rId9"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8" Type="http://schemas.openxmlformats.org/officeDocument/2006/relationships/tags" Target="../tags/tag190.xml"/><Relationship Id="rId3" Type="http://schemas.openxmlformats.org/officeDocument/2006/relationships/tags" Target="../tags/tag185.xml"/><Relationship Id="rId7" Type="http://schemas.openxmlformats.org/officeDocument/2006/relationships/tags" Target="../tags/tag189.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tags" Target="../tags/tag188.xml"/><Relationship Id="rId5" Type="http://schemas.openxmlformats.org/officeDocument/2006/relationships/tags" Target="../tags/tag187.xml"/><Relationship Id="rId10" Type="http://schemas.openxmlformats.org/officeDocument/2006/relationships/notesSlide" Target="../notesSlides/notesSlide7.xml"/><Relationship Id="rId4" Type="http://schemas.openxmlformats.org/officeDocument/2006/relationships/tags" Target="../tags/tag186.xml"/><Relationship Id="rId9"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5" Type="http://schemas.openxmlformats.org/officeDocument/2006/relationships/notesSlide" Target="../notesSlides/notesSlide8.xml"/><Relationship Id="rId4"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8" Type="http://schemas.openxmlformats.org/officeDocument/2006/relationships/tags" Target="../tags/tag205.xml"/><Relationship Id="rId3" Type="http://schemas.openxmlformats.org/officeDocument/2006/relationships/tags" Target="../tags/tag200.xml"/><Relationship Id="rId7" Type="http://schemas.openxmlformats.org/officeDocument/2006/relationships/tags" Target="../tags/tag204.xml"/><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tags" Target="../tags/tag203.xml"/><Relationship Id="rId5" Type="http://schemas.openxmlformats.org/officeDocument/2006/relationships/tags" Target="../tags/tag202.xml"/><Relationship Id="rId10" Type="http://schemas.openxmlformats.org/officeDocument/2006/relationships/notesSlide" Target="../notesSlides/notesSlide9.xml"/><Relationship Id="rId4" Type="http://schemas.openxmlformats.org/officeDocument/2006/relationships/tags" Target="../tags/tag201.xml"/><Relationship Id="rId9"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8" Type="http://schemas.openxmlformats.org/officeDocument/2006/relationships/tags" Target="../tags/tag215.xml"/><Relationship Id="rId13" Type="http://schemas.openxmlformats.org/officeDocument/2006/relationships/image" Target="../media/image16.png"/><Relationship Id="rId3" Type="http://schemas.openxmlformats.org/officeDocument/2006/relationships/tags" Target="../tags/tag210.xml"/><Relationship Id="rId7" Type="http://schemas.openxmlformats.org/officeDocument/2006/relationships/tags" Target="../tags/tag214.xml"/><Relationship Id="rId12" Type="http://schemas.openxmlformats.org/officeDocument/2006/relationships/tags" Target="../tags/tag211.xml"/><Relationship Id="rId2" Type="http://schemas.openxmlformats.org/officeDocument/2006/relationships/tags" Target="../tags/tag209.xml"/><Relationship Id="rId16" Type="http://schemas.openxmlformats.org/officeDocument/2006/relationships/image" Target="../media/image13.png"/><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notesSlide" Target="../notesSlides/notesSlide10.xml"/><Relationship Id="rId5" Type="http://schemas.openxmlformats.org/officeDocument/2006/relationships/tags" Target="../tags/tag212.xml"/><Relationship Id="rId15" Type="http://schemas.openxmlformats.org/officeDocument/2006/relationships/image" Target="../media/image17.png"/><Relationship Id="rId10" Type="http://schemas.openxmlformats.org/officeDocument/2006/relationships/slideLayout" Target="../slideLayouts/slideLayout8.xml"/><Relationship Id="rId4" Type="http://schemas.openxmlformats.org/officeDocument/2006/relationships/tags" Target="../tags/tag211.xml"/><Relationship Id="rId9" Type="http://schemas.openxmlformats.org/officeDocument/2006/relationships/tags" Target="../tags/tag216.xml"/><Relationship Id="rId14" Type="http://schemas.openxmlformats.org/officeDocument/2006/relationships/tags" Target="../tags/tag213.xml"/></Relationships>
</file>

<file path=ppt/slides/_rels/slide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221.xml"/><Relationship Id="rId7" Type="http://schemas.openxmlformats.org/officeDocument/2006/relationships/tags" Target="../tags/tag220.xml"/><Relationship Id="rId2" Type="http://schemas.openxmlformats.org/officeDocument/2006/relationships/tags" Target="../tags/tag220.xml"/><Relationship Id="rId1" Type="http://schemas.openxmlformats.org/officeDocument/2006/relationships/tags" Target="../tags/tag219.xml"/><Relationship Id="rId6" Type="http://schemas.openxmlformats.org/officeDocument/2006/relationships/notesSlide" Target="../notesSlides/notesSlide11.xml"/><Relationship Id="rId5" Type="http://schemas.openxmlformats.org/officeDocument/2006/relationships/slideLayout" Target="../slideLayouts/slideLayout8.xml"/><Relationship Id="rId4" Type="http://schemas.openxmlformats.org/officeDocument/2006/relationships/tags" Target="../tags/tag222.xml"/><Relationship Id="rId9" Type="http://schemas.openxmlformats.org/officeDocument/2006/relationships/image" Target="../media/image14.png"/></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tags" Target="../tags/tag227.xml"/><Relationship Id="rId7" Type="http://schemas.openxmlformats.org/officeDocument/2006/relationships/tags" Target="../tags/tag231.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tags" Target="../tags/tag230.xml"/><Relationship Id="rId5" Type="http://schemas.openxmlformats.org/officeDocument/2006/relationships/tags" Target="../tags/tag229.xml"/><Relationship Id="rId10" Type="http://schemas.openxmlformats.org/officeDocument/2006/relationships/image" Target="../media/image18.png"/><Relationship Id="rId4" Type="http://schemas.openxmlformats.org/officeDocument/2006/relationships/tags" Target="../tags/tag228.xml"/><Relationship Id="rId9"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8" Type="http://schemas.openxmlformats.org/officeDocument/2006/relationships/notesSlide" Target="../notesSlides/notesSlide13.xml"/><Relationship Id="rId3" Type="http://schemas.openxmlformats.org/officeDocument/2006/relationships/tags" Target="../tags/tag236.xml"/><Relationship Id="rId7" Type="http://schemas.openxmlformats.org/officeDocument/2006/relationships/slideLayout" Target="../slideLayouts/slideLayout8.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9"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image" Target="../media/image23.png"/><Relationship Id="rId5" Type="http://schemas.openxmlformats.org/officeDocument/2006/relationships/tags" Target="../tags/tag243.xml"/><Relationship Id="rId4" Type="http://schemas.openxmlformats.org/officeDocument/2006/relationships/notesSlide" Target="../notesSlides/notesSlide14.xml"/></Relationships>
</file>

<file path=ppt/slides/_rels/slide38.xml.rels><?xml version="1.0" encoding="UTF-8" standalone="yes"?>
<Relationships xmlns="http://schemas.openxmlformats.org/package/2006/relationships"><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image" Target="../media/image21.png"/><Relationship Id="rId5" Type="http://schemas.openxmlformats.org/officeDocument/2006/relationships/notesSlide" Target="../notesSlides/notesSlide15.xml"/><Relationship Id="rId4"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253.xml"/><Relationship Id="rId7" Type="http://schemas.openxmlformats.org/officeDocument/2006/relationships/image" Target="../media/image25.png"/><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tags" Target="../tags/tag252.xml"/><Relationship Id="rId5" Type="http://schemas.openxmlformats.org/officeDocument/2006/relationships/notesSlide" Target="../notesSlides/notesSlide16.xml"/><Relationship Id="rId4"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3" Type="http://schemas.openxmlformats.org/officeDocument/2006/relationships/tags" Target="../tags/tag268.xml"/><Relationship Id="rId18" Type="http://schemas.openxmlformats.org/officeDocument/2006/relationships/tags" Target="../tags/tag273.xml"/><Relationship Id="rId26" Type="http://schemas.openxmlformats.org/officeDocument/2006/relationships/tags" Target="../tags/tag281.xml"/><Relationship Id="rId39" Type="http://schemas.openxmlformats.org/officeDocument/2006/relationships/tags" Target="../tags/tag294.xml"/><Relationship Id="rId21" Type="http://schemas.openxmlformats.org/officeDocument/2006/relationships/tags" Target="../tags/tag276.xml"/><Relationship Id="rId34" Type="http://schemas.openxmlformats.org/officeDocument/2006/relationships/tags" Target="../tags/tag289.xml"/><Relationship Id="rId42" Type="http://schemas.openxmlformats.org/officeDocument/2006/relationships/notesSlide" Target="../notesSlides/notesSlide17.xml"/><Relationship Id="rId7" Type="http://schemas.openxmlformats.org/officeDocument/2006/relationships/tags" Target="../tags/tag262.xml"/><Relationship Id="rId2" Type="http://schemas.openxmlformats.org/officeDocument/2006/relationships/tags" Target="../tags/tag257.xml"/><Relationship Id="rId16" Type="http://schemas.openxmlformats.org/officeDocument/2006/relationships/tags" Target="../tags/tag271.xml"/><Relationship Id="rId20" Type="http://schemas.openxmlformats.org/officeDocument/2006/relationships/tags" Target="../tags/tag275.xml"/><Relationship Id="rId29" Type="http://schemas.openxmlformats.org/officeDocument/2006/relationships/tags" Target="../tags/tag284.xml"/><Relationship Id="rId41" Type="http://schemas.openxmlformats.org/officeDocument/2006/relationships/slideLayout" Target="../slideLayouts/slideLayout8.xml"/><Relationship Id="rId1" Type="http://schemas.openxmlformats.org/officeDocument/2006/relationships/tags" Target="../tags/tag256.xml"/><Relationship Id="rId6" Type="http://schemas.openxmlformats.org/officeDocument/2006/relationships/tags" Target="../tags/tag261.xml"/><Relationship Id="rId11" Type="http://schemas.openxmlformats.org/officeDocument/2006/relationships/tags" Target="../tags/tag266.xml"/><Relationship Id="rId24" Type="http://schemas.openxmlformats.org/officeDocument/2006/relationships/tags" Target="../tags/tag279.xml"/><Relationship Id="rId32" Type="http://schemas.openxmlformats.org/officeDocument/2006/relationships/tags" Target="../tags/tag287.xml"/><Relationship Id="rId37" Type="http://schemas.openxmlformats.org/officeDocument/2006/relationships/tags" Target="../tags/tag292.xml"/><Relationship Id="rId40" Type="http://schemas.openxmlformats.org/officeDocument/2006/relationships/tags" Target="../tags/tag295.xml"/><Relationship Id="rId5" Type="http://schemas.openxmlformats.org/officeDocument/2006/relationships/tags" Target="../tags/tag260.xml"/><Relationship Id="rId15" Type="http://schemas.openxmlformats.org/officeDocument/2006/relationships/tags" Target="../tags/tag270.xml"/><Relationship Id="rId23" Type="http://schemas.openxmlformats.org/officeDocument/2006/relationships/tags" Target="../tags/tag278.xml"/><Relationship Id="rId28" Type="http://schemas.openxmlformats.org/officeDocument/2006/relationships/tags" Target="../tags/tag283.xml"/><Relationship Id="rId36" Type="http://schemas.openxmlformats.org/officeDocument/2006/relationships/tags" Target="../tags/tag291.xml"/><Relationship Id="rId10" Type="http://schemas.openxmlformats.org/officeDocument/2006/relationships/tags" Target="../tags/tag265.xml"/><Relationship Id="rId19" Type="http://schemas.openxmlformats.org/officeDocument/2006/relationships/tags" Target="../tags/tag274.xml"/><Relationship Id="rId31" Type="http://schemas.openxmlformats.org/officeDocument/2006/relationships/tags" Target="../tags/tag286.xml"/><Relationship Id="rId4" Type="http://schemas.openxmlformats.org/officeDocument/2006/relationships/tags" Target="../tags/tag259.xml"/><Relationship Id="rId9" Type="http://schemas.openxmlformats.org/officeDocument/2006/relationships/tags" Target="../tags/tag264.xml"/><Relationship Id="rId14" Type="http://schemas.openxmlformats.org/officeDocument/2006/relationships/tags" Target="../tags/tag269.xml"/><Relationship Id="rId22" Type="http://schemas.openxmlformats.org/officeDocument/2006/relationships/tags" Target="../tags/tag277.xml"/><Relationship Id="rId27" Type="http://schemas.openxmlformats.org/officeDocument/2006/relationships/tags" Target="../tags/tag282.xml"/><Relationship Id="rId30" Type="http://schemas.openxmlformats.org/officeDocument/2006/relationships/tags" Target="../tags/tag285.xml"/><Relationship Id="rId35" Type="http://schemas.openxmlformats.org/officeDocument/2006/relationships/tags" Target="../tags/tag290.xml"/><Relationship Id="rId8" Type="http://schemas.openxmlformats.org/officeDocument/2006/relationships/tags" Target="../tags/tag263.xml"/><Relationship Id="rId3" Type="http://schemas.openxmlformats.org/officeDocument/2006/relationships/tags" Target="../tags/tag258.xml"/><Relationship Id="rId12" Type="http://schemas.openxmlformats.org/officeDocument/2006/relationships/tags" Target="../tags/tag267.xml"/><Relationship Id="rId17" Type="http://schemas.openxmlformats.org/officeDocument/2006/relationships/tags" Target="../tags/tag272.xml"/><Relationship Id="rId25" Type="http://schemas.openxmlformats.org/officeDocument/2006/relationships/tags" Target="../tags/tag280.xml"/><Relationship Id="rId33" Type="http://schemas.openxmlformats.org/officeDocument/2006/relationships/tags" Target="../tags/tag288.xml"/><Relationship Id="rId38" Type="http://schemas.openxmlformats.org/officeDocument/2006/relationships/tags" Target="../tags/tag293.xml"/></Relationships>
</file>

<file path=ppt/slides/_rels/slide41.xml.rels><?xml version="1.0" encoding="UTF-8" standalone="yes"?>
<Relationships xmlns="http://schemas.openxmlformats.org/package/2006/relationships"><Relationship Id="rId3" Type="http://schemas.openxmlformats.org/officeDocument/2006/relationships/tags" Target="../tags/tag300.xml"/><Relationship Id="rId2" Type="http://schemas.openxmlformats.org/officeDocument/2006/relationships/tags" Target="../tags/tag299.xml"/><Relationship Id="rId1" Type="http://schemas.openxmlformats.org/officeDocument/2006/relationships/tags" Target="../tags/tag298.xml"/><Relationship Id="rId6" Type="http://schemas.openxmlformats.org/officeDocument/2006/relationships/image" Target="../media/image22.png"/><Relationship Id="rId5" Type="http://schemas.openxmlformats.org/officeDocument/2006/relationships/notesSlide" Target="../notesSlides/notesSlide18.xml"/><Relationship Id="rId4"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image" Target="../media/image22.png"/><Relationship Id="rId5" Type="http://schemas.openxmlformats.org/officeDocument/2006/relationships/notesSlide" Target="../notesSlides/notesSlide19.xml"/><Relationship Id="rId4"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tags" Target="../tags/tag320.xml"/><Relationship Id="rId18" Type="http://schemas.openxmlformats.org/officeDocument/2006/relationships/tags" Target="../tags/tag325.xml"/><Relationship Id="rId26" Type="http://schemas.openxmlformats.org/officeDocument/2006/relationships/tags" Target="../tags/tag317.xml"/><Relationship Id="rId3" Type="http://schemas.openxmlformats.org/officeDocument/2006/relationships/tags" Target="../tags/tag310.xml"/><Relationship Id="rId21" Type="http://schemas.openxmlformats.org/officeDocument/2006/relationships/tags" Target="../tags/tag328.xml"/><Relationship Id="rId7" Type="http://schemas.openxmlformats.org/officeDocument/2006/relationships/tags" Target="../tags/tag314.xml"/><Relationship Id="rId12" Type="http://schemas.openxmlformats.org/officeDocument/2006/relationships/tags" Target="../tags/tag319.xml"/><Relationship Id="rId17" Type="http://schemas.openxmlformats.org/officeDocument/2006/relationships/tags" Target="../tags/tag324.xml"/><Relationship Id="rId25" Type="http://schemas.openxmlformats.org/officeDocument/2006/relationships/slideLayout" Target="../slideLayouts/slideLayout8.xml"/><Relationship Id="rId2" Type="http://schemas.openxmlformats.org/officeDocument/2006/relationships/tags" Target="../tags/tag309.xml"/><Relationship Id="rId16" Type="http://schemas.openxmlformats.org/officeDocument/2006/relationships/tags" Target="../tags/tag323.xml"/><Relationship Id="rId20" Type="http://schemas.openxmlformats.org/officeDocument/2006/relationships/tags" Target="../tags/tag327.xml"/><Relationship Id="rId29" Type="http://schemas.openxmlformats.org/officeDocument/2006/relationships/image" Target="../media/image28.png"/><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24" Type="http://schemas.openxmlformats.org/officeDocument/2006/relationships/tags" Target="../tags/tag331.xml"/><Relationship Id="rId5" Type="http://schemas.openxmlformats.org/officeDocument/2006/relationships/tags" Target="../tags/tag312.xml"/><Relationship Id="rId15" Type="http://schemas.openxmlformats.org/officeDocument/2006/relationships/tags" Target="../tags/tag322.xml"/><Relationship Id="rId23" Type="http://schemas.openxmlformats.org/officeDocument/2006/relationships/tags" Target="../tags/tag330.xml"/><Relationship Id="rId28" Type="http://schemas.openxmlformats.org/officeDocument/2006/relationships/tags" Target="../tags/tag319.xml"/><Relationship Id="rId10" Type="http://schemas.openxmlformats.org/officeDocument/2006/relationships/tags" Target="../tags/tag317.xml"/><Relationship Id="rId19" Type="http://schemas.openxmlformats.org/officeDocument/2006/relationships/tags" Target="../tags/tag326.xml"/><Relationship Id="rId31" Type="http://schemas.openxmlformats.org/officeDocument/2006/relationships/image" Target="../media/image29.png"/><Relationship Id="rId4" Type="http://schemas.openxmlformats.org/officeDocument/2006/relationships/tags" Target="../tags/tag311.xml"/><Relationship Id="rId9" Type="http://schemas.openxmlformats.org/officeDocument/2006/relationships/tags" Target="../tags/tag316.xml"/><Relationship Id="rId14" Type="http://schemas.openxmlformats.org/officeDocument/2006/relationships/tags" Target="../tags/tag321.xml"/><Relationship Id="rId22" Type="http://schemas.openxmlformats.org/officeDocument/2006/relationships/tags" Target="../tags/tag329.xml"/><Relationship Id="rId27" Type="http://schemas.openxmlformats.org/officeDocument/2006/relationships/image" Target="../media/image27.png"/><Relationship Id="rId30" Type="http://schemas.openxmlformats.org/officeDocument/2006/relationships/tags" Target="../tags/tag322.xml"/></Relationships>
</file>

<file path=ppt/slides/_rels/slide44.xml.rels><?xml version="1.0" encoding="UTF-8" standalone="yes"?>
<Relationships xmlns="http://schemas.openxmlformats.org/package/2006/relationships"><Relationship Id="rId8" Type="http://schemas.openxmlformats.org/officeDocument/2006/relationships/tags" Target="../tags/tag339.xml"/><Relationship Id="rId13" Type="http://schemas.openxmlformats.org/officeDocument/2006/relationships/tags" Target="../tags/tag344.xml"/><Relationship Id="rId18" Type="http://schemas.openxmlformats.org/officeDocument/2006/relationships/tags" Target="../tags/tag349.xml"/><Relationship Id="rId26" Type="http://schemas.openxmlformats.org/officeDocument/2006/relationships/tags" Target="../tags/tag357.xml"/><Relationship Id="rId3" Type="http://schemas.openxmlformats.org/officeDocument/2006/relationships/tags" Target="../tags/tag334.xml"/><Relationship Id="rId21" Type="http://schemas.openxmlformats.org/officeDocument/2006/relationships/tags" Target="../tags/tag352.xml"/><Relationship Id="rId7" Type="http://schemas.openxmlformats.org/officeDocument/2006/relationships/tags" Target="../tags/tag338.xml"/><Relationship Id="rId12" Type="http://schemas.openxmlformats.org/officeDocument/2006/relationships/tags" Target="../tags/tag343.xml"/><Relationship Id="rId17" Type="http://schemas.openxmlformats.org/officeDocument/2006/relationships/tags" Target="../tags/tag348.xml"/><Relationship Id="rId25" Type="http://schemas.openxmlformats.org/officeDocument/2006/relationships/tags" Target="../tags/tag356.xml"/><Relationship Id="rId2" Type="http://schemas.openxmlformats.org/officeDocument/2006/relationships/tags" Target="../tags/tag333.xml"/><Relationship Id="rId16" Type="http://schemas.openxmlformats.org/officeDocument/2006/relationships/tags" Target="../tags/tag347.xml"/><Relationship Id="rId20" Type="http://schemas.openxmlformats.org/officeDocument/2006/relationships/tags" Target="../tags/tag351.xml"/><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tags" Target="../tags/tag342.xml"/><Relationship Id="rId24" Type="http://schemas.openxmlformats.org/officeDocument/2006/relationships/tags" Target="../tags/tag355.xml"/><Relationship Id="rId5" Type="http://schemas.openxmlformats.org/officeDocument/2006/relationships/tags" Target="../tags/tag336.xml"/><Relationship Id="rId15" Type="http://schemas.openxmlformats.org/officeDocument/2006/relationships/tags" Target="../tags/tag346.xml"/><Relationship Id="rId23" Type="http://schemas.openxmlformats.org/officeDocument/2006/relationships/tags" Target="../tags/tag354.xml"/><Relationship Id="rId10" Type="http://schemas.openxmlformats.org/officeDocument/2006/relationships/tags" Target="../tags/tag341.xml"/><Relationship Id="rId19" Type="http://schemas.openxmlformats.org/officeDocument/2006/relationships/tags" Target="../tags/tag350.xml"/><Relationship Id="rId4" Type="http://schemas.openxmlformats.org/officeDocument/2006/relationships/tags" Target="../tags/tag335.xml"/><Relationship Id="rId9" Type="http://schemas.openxmlformats.org/officeDocument/2006/relationships/tags" Target="../tags/tag340.xml"/><Relationship Id="rId14" Type="http://schemas.openxmlformats.org/officeDocument/2006/relationships/tags" Target="../tags/tag345.xml"/><Relationship Id="rId22" Type="http://schemas.openxmlformats.org/officeDocument/2006/relationships/tags" Target="../tags/tag353.xml"/><Relationship Id="rId27"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tags" Target="../tags/tag360.xml"/><Relationship Id="rId2" Type="http://schemas.openxmlformats.org/officeDocument/2006/relationships/tags" Target="../tags/tag359.xml"/><Relationship Id="rId1" Type="http://schemas.openxmlformats.org/officeDocument/2006/relationships/tags" Target="../tags/tag358.xml"/><Relationship Id="rId6" Type="http://schemas.openxmlformats.org/officeDocument/2006/relationships/image" Target="../media/image23.emf"/><Relationship Id="rId5" Type="http://schemas.openxmlformats.org/officeDocument/2006/relationships/oleObject" Target="../embeddings/oleObject1.bin"/><Relationship Id="rId4"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tags" Target="../tags/tag363.xml"/><Relationship Id="rId2" Type="http://schemas.openxmlformats.org/officeDocument/2006/relationships/tags" Target="../tags/tag362.xml"/><Relationship Id="rId1" Type="http://schemas.openxmlformats.org/officeDocument/2006/relationships/tags" Target="../tags/tag361.xml"/><Relationship Id="rId6" Type="http://schemas.openxmlformats.org/officeDocument/2006/relationships/image" Target="../media/image24.emf"/><Relationship Id="rId5" Type="http://schemas.openxmlformats.org/officeDocument/2006/relationships/oleObject" Target="../embeddings/oleObject2.bin"/><Relationship Id="rId4"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65.xml"/><Relationship Id="rId1" Type="http://schemas.openxmlformats.org/officeDocument/2006/relationships/tags" Target="../tags/tag364.xml"/><Relationship Id="rId5" Type="http://schemas.openxmlformats.org/officeDocument/2006/relationships/image" Target="../media/image25.emf"/><Relationship Id="rId4" Type="http://schemas.openxmlformats.org/officeDocument/2006/relationships/oleObject" Target="../embeddings/oleObject3.bin"/></Relationships>
</file>

<file path=ppt/slides/_rels/slide48.xml.rels><?xml version="1.0" encoding="UTF-8" standalone="yes"?>
<Relationships xmlns="http://schemas.openxmlformats.org/package/2006/relationships"><Relationship Id="rId3" Type="http://schemas.openxmlformats.org/officeDocument/2006/relationships/tags" Target="../tags/tag368.xml"/><Relationship Id="rId2" Type="http://schemas.openxmlformats.org/officeDocument/2006/relationships/tags" Target="../tags/tag367.xml"/><Relationship Id="rId1" Type="http://schemas.openxmlformats.org/officeDocument/2006/relationships/tags" Target="../tags/tag366.xml"/><Relationship Id="rId6" Type="http://schemas.openxmlformats.org/officeDocument/2006/relationships/image" Target="../media/image26.emf"/><Relationship Id="rId5" Type="http://schemas.openxmlformats.org/officeDocument/2006/relationships/oleObject" Target="../embeddings/oleObject4.bin"/><Relationship Id="rId4"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70.xml"/><Relationship Id="rId1" Type="http://schemas.openxmlformats.org/officeDocument/2006/relationships/tags" Target="../tags/tag369.xml"/><Relationship Id="rId5" Type="http://schemas.openxmlformats.org/officeDocument/2006/relationships/image" Target="../media/image27.emf"/><Relationship Id="rId4" Type="http://schemas.openxmlformats.org/officeDocument/2006/relationships/oleObject" Target="../embeddings/oleObject5.bin"/></Relationships>
</file>

<file path=ppt/slides/_rels/slide50.xml.rels><?xml version="1.0" encoding="UTF-8" standalone="yes"?>
<Relationships xmlns="http://schemas.openxmlformats.org/package/2006/relationships"><Relationship Id="rId3" Type="http://schemas.openxmlformats.org/officeDocument/2006/relationships/tags" Target="../tags/tag373.xml"/><Relationship Id="rId2" Type="http://schemas.openxmlformats.org/officeDocument/2006/relationships/tags" Target="../tags/tag372.xml"/><Relationship Id="rId1" Type="http://schemas.openxmlformats.org/officeDocument/2006/relationships/tags" Target="../tags/tag371.xml"/><Relationship Id="rId6" Type="http://schemas.openxmlformats.org/officeDocument/2006/relationships/image" Target="../media/image28.emf"/><Relationship Id="rId5" Type="http://schemas.openxmlformats.org/officeDocument/2006/relationships/oleObject" Target="../embeddings/oleObject6.bin"/><Relationship Id="rId4"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75.xml"/><Relationship Id="rId1" Type="http://schemas.openxmlformats.org/officeDocument/2006/relationships/tags" Target="../tags/tag374.xml"/><Relationship Id="rId5" Type="http://schemas.openxmlformats.org/officeDocument/2006/relationships/image" Target="../media/image29.emf"/><Relationship Id="rId4" Type="http://schemas.openxmlformats.org/officeDocument/2006/relationships/oleObject" Target="../embeddings/oleObject7.bin"/></Relationships>
</file>

<file path=ppt/slides/_rels/slide52.xml.rels><?xml version="1.0" encoding="UTF-8" standalone="yes"?>
<Relationships xmlns="http://schemas.openxmlformats.org/package/2006/relationships"><Relationship Id="rId3" Type="http://schemas.openxmlformats.org/officeDocument/2006/relationships/tags" Target="../tags/tag378.xml"/><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image" Target="../media/image30.emf"/><Relationship Id="rId5" Type="http://schemas.openxmlformats.org/officeDocument/2006/relationships/oleObject" Target="../embeddings/oleObject8.bin"/><Relationship Id="rId4"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80.xml"/><Relationship Id="rId1" Type="http://schemas.openxmlformats.org/officeDocument/2006/relationships/tags" Target="../tags/tag379.xml"/><Relationship Id="rId5" Type="http://schemas.openxmlformats.org/officeDocument/2006/relationships/image" Target="../media/image31.emf"/><Relationship Id="rId4" Type="http://schemas.openxmlformats.org/officeDocument/2006/relationships/oleObject" Target="../embeddings/oleObject9.bin"/></Relationships>
</file>

<file path=ppt/slides/_rels/slide54.xml.rels><?xml version="1.0" encoding="UTF-8" standalone="yes"?>
<Relationships xmlns="http://schemas.openxmlformats.org/package/2006/relationships"><Relationship Id="rId3" Type="http://schemas.openxmlformats.org/officeDocument/2006/relationships/tags" Target="../tags/tag383.xml"/><Relationship Id="rId2" Type="http://schemas.openxmlformats.org/officeDocument/2006/relationships/tags" Target="../tags/tag382.xml"/><Relationship Id="rId1" Type="http://schemas.openxmlformats.org/officeDocument/2006/relationships/tags" Target="../tags/tag381.xml"/><Relationship Id="rId6" Type="http://schemas.openxmlformats.org/officeDocument/2006/relationships/image" Target="../media/image32.emf"/><Relationship Id="rId5" Type="http://schemas.openxmlformats.org/officeDocument/2006/relationships/oleObject" Target="../embeddings/oleObject10.bin"/><Relationship Id="rId4"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85.xml"/><Relationship Id="rId1" Type="http://schemas.openxmlformats.org/officeDocument/2006/relationships/tags" Target="../tags/tag384.xml"/><Relationship Id="rId5" Type="http://schemas.openxmlformats.org/officeDocument/2006/relationships/image" Target="../media/image33.emf"/><Relationship Id="rId4" Type="http://schemas.openxmlformats.org/officeDocument/2006/relationships/oleObject" Target="../embeddings/oleObject11.bin"/></Relationships>
</file>

<file path=ppt/slides/_rels/slide56.xml.rels><?xml version="1.0" encoding="UTF-8" standalone="yes"?>
<Relationships xmlns="http://schemas.openxmlformats.org/package/2006/relationships"><Relationship Id="rId3" Type="http://schemas.openxmlformats.org/officeDocument/2006/relationships/tags" Target="../tags/tag388.xml"/><Relationship Id="rId2" Type="http://schemas.openxmlformats.org/officeDocument/2006/relationships/tags" Target="../tags/tag387.xml"/><Relationship Id="rId1" Type="http://schemas.openxmlformats.org/officeDocument/2006/relationships/tags" Target="../tags/tag386.xml"/><Relationship Id="rId6" Type="http://schemas.openxmlformats.org/officeDocument/2006/relationships/image" Target="../media/image34.emf"/><Relationship Id="rId5" Type="http://schemas.openxmlformats.org/officeDocument/2006/relationships/oleObject" Target="../embeddings/oleObject12.bin"/><Relationship Id="rId4"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90.xml"/><Relationship Id="rId1" Type="http://schemas.openxmlformats.org/officeDocument/2006/relationships/tags" Target="../tags/tag389.xml"/><Relationship Id="rId5" Type="http://schemas.openxmlformats.org/officeDocument/2006/relationships/image" Target="../media/image35.emf"/><Relationship Id="rId4" Type="http://schemas.openxmlformats.org/officeDocument/2006/relationships/oleObject" Target="../embeddings/oleObject13.bin"/></Relationships>
</file>

<file path=ppt/slides/_rels/slide58.xml.rels><?xml version="1.0" encoding="UTF-8" standalone="yes"?>
<Relationships xmlns="http://schemas.openxmlformats.org/package/2006/relationships"><Relationship Id="rId3" Type="http://schemas.openxmlformats.org/officeDocument/2006/relationships/tags" Target="../tags/tag393.xml"/><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image" Target="../media/image36.emf"/><Relationship Id="rId5" Type="http://schemas.openxmlformats.org/officeDocument/2006/relationships/oleObject" Target="../embeddings/oleObject14.bin"/><Relationship Id="rId4"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95.xml"/><Relationship Id="rId1" Type="http://schemas.openxmlformats.org/officeDocument/2006/relationships/tags" Target="../tags/tag394.xml"/><Relationship Id="rId5" Type="http://schemas.openxmlformats.org/officeDocument/2006/relationships/image" Target="../media/image37.emf"/><Relationship Id="rId4" Type="http://schemas.openxmlformats.org/officeDocument/2006/relationships/oleObject" Target="../embeddings/oleObject15.bin"/></Relationships>
</file>

<file path=ppt/slides/_rels/slide60.xml.rels><?xml version="1.0" encoding="UTF-8" standalone="yes"?>
<Relationships xmlns="http://schemas.openxmlformats.org/package/2006/relationships"><Relationship Id="rId3" Type="http://schemas.openxmlformats.org/officeDocument/2006/relationships/tags" Target="../tags/tag398.xml"/><Relationship Id="rId2" Type="http://schemas.openxmlformats.org/officeDocument/2006/relationships/tags" Target="../tags/tag397.xml"/><Relationship Id="rId1" Type="http://schemas.openxmlformats.org/officeDocument/2006/relationships/tags" Target="../tags/tag396.xml"/><Relationship Id="rId6" Type="http://schemas.openxmlformats.org/officeDocument/2006/relationships/image" Target="../media/image38.emf"/><Relationship Id="rId5" Type="http://schemas.openxmlformats.org/officeDocument/2006/relationships/oleObject" Target="../embeddings/oleObject16.bin"/><Relationship Id="rId4"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A7BCA-64D0-66E1-7D8A-8436652F62B9}"/>
              </a:ext>
            </a:extLst>
          </p:cNvPr>
          <p:cNvSpPr>
            <a:spLocks noGrp="1"/>
          </p:cNvSpPr>
          <p:nvPr>
            <p:ph type="title"/>
          </p:nvPr>
        </p:nvSpPr>
        <p:spPr/>
        <p:txBody>
          <a:bodyPr/>
          <a:lstStyle/>
          <a:p>
            <a:r>
              <a:rPr lang="zh-CN" altLang="en-US"/>
              <a:t>哪辆车快？哪辆车坐着舒服？</a:t>
            </a:r>
            <a:endParaRPr lang="en-US"/>
          </a:p>
        </p:txBody>
      </p:sp>
      <p:pic>
        <p:nvPicPr>
          <p:cNvPr id="1026" name="Picture 2" descr="The Bugatti Chiron Is a Driver's Car">
            <a:extLst>
              <a:ext uri="{FF2B5EF4-FFF2-40B4-BE49-F238E27FC236}">
                <a16:creationId xmlns:a16="http://schemas.microsoft.com/office/drawing/2014/main" id="{FE9434F9-16A8-D81C-C438-FBDC5929932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2543969"/>
            <a:ext cx="5181600" cy="29146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eijing ⇌Hangzhou Only Takes 4 Hours by High Speed Railway, Beijing Guide |  Maxview Realty">
            <a:extLst>
              <a:ext uri="{FF2B5EF4-FFF2-40B4-BE49-F238E27FC236}">
                <a16:creationId xmlns:a16="http://schemas.microsoft.com/office/drawing/2014/main" id="{8C6E849E-61CB-65DE-925F-296D6BF0CE7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58000" y="2929731"/>
            <a:ext cx="38100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085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A7BCA-64D0-66E1-7D8A-8436652F62B9}"/>
              </a:ext>
            </a:extLst>
          </p:cNvPr>
          <p:cNvSpPr>
            <a:spLocks noGrp="1"/>
          </p:cNvSpPr>
          <p:nvPr>
            <p:ph type="title"/>
          </p:nvPr>
        </p:nvSpPr>
        <p:spPr/>
        <p:txBody>
          <a:bodyPr/>
          <a:lstStyle/>
          <a:p>
            <a:r>
              <a:rPr lang="zh-CN" altLang="en-US"/>
              <a:t>谁的速度更大？</a:t>
            </a:r>
            <a:endParaRPr lang="en-US"/>
          </a:p>
        </p:txBody>
      </p:sp>
      <p:pic>
        <p:nvPicPr>
          <p:cNvPr id="1026" name="Picture 2" descr="The Bugatti Chiron Is a Driver's Car">
            <a:extLst>
              <a:ext uri="{FF2B5EF4-FFF2-40B4-BE49-F238E27FC236}">
                <a16:creationId xmlns:a16="http://schemas.microsoft.com/office/drawing/2014/main" id="{FE9434F9-16A8-D81C-C438-FBDC5929932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2543969"/>
            <a:ext cx="5181600" cy="29146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eijing ⇌Hangzhou Only Takes 4 Hours by High Speed Railway, Beijing Guide |  Maxview Realty">
            <a:extLst>
              <a:ext uri="{FF2B5EF4-FFF2-40B4-BE49-F238E27FC236}">
                <a16:creationId xmlns:a16="http://schemas.microsoft.com/office/drawing/2014/main" id="{8C6E849E-61CB-65DE-925F-296D6BF0CE7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58000" y="2929731"/>
            <a:ext cx="38100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1138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A7BCA-64D0-66E1-7D8A-8436652F62B9}"/>
              </a:ext>
            </a:extLst>
          </p:cNvPr>
          <p:cNvSpPr>
            <a:spLocks noGrp="1"/>
          </p:cNvSpPr>
          <p:nvPr>
            <p:ph type="title"/>
          </p:nvPr>
        </p:nvSpPr>
        <p:spPr/>
        <p:txBody>
          <a:bodyPr/>
          <a:lstStyle/>
          <a:p>
            <a:r>
              <a:rPr lang="zh-CN" altLang="en-US"/>
              <a:t>从静止开始到最高时速，</a:t>
            </a:r>
            <a:br>
              <a:rPr lang="en-US" altLang="zh-CN"/>
            </a:br>
            <a:r>
              <a:rPr lang="zh-CN" altLang="en-US"/>
              <a:t>谁的速度变化量更大？</a:t>
            </a:r>
            <a:endParaRPr lang="en-US"/>
          </a:p>
        </p:txBody>
      </p:sp>
      <p:pic>
        <p:nvPicPr>
          <p:cNvPr id="1026" name="Picture 2" descr="The Bugatti Chiron Is a Driver's Car">
            <a:extLst>
              <a:ext uri="{FF2B5EF4-FFF2-40B4-BE49-F238E27FC236}">
                <a16:creationId xmlns:a16="http://schemas.microsoft.com/office/drawing/2014/main" id="{FE9434F9-16A8-D81C-C438-FBDC5929932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2543969"/>
            <a:ext cx="5181600" cy="29146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eijing ⇌Hangzhou Only Takes 4 Hours by High Speed Railway, Beijing Guide |  Maxview Realty">
            <a:extLst>
              <a:ext uri="{FF2B5EF4-FFF2-40B4-BE49-F238E27FC236}">
                <a16:creationId xmlns:a16="http://schemas.microsoft.com/office/drawing/2014/main" id="{8C6E849E-61CB-65DE-925F-296D6BF0CE7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58000" y="2929731"/>
            <a:ext cx="38100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293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DA7BCA-64D0-66E1-7D8A-8436652F62B9}"/>
              </a:ext>
            </a:extLst>
          </p:cNvPr>
          <p:cNvSpPr>
            <a:spLocks noGrp="1"/>
          </p:cNvSpPr>
          <p:nvPr>
            <p:ph type="title"/>
          </p:nvPr>
        </p:nvSpPr>
        <p:spPr/>
        <p:txBody>
          <a:bodyPr/>
          <a:lstStyle/>
          <a:p>
            <a:r>
              <a:rPr lang="zh-CN" altLang="en-US"/>
              <a:t>从静止开始到最高时速，</a:t>
            </a:r>
            <a:br>
              <a:rPr lang="en-US" altLang="zh-CN"/>
            </a:br>
            <a:r>
              <a:rPr lang="zh-CN" altLang="en-US"/>
              <a:t>谁的速度变化量更快？</a:t>
            </a:r>
            <a:endParaRPr lang="en-US"/>
          </a:p>
        </p:txBody>
      </p:sp>
      <p:pic>
        <p:nvPicPr>
          <p:cNvPr id="1026" name="Picture 2" descr="The Bugatti Chiron Is a Driver's Car">
            <a:extLst>
              <a:ext uri="{FF2B5EF4-FFF2-40B4-BE49-F238E27FC236}">
                <a16:creationId xmlns:a16="http://schemas.microsoft.com/office/drawing/2014/main" id="{FE9434F9-16A8-D81C-C438-FBDC5929932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838200" y="2543969"/>
            <a:ext cx="5181600" cy="29146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eijing ⇌Hangzhou Only Takes 4 Hours by High Speed Railway, Beijing Guide |  Maxview Realty">
            <a:extLst>
              <a:ext uri="{FF2B5EF4-FFF2-40B4-BE49-F238E27FC236}">
                <a16:creationId xmlns:a16="http://schemas.microsoft.com/office/drawing/2014/main" id="{8C6E849E-61CB-65DE-925F-296D6BF0CE7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58000" y="2929731"/>
            <a:ext cx="381000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474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472B8-8E94-E786-49B1-FC5718758037}"/>
              </a:ext>
            </a:extLst>
          </p:cNvPr>
          <p:cNvSpPr>
            <a:spLocks noGrp="1"/>
          </p:cNvSpPr>
          <p:nvPr>
            <p:ph type="ctrTitle"/>
          </p:nvPr>
        </p:nvSpPr>
        <p:spPr/>
        <p:txBody>
          <a:bodyPr/>
          <a:lstStyle/>
          <a:p>
            <a:r>
              <a:rPr lang="zh-CN" altLang="en-US"/>
              <a:t>加速度</a:t>
            </a:r>
            <a:endParaRPr lang="en-US"/>
          </a:p>
        </p:txBody>
      </p:sp>
      <p:sp>
        <p:nvSpPr>
          <p:cNvPr id="3" name="副标题 2">
            <a:extLst>
              <a:ext uri="{FF2B5EF4-FFF2-40B4-BE49-F238E27FC236}">
                <a16:creationId xmlns:a16="http://schemas.microsoft.com/office/drawing/2014/main" id="{298B86E0-15A8-1812-F169-312545138344}"/>
              </a:ext>
            </a:extLst>
          </p:cNvPr>
          <p:cNvSpPr>
            <a:spLocks noGrp="1"/>
          </p:cNvSpPr>
          <p:nvPr>
            <p:ph type="subTitle" idx="1"/>
          </p:nvPr>
        </p:nvSpPr>
        <p:spPr/>
        <p:txBody>
          <a:bodyPr/>
          <a:lstStyle/>
          <a:p>
            <a:r>
              <a:rPr lang="zh-CN" altLang="en-US"/>
              <a:t>物体速度变化的快慢</a:t>
            </a:r>
            <a:endParaRPr lang="en-US"/>
          </a:p>
        </p:txBody>
      </p:sp>
    </p:spTree>
    <p:extLst>
      <p:ext uri="{BB962C8B-B14F-4D97-AF65-F5344CB8AC3E}">
        <p14:creationId xmlns:p14="http://schemas.microsoft.com/office/powerpoint/2010/main" val="3406235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DA79C6-8221-7860-67CC-C883DA5430F3}"/>
              </a:ext>
            </a:extLst>
          </p:cNvPr>
          <p:cNvSpPr>
            <a:spLocks noGrp="1"/>
          </p:cNvSpPr>
          <p:nvPr>
            <p:ph type="title"/>
          </p:nvPr>
        </p:nvSpPr>
        <p:spPr/>
        <p:txBody>
          <a:bodyPr/>
          <a:lstStyle/>
          <a:p>
            <a:r>
              <a:rPr lang="zh-CN" altLang="en-US"/>
              <a:t>加速度</a:t>
            </a:r>
            <a:endParaRPr lang="en-US"/>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48D0FEB-622A-429A-5982-861D125FF487}"/>
                  </a:ext>
                </a:extLst>
              </p:cNvPr>
              <p:cNvSpPr>
                <a:spLocks noGrp="1"/>
              </p:cNvSpPr>
              <p:nvPr>
                <p:ph idx="1"/>
              </p:nvPr>
            </p:nvSpPr>
            <p:spPr/>
            <p:txBody>
              <a:bodyPr/>
              <a:lstStyle/>
              <a:p>
                <a:r>
                  <a:rPr lang="zh-CN" altLang="en-US"/>
                  <a:t>定义式：</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𝑣</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𝑡</m:t>
                        </m:r>
                      </m:den>
                    </m:f>
                  </m:oMath>
                </a14:m>
                <a:endParaRPr lang="en-US" b="0"/>
              </a:p>
              <a:p>
                <a:r>
                  <a:rPr lang="zh-CN" altLang="en-US"/>
                  <a:t>矢量，方向与速度变化量的方向相同</a:t>
                </a:r>
                <a:endParaRPr lang="en-US"/>
              </a:p>
            </p:txBody>
          </p:sp>
        </mc:Choice>
        <mc:Fallback xmlns="">
          <p:sp>
            <p:nvSpPr>
              <p:cNvPr id="3" name="内容占位符 2">
                <a:extLst>
                  <a:ext uri="{FF2B5EF4-FFF2-40B4-BE49-F238E27FC236}">
                    <a16:creationId xmlns:a16="http://schemas.microsoft.com/office/drawing/2014/main" id="{248D0FEB-622A-429A-5982-861D125FF487}"/>
                  </a:ext>
                </a:extLst>
              </p:cNvPr>
              <p:cNvSpPr>
                <a:spLocks noGrp="1" noRot="1" noChangeAspect="1" noMove="1" noResize="1" noEditPoints="1" noAdjustHandles="1" noChangeArrowheads="1" noChangeShapeType="1" noTextEdit="1"/>
              </p:cNvSpPr>
              <p:nvPr>
                <p:ph idx="1"/>
              </p:nvPr>
            </p:nvSpPr>
            <p:spPr>
              <a:blipFill>
                <a:blip r:embed="rId2"/>
                <a:stretch>
                  <a:fillRect l="-1086" t="-8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91391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0A6E47-75EF-0960-38B0-244A31EE88F4}"/>
              </a:ext>
            </a:extLst>
          </p:cNvPr>
          <p:cNvSpPr>
            <a:spLocks noGrp="1"/>
          </p:cNvSpPr>
          <p:nvPr>
            <p:ph type="title"/>
          </p:nvPr>
        </p:nvSpPr>
        <p:spPr>
          <a:xfrm>
            <a:off x="838200" y="-1"/>
            <a:ext cx="10515600" cy="6858002"/>
          </a:xfrm>
        </p:spPr>
        <p:txBody>
          <a:bodyPr>
            <a:normAutofit/>
          </a:bodyPr>
          <a:lstStyle/>
          <a:p>
            <a:r>
              <a:rPr lang="zh-CN" altLang="en-US"/>
              <a:t>飞机起飞前在地面上滑行，可以在</a:t>
            </a:r>
            <a:r>
              <a:rPr lang="en-US" altLang="zh-CN"/>
              <a:t>30s</a:t>
            </a:r>
            <a:r>
              <a:rPr lang="zh-CN" altLang="en-US"/>
              <a:t>内，速度由零增加到</a:t>
            </a:r>
            <a:r>
              <a:rPr lang="en-US" altLang="zh-CN"/>
              <a:t>81m/s</a:t>
            </a:r>
            <a:r>
              <a:rPr lang="zh-CN" altLang="en-US"/>
              <a:t>。那么，飞机起飞前的加速度为多少？</a:t>
            </a:r>
            <a:endParaRPr lang="en-US"/>
          </a:p>
        </p:txBody>
      </p:sp>
      <p:pic>
        <p:nvPicPr>
          <p:cNvPr id="3" name="Picture 10">
            <a:extLst>
              <a:ext uri="{FF2B5EF4-FFF2-40B4-BE49-F238E27FC236}">
                <a16:creationId xmlns:a16="http://schemas.microsoft.com/office/drawing/2014/main" id="{2C9FB973-A507-B06E-1C18-EE64264FCA56}"/>
              </a:ext>
            </a:extLst>
          </p:cNvPr>
          <p:cNvPicPr>
            <a:picLocks noChangeAspect="1"/>
          </p:cNvPicPr>
          <p:nvPr/>
        </p:nvPicPr>
        <p:blipFill>
          <a:blip r:embed="rId2"/>
          <a:stretch>
            <a:fillRect/>
          </a:stretch>
        </p:blipFill>
        <p:spPr>
          <a:xfrm>
            <a:off x="3136900" y="1092110"/>
            <a:ext cx="5918200" cy="1009650"/>
          </a:xfrm>
          <a:prstGeom prst="rect">
            <a:avLst/>
          </a:prstGeom>
          <a:noFill/>
          <a:ln w="9525">
            <a:noFill/>
          </a:ln>
        </p:spPr>
      </p:pic>
    </p:spTree>
    <p:extLst>
      <p:ext uri="{BB962C8B-B14F-4D97-AF65-F5344CB8AC3E}">
        <p14:creationId xmlns:p14="http://schemas.microsoft.com/office/powerpoint/2010/main" val="116054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48820D-F01D-3B66-F629-0AE8D89A8A06}"/>
              </a:ext>
            </a:extLst>
          </p:cNvPr>
          <p:cNvSpPr>
            <a:spLocks noGrp="1"/>
          </p:cNvSpPr>
          <p:nvPr>
            <p:ph type="title"/>
          </p:nvPr>
        </p:nvSpPr>
        <p:spPr>
          <a:xfrm>
            <a:off x="838200" y="1181818"/>
            <a:ext cx="10515600" cy="4494364"/>
          </a:xfrm>
        </p:spPr>
        <p:txBody>
          <a:bodyPr>
            <a:normAutofit/>
          </a:bodyPr>
          <a:lstStyle/>
          <a:p>
            <a:r>
              <a:rPr lang="zh-CN" altLang="en-US"/>
              <a:t>汽车急刹车时，可以在</a:t>
            </a:r>
            <a:r>
              <a:rPr lang="en-US" altLang="zh-CN"/>
              <a:t>3</a:t>
            </a:r>
            <a:r>
              <a:rPr lang="zh-CN" altLang="en-US"/>
              <a:t>秒内速度由</a:t>
            </a:r>
            <a:r>
              <a:rPr lang="en-US" altLang="zh-CN"/>
              <a:t>18m/s</a:t>
            </a:r>
            <a:r>
              <a:rPr lang="zh-CN" altLang="en-US"/>
              <a:t>减小到零。那么，汽车急刹车时的加速度为多少？</a:t>
            </a:r>
            <a:endParaRPr lang="en-US"/>
          </a:p>
        </p:txBody>
      </p:sp>
      <p:pic>
        <p:nvPicPr>
          <p:cNvPr id="3" name="Picture 11">
            <a:extLst>
              <a:ext uri="{FF2B5EF4-FFF2-40B4-BE49-F238E27FC236}">
                <a16:creationId xmlns:a16="http://schemas.microsoft.com/office/drawing/2014/main" id="{0B07967B-A4B3-F89E-5BBE-9594B3AA0571}"/>
              </a:ext>
            </a:extLst>
          </p:cNvPr>
          <p:cNvPicPr>
            <a:picLocks noChangeAspect="1"/>
          </p:cNvPicPr>
          <p:nvPr/>
        </p:nvPicPr>
        <p:blipFill>
          <a:blip r:embed="rId2"/>
          <a:stretch>
            <a:fillRect/>
          </a:stretch>
        </p:blipFill>
        <p:spPr>
          <a:xfrm>
            <a:off x="3863975" y="1181818"/>
            <a:ext cx="4464050" cy="928687"/>
          </a:xfrm>
          <a:prstGeom prst="rect">
            <a:avLst/>
          </a:prstGeom>
        </p:spPr>
      </p:pic>
    </p:spTree>
    <p:extLst>
      <p:ext uri="{BB962C8B-B14F-4D97-AF65-F5344CB8AC3E}">
        <p14:creationId xmlns:p14="http://schemas.microsoft.com/office/powerpoint/2010/main" val="1799307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4" name="矩形 3"/>
          <p:cNvSpPr/>
          <p:nvPr>
            <p:custDataLst>
              <p:tags r:id="rId2"/>
            </p:custDataLst>
          </p:nvPr>
        </p:nvSpPr>
        <p:spPr>
          <a:xfrm>
            <a:off x="377999" y="693490"/>
            <a:ext cx="11405839"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a:latin typeface="Times New Roman" panose="02020603050405020304" pitchFamily="18" charset="0"/>
                <a:ea typeface="黑体" panose="02010609060101010101" charset="-122"/>
                <a:cs typeface="Times New Roman" panose="02020603050405020304" pitchFamily="18" charset="0"/>
              </a:rPr>
              <a:t>看图回答问题</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向右为运动的正方向</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pic>
        <p:nvPicPr>
          <p:cNvPr id="7" name="image259.jpeg"/>
          <p:cNvPicPr/>
          <p:nvPr>
            <p:custDataLst>
              <p:tags r:id="rId3"/>
            </p:custDataLst>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3305301" y="1935581"/>
            <a:ext cx="5579810" cy="1725224"/>
          </a:xfrm>
          <a:prstGeom prst="rect">
            <a:avLst/>
          </a:prstGeom>
          <a:noFill/>
          <a:ln>
            <a:noFill/>
          </a:ln>
        </p:spPr>
      </p:pic>
      <p:sp>
        <p:nvSpPr>
          <p:cNvPr id="5" name="矩形 4"/>
          <p:cNvSpPr/>
          <p:nvPr>
            <p:custDataLst>
              <p:tags r:id="rId4"/>
            </p:custDataLst>
          </p:nvPr>
        </p:nvSpPr>
        <p:spPr>
          <a:xfrm>
            <a:off x="377999" y="3881626"/>
            <a:ext cx="11405839" cy="700296"/>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zh-CN" altLang="zh-CN" sz="2800">
                <a:latin typeface="Times New Roman" panose="02020603050405020304" pitchFamily="18" charset="0"/>
                <a:ea typeface="黑体" panose="02010609060101010101" charset="-122"/>
                <a:cs typeface="Times New Roman" panose="02020603050405020304" pitchFamily="18" charset="0"/>
              </a:rPr>
              <a:t>速度变化量</a:t>
            </a:r>
            <a:r>
              <a:rPr lang="en-US" altLang="zh-CN" sz="2800">
                <a:latin typeface="Times New Roman" panose="02020603050405020304" pitchFamily="18" charset="0"/>
                <a:ea typeface="黑体" panose="02010609060101010101" charset="-122"/>
                <a:cs typeface="Times New Roman" panose="02020603050405020304" pitchFamily="18" charset="0"/>
              </a:rPr>
              <a:t>:Δ</a:t>
            </a:r>
            <a:r>
              <a:rPr lang="en-US" altLang="zh-CN" sz="2800" i="1" err="1">
                <a:latin typeface="Times New Roman" panose="02020603050405020304" pitchFamily="18" charset="0"/>
                <a:ea typeface="黑体" panose="02010609060101010101" charset="-122"/>
                <a:cs typeface="Times New Roman" panose="02020603050405020304" pitchFamily="18" charset="0"/>
              </a:rPr>
              <a:t>v</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u="sng">
                <a:latin typeface="Times New Roman" panose="02020603050405020304" pitchFamily="18" charset="0"/>
                <a:ea typeface="黑体" panose="02010609060101010101" charset="-122"/>
                <a:cs typeface="Times New Roman" panose="02020603050405020304" pitchFamily="18" charset="0"/>
              </a:rPr>
              <a:t>　　　</a:t>
            </a:r>
            <a:r>
              <a:rPr lang="zh-CN" altLang="zh-CN" sz="2800">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 </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6" name="矩形 5"/>
          <p:cNvSpPr/>
          <p:nvPr>
            <p:custDataLst>
              <p:tags r:id="rId5"/>
            </p:custDataLst>
          </p:nvPr>
        </p:nvSpPr>
        <p:spPr>
          <a:xfrm>
            <a:off x="3551176" y="3957360"/>
            <a:ext cx="862737" cy="523220"/>
          </a:xfrm>
          <a:prstGeom prst="rect">
            <a:avLst/>
          </a:prstGeom>
        </p:spPr>
        <p:txBody>
          <a:bodyPr wrap="none">
            <a:spAutoFit/>
          </a:bodyPr>
          <a:lstStyle/>
          <a:p>
            <a:r>
              <a:rPr lang="en-US" altLang="zh-CN" sz="2800" i="1" kern="100">
                <a:solidFill>
                  <a:srgbClr val="C00000"/>
                </a:solidFill>
                <a:latin typeface="Times New Roman" panose="02020603050405020304" pitchFamily="18" charset="0"/>
                <a:ea typeface="黑体" panose="02010609060101010101" charset="-122"/>
                <a:cs typeface="Times New Roman" panose="02020603050405020304" pitchFamily="18" charset="0"/>
              </a:rPr>
              <a:t>v</a:t>
            </a:r>
            <a:r>
              <a:rPr lang="en-US" altLang="zh-CN" sz="2800" kern="100" baseline="-25000">
                <a:solidFill>
                  <a:srgbClr val="C00000"/>
                </a:solidFill>
                <a:latin typeface="Times New Roman" panose="02020603050405020304" pitchFamily="18" charset="0"/>
                <a:ea typeface="黑体" panose="02010609060101010101" charset="-122"/>
                <a:cs typeface="Times New Roman" panose="02020603050405020304" pitchFamily="18" charset="0"/>
              </a:rPr>
              <a:t>2</a:t>
            </a:r>
            <a:r>
              <a:rPr lang="en-US" altLang="zh-CN" sz="2800" kern="100">
                <a:solidFill>
                  <a:srgbClr val="C00000"/>
                </a:solidFill>
                <a:latin typeface="Times New Roman" panose="02020603050405020304" pitchFamily="18" charset="0"/>
                <a:ea typeface="黑体" panose="02010609060101010101" charset="-122"/>
                <a:cs typeface="Times New Roman" panose="02020603050405020304" pitchFamily="18" charset="0"/>
              </a:rPr>
              <a:t>-</a:t>
            </a:r>
            <a:r>
              <a:rPr lang="en-US" altLang="zh-CN" sz="2800" i="1" kern="100">
                <a:solidFill>
                  <a:srgbClr val="C00000"/>
                </a:solidFill>
                <a:latin typeface="Times New Roman" panose="02020603050405020304" pitchFamily="18" charset="0"/>
                <a:ea typeface="黑体" panose="02010609060101010101" charset="-122"/>
                <a:cs typeface="Times New Roman" panose="02020603050405020304" pitchFamily="18" charset="0"/>
              </a:rPr>
              <a:t>v</a:t>
            </a:r>
            <a:r>
              <a:rPr lang="en-US" altLang="zh-CN" sz="2800" kern="100" baseline="-25000">
                <a:solidFill>
                  <a:srgbClr val="C00000"/>
                </a:solidFill>
                <a:latin typeface="Times New Roman" panose="02020603050405020304" pitchFamily="18" charset="0"/>
                <a:ea typeface="黑体" panose="02010609060101010101" charset="-122"/>
                <a:cs typeface="Times New Roman" panose="02020603050405020304" pitchFamily="18" charset="0"/>
              </a:rPr>
              <a:t>1</a:t>
            </a:r>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sp>
        <p:nvSpPr>
          <p:cNvPr id="11" name="文本框 10"/>
          <p:cNvSpPr txBox="1"/>
          <p:nvPr>
            <p:custDataLst>
              <p:tags r:id="rId6"/>
            </p:custDataLst>
          </p:nvPr>
        </p:nvSpPr>
        <p:spPr>
          <a:xfrm>
            <a:off x="5365750" y="4116070"/>
            <a:ext cx="4064000" cy="914400"/>
          </a:xfrm>
          <a:prstGeom prst="rect">
            <a:avLst/>
          </a:prstGeom>
          <a:noFill/>
          <a:ln w="9525">
            <a:noFill/>
          </a:ln>
        </p:spPr>
        <p:txBody>
          <a:bodyPr wrap="square" anchor="t">
            <a:noAutofit/>
          </a:bodyPr>
          <a:lstStyle/>
          <a:p>
            <a:pPr>
              <a:lnSpc>
                <a:spcPct val="150000"/>
              </a:lnSpc>
              <a:spcBef>
                <a:spcPct val="50000"/>
              </a:spcBef>
            </a:pPr>
            <a:endParaRPr lang="en-US" altLang="en-US" sz="3200">
              <a:latin typeface="Times New Roman" panose="02020603050405020304" pitchFamily="18" charset="0"/>
              <a:ea typeface="黑体" panose="02010609060101010101" charset="-122"/>
              <a:cs typeface="Times New Roman" panose="02020603050405020304" pitchFamily="18" charset="0"/>
            </a:endParaRPr>
          </a:p>
        </p:txBody>
      </p:sp>
      <p:pic>
        <p:nvPicPr>
          <p:cNvPr id="13" name="image260.jpeg"/>
          <p:cNvPicPr/>
          <p:nvPr>
            <p:custDataLst>
              <p:tags r:id="rId7"/>
            </p:custDataLst>
          </p:nvPr>
        </p:nvPicPr>
        <p:blipFill>
          <a:blip r:embed="rId10">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2569855" y="5030614"/>
            <a:ext cx="6702723" cy="15653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4" name="矩形 3"/>
          <p:cNvSpPr/>
          <p:nvPr>
            <p:custDataLst>
              <p:tags r:id="rId2"/>
            </p:custDataLst>
          </p:nvPr>
        </p:nvSpPr>
        <p:spPr>
          <a:xfrm>
            <a:off x="377999" y="693490"/>
            <a:ext cx="11405839"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a:latin typeface="Times New Roman" panose="02020603050405020304" pitchFamily="18" charset="0"/>
                <a:ea typeface="黑体" panose="02010609060101010101" charset="-122"/>
                <a:cs typeface="Times New Roman" panose="02020603050405020304" pitchFamily="18" charset="0"/>
              </a:rPr>
              <a:t>看图回答问题</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向右为运动的正方向</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2" name="矩形 1"/>
          <p:cNvSpPr/>
          <p:nvPr>
            <p:custDataLst>
              <p:tags r:id="rId3"/>
            </p:custDataLst>
          </p:nvPr>
        </p:nvSpPr>
        <p:spPr>
          <a:xfrm>
            <a:off x="377999" y="3350548"/>
            <a:ext cx="11405839"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(2)</a:t>
            </a:r>
            <a:r>
              <a:rPr lang="zh-CN" altLang="zh-CN" sz="2800">
                <a:latin typeface="Times New Roman" panose="02020603050405020304" pitchFamily="18" charset="0"/>
                <a:ea typeface="黑体" panose="02010609060101010101" charset="-122"/>
                <a:cs typeface="Times New Roman" panose="02020603050405020304" pitchFamily="18" charset="0"/>
              </a:rPr>
              <a:t>请分别把甲物体和乙物体的速度变化量在图中表示出来</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并写出数据。</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pic>
        <p:nvPicPr>
          <p:cNvPr id="6" name="image259.jpeg"/>
          <p:cNvPicPr/>
          <p:nvPr>
            <p:custDataLst>
              <p:tags r:id="rId4"/>
            </p:custDataLst>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3305301" y="1459548"/>
            <a:ext cx="5579810" cy="1725224"/>
          </a:xfrm>
          <a:prstGeom prst="rect">
            <a:avLst/>
          </a:prstGeom>
          <a:noFill/>
          <a:ln>
            <a:noFill/>
          </a:ln>
        </p:spPr>
      </p:pic>
      <p:pic>
        <p:nvPicPr>
          <p:cNvPr id="5" name="image260.jpeg"/>
          <p:cNvPicPr/>
          <p:nvPr>
            <p:custDataLst>
              <p:tags r:id="rId5"/>
            </p:custDataLst>
          </p:nvPr>
        </p:nvPicPr>
        <p:blipFill>
          <a:blip r:embed="rId8">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2743845" y="4240674"/>
            <a:ext cx="6702723" cy="15653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2" name="矩形 1"/>
          <p:cNvSpPr/>
          <p:nvPr>
            <p:custDataLst>
              <p:tags r:id="rId2"/>
            </p:custDataLst>
          </p:nvPr>
        </p:nvSpPr>
        <p:spPr>
          <a:xfrm>
            <a:off x="377999" y="3110930"/>
            <a:ext cx="11405839"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(3)</a:t>
            </a:r>
            <a:r>
              <a:rPr lang="zh-CN" altLang="zh-CN" sz="2800">
                <a:latin typeface="Times New Roman" panose="02020603050405020304" pitchFamily="18" charset="0"/>
                <a:ea typeface="黑体" panose="02010609060101010101" charset="-122"/>
                <a:cs typeface="Times New Roman" panose="02020603050405020304" pitchFamily="18" charset="0"/>
              </a:rPr>
              <a:t>图中两物体的速度变化量相同吗</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你能得到什么结论</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8" name="矩形 7"/>
          <p:cNvSpPr/>
          <p:nvPr>
            <p:custDataLst>
              <p:tags r:id="rId3"/>
            </p:custDataLst>
          </p:nvPr>
        </p:nvSpPr>
        <p:spPr>
          <a:xfrm>
            <a:off x="529590" y="3853180"/>
            <a:ext cx="11254105" cy="205930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不相同</a:t>
            </a:r>
            <a:r>
              <a:rPr lang="en-US"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两物体速度变化量大小相等、方向不同</a:t>
            </a:r>
            <a:r>
              <a:rPr lang="en-US"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速度变化量有方向</a:t>
            </a:r>
            <a:r>
              <a:rPr lang="en-US"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为矢量</a:t>
            </a:r>
            <a:r>
              <a:rPr lang="en-US"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可以用速度变化量的正负表示它的方向。</a:t>
            </a:r>
            <a:r>
              <a:rPr lang="en-US" altLang="zh-CN" sz="2800" kern="100" err="1">
                <a:solidFill>
                  <a:srgbClr val="FF0000"/>
                </a:solidFill>
                <a:latin typeface="Times New Roman" panose="02020603050405020304" pitchFamily="18" charset="0"/>
                <a:ea typeface="黑体" panose="02010609060101010101" charset="-122"/>
                <a:cs typeface="Times New Roman" panose="02020603050405020304" pitchFamily="18" charset="0"/>
              </a:rPr>
              <a:t>Δ</a:t>
            </a:r>
            <a:r>
              <a:rPr lang="en-US" altLang="zh-CN" sz="2800" i="1" kern="100" err="1">
                <a:solidFill>
                  <a:srgbClr val="FF0000"/>
                </a:solidFill>
                <a:latin typeface="Times New Roman" panose="02020603050405020304" pitchFamily="18" charset="0"/>
                <a:ea typeface="黑体" panose="02010609060101010101" charset="-122"/>
                <a:cs typeface="Times New Roman" panose="02020603050405020304" pitchFamily="18" charset="0"/>
              </a:rPr>
              <a:t>v</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为正表示与规定的正方向相同</a:t>
            </a:r>
            <a:r>
              <a:rPr lang="en-US"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,Δ</a:t>
            </a:r>
            <a:r>
              <a:rPr lang="en-US" altLang="zh-CN" sz="2800" i="1" kern="100" err="1">
                <a:solidFill>
                  <a:srgbClr val="FF0000"/>
                </a:solidFill>
                <a:latin typeface="Times New Roman" panose="02020603050405020304" pitchFamily="18" charset="0"/>
                <a:ea typeface="黑体" panose="02010609060101010101" charset="-122"/>
                <a:cs typeface="Times New Roman" panose="02020603050405020304" pitchFamily="18" charset="0"/>
              </a:rPr>
              <a:t>v</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为负表示与规定的正方向相反。</a:t>
            </a:r>
            <a:endParaRPr lang="zh-CN"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endParaRPr>
          </a:p>
        </p:txBody>
      </p:sp>
      <p:pic>
        <p:nvPicPr>
          <p:cNvPr id="6" name="image259.jpeg"/>
          <p:cNvPicPr/>
          <p:nvPr>
            <p:custDataLst>
              <p:tags r:id="rId4"/>
            </p:custDataLst>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3305301" y="1385888"/>
            <a:ext cx="5579810" cy="1725224"/>
          </a:xfrm>
          <a:prstGeom prst="rect">
            <a:avLst/>
          </a:prstGeom>
          <a:noFill/>
          <a:ln>
            <a:noFill/>
          </a:ln>
        </p:spPr>
      </p:pic>
      <p:sp>
        <p:nvSpPr>
          <p:cNvPr id="4" name="矩形 3"/>
          <p:cNvSpPr/>
          <p:nvPr>
            <p:custDataLst>
              <p:tags r:id="rId5"/>
            </p:custDataLst>
          </p:nvPr>
        </p:nvSpPr>
        <p:spPr>
          <a:xfrm>
            <a:off x="377999" y="693490"/>
            <a:ext cx="11405839"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a:latin typeface="Times New Roman" panose="02020603050405020304" pitchFamily="18" charset="0"/>
                <a:ea typeface="黑体" panose="02010609060101010101" charset="-122"/>
                <a:cs typeface="Times New Roman" panose="02020603050405020304" pitchFamily="18" charset="0"/>
              </a:rPr>
              <a:t>看图回答问题</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向右为运动的正方向</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4" name="文本框 3"/>
          <p:cNvSpPr txBox="1"/>
          <p:nvPr>
            <p:custDataLst>
              <p:tags r:id="rId2"/>
            </p:custDataLst>
          </p:nvPr>
        </p:nvSpPr>
        <p:spPr>
          <a:xfrm>
            <a:off x="3502660" y="7419340"/>
            <a:ext cx="4064000" cy="914400"/>
          </a:xfrm>
          <a:prstGeom prst="rect">
            <a:avLst/>
          </a:prstGeom>
          <a:noFill/>
          <a:ln w="9525">
            <a:noFill/>
          </a:ln>
        </p:spPr>
        <p:txBody>
          <a:bodyPr wrap="square" anchor="t">
            <a:noAutofit/>
          </a:bodyPr>
          <a:lstStyle/>
          <a:p>
            <a:pPr>
              <a:lnSpc>
                <a:spcPct val="150000"/>
              </a:lnSpc>
              <a:spcBef>
                <a:spcPct val="50000"/>
              </a:spcBef>
            </a:pPr>
            <a:endParaRPr lang="en-US" altLang="en-US" sz="3200">
              <a:latin typeface="Times New Roman" panose="02020603050405020304" pitchFamily="18" charset="0"/>
              <a:ea typeface="黑体" panose="02010609060101010101" charset="-122"/>
              <a:cs typeface="Times New Roman" panose="02020603050405020304" pitchFamily="18" charset="0"/>
            </a:endParaRPr>
          </a:p>
        </p:txBody>
      </p:sp>
      <p:sp>
        <p:nvSpPr>
          <p:cNvPr id="6" name="文本框 5"/>
          <p:cNvSpPr txBox="1"/>
          <p:nvPr>
            <p:custDataLst>
              <p:tags r:id="rId3"/>
            </p:custDataLst>
          </p:nvPr>
        </p:nvSpPr>
        <p:spPr>
          <a:xfrm>
            <a:off x="586740" y="4098290"/>
            <a:ext cx="10743565" cy="1285875"/>
          </a:xfrm>
          <a:prstGeom prst="rect">
            <a:avLst/>
          </a:prstGeom>
          <a:solidFill>
            <a:srgbClr val="CADFFF"/>
          </a:solidFill>
        </p:spPr>
        <p:txBody>
          <a:bodyPr wrap="square" rtlCol="0">
            <a:noAutofit/>
          </a:bodyPr>
          <a:lstStyle/>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p:txBody>
      </p:sp>
      <p:sp>
        <p:nvSpPr>
          <p:cNvPr id="8" name="文本框 7"/>
          <p:cNvSpPr txBox="1"/>
          <p:nvPr>
            <p:custDataLst>
              <p:tags r:id="rId4"/>
            </p:custDataLst>
          </p:nvPr>
        </p:nvSpPr>
        <p:spPr>
          <a:xfrm>
            <a:off x="586740" y="3429000"/>
            <a:ext cx="10743565" cy="1285875"/>
          </a:xfrm>
          <a:prstGeom prst="rect">
            <a:avLst/>
          </a:prstGeom>
          <a:solidFill>
            <a:srgbClr val="CADFFF"/>
          </a:solidFill>
        </p:spPr>
        <p:txBody>
          <a:bodyPr wrap="square" rtlCol="0">
            <a:noAutofit/>
          </a:bodyPr>
          <a:lstStyle/>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p:txBody>
      </p:sp>
      <p:sp>
        <p:nvSpPr>
          <p:cNvPr id="14" name="文本框 13"/>
          <p:cNvSpPr txBox="1"/>
          <p:nvPr>
            <p:custDataLst>
              <p:tags r:id="rId5"/>
            </p:custDataLst>
          </p:nvPr>
        </p:nvSpPr>
        <p:spPr>
          <a:xfrm>
            <a:off x="586105" y="2785745"/>
            <a:ext cx="10743565" cy="1285875"/>
          </a:xfrm>
          <a:prstGeom prst="rect">
            <a:avLst/>
          </a:prstGeom>
          <a:solidFill>
            <a:srgbClr val="CADFFF"/>
          </a:solidFill>
        </p:spPr>
        <p:txBody>
          <a:bodyPr wrap="square" rtlCol="0">
            <a:noAutofit/>
          </a:bodyPr>
          <a:lstStyle/>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a:p>
            <a:pPr algn="l"/>
            <a:endParaRPr lang="zh-CN" altLang="en-US" sz="1400">
              <a:latin typeface="思源黑体 CN Light" panose="020B0400000000000000" pitchFamily="34" charset="-122"/>
              <a:ea typeface="思源黑体 CN Light" panose="020B0400000000000000" pitchFamily="34" charset="-122"/>
            </a:endParaRPr>
          </a:p>
        </p:txBody>
      </p:sp>
      <p:graphicFrame>
        <p:nvGraphicFramePr>
          <p:cNvPr id="4099" name="表格 4098"/>
          <p:cNvGraphicFramePr>
            <a:graphicFrameLocks noGrp="1"/>
          </p:cNvGraphicFramePr>
          <p:nvPr>
            <p:custDataLst>
              <p:tags r:id="rId6"/>
            </p:custDataLst>
          </p:nvPr>
        </p:nvGraphicFramePr>
        <p:xfrm>
          <a:off x="586105" y="1818640"/>
          <a:ext cx="10744200" cy="3584575"/>
        </p:xfrm>
        <a:graphic>
          <a:graphicData uri="http://schemas.openxmlformats.org/drawingml/2006/table">
            <a:tbl>
              <a:tblPr/>
              <a:tblGrid>
                <a:gridCol w="2843530">
                  <a:extLst>
                    <a:ext uri="{9D8B030D-6E8A-4147-A177-3AD203B41FA5}">
                      <a16:colId xmlns:a16="http://schemas.microsoft.com/office/drawing/2014/main" val="20000"/>
                    </a:ext>
                  </a:extLst>
                </a:gridCol>
                <a:gridCol w="2722880">
                  <a:extLst>
                    <a:ext uri="{9D8B030D-6E8A-4147-A177-3AD203B41FA5}">
                      <a16:colId xmlns:a16="http://schemas.microsoft.com/office/drawing/2014/main" val="20001"/>
                    </a:ext>
                  </a:extLst>
                </a:gridCol>
                <a:gridCol w="2485390">
                  <a:extLst>
                    <a:ext uri="{9D8B030D-6E8A-4147-A177-3AD203B41FA5}">
                      <a16:colId xmlns:a16="http://schemas.microsoft.com/office/drawing/2014/main" val="20002"/>
                    </a:ext>
                  </a:extLst>
                </a:gridCol>
                <a:gridCol w="2692400">
                  <a:extLst>
                    <a:ext uri="{9D8B030D-6E8A-4147-A177-3AD203B41FA5}">
                      <a16:colId xmlns:a16="http://schemas.microsoft.com/office/drawing/2014/main" val="20003"/>
                    </a:ext>
                  </a:extLst>
                </a:gridCol>
              </a:tblGrid>
              <a:tr h="949325">
                <a:tc>
                  <a:txBody>
                    <a:bodyPr/>
                    <a:lstStyle/>
                    <a:p>
                      <a:pPr marL="0" lvl="0" indent="0">
                        <a:buNone/>
                      </a:pPr>
                      <a:endParaRPr lang="zh-CN" altLang="en-US" sz="2800" b="1">
                        <a:latin typeface="Times New Roman" panose="02020603050405020304" pitchFamily="18" charset="0"/>
                        <a:ea typeface="黑体" panose="02010609060101010101" charset="-122"/>
                        <a:cs typeface="Times New Roman" panose="02020603050405020304" pitchFamily="18" charset="0"/>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zh-CN" altLang="en-US" sz="2800" b="1">
                          <a:latin typeface="Times New Roman" panose="02020603050405020304" pitchFamily="18" charset="0"/>
                          <a:ea typeface="黑体" panose="02010609060101010101" charset="-122"/>
                          <a:cs typeface="Times New Roman" panose="02020603050405020304" pitchFamily="18" charset="0"/>
                        </a:rPr>
                        <a:t>初速度</a:t>
                      </a:r>
                    </a:p>
                    <a:p>
                      <a:pPr marL="0" lvl="0" indent="0" algn="ctr">
                        <a:buNone/>
                      </a:pPr>
                      <a:r>
                        <a:rPr lang="en-US" altLang="zh-CN" sz="2800" b="1" i="1">
                          <a:latin typeface="Times New Roman" panose="02020603050405020304" pitchFamily="18" charset="0"/>
                          <a:ea typeface="黑体" panose="02010609060101010101" charset="-122"/>
                          <a:cs typeface="Times New Roman" panose="02020603050405020304" pitchFamily="18" charset="0"/>
                        </a:rPr>
                        <a:t>v</a:t>
                      </a:r>
                      <a:r>
                        <a:rPr lang="en-US" altLang="zh-CN" sz="2800" b="1" baseline="-25000">
                          <a:latin typeface="Times New Roman" panose="02020603050405020304" pitchFamily="18" charset="0"/>
                          <a:ea typeface="黑体" panose="02010609060101010101" charset="-122"/>
                          <a:cs typeface="Times New Roman" panose="02020603050405020304" pitchFamily="18" charset="0"/>
                        </a:rPr>
                        <a:t>0</a:t>
                      </a:r>
                      <a:r>
                        <a:rPr lang="en-US" altLang="zh-CN" sz="2800" b="1">
                          <a:latin typeface="Times New Roman" panose="02020603050405020304" pitchFamily="18" charset="0"/>
                          <a:ea typeface="黑体" panose="02010609060101010101" charset="-122"/>
                          <a:cs typeface="Times New Roman" panose="02020603050405020304" pitchFamily="18" charset="0"/>
                        </a:rPr>
                        <a:t>/m.s</a:t>
                      </a:r>
                      <a:r>
                        <a:rPr lang="en-US" altLang="zh-CN" sz="2800" b="1" baseline="30000">
                          <a:latin typeface="Times New Roman" panose="02020603050405020304" pitchFamily="18" charset="0"/>
                          <a:ea typeface="黑体" panose="02010609060101010101" charset="-122"/>
                          <a:cs typeface="Times New Roman" panose="02020603050405020304" pitchFamily="18" charset="0"/>
                        </a:rPr>
                        <a:t>-1</a:t>
                      </a:r>
                      <a:endParaRPr lang="zh-CN" altLang="en-US" sz="2800" b="1" baseline="30000">
                        <a:latin typeface="Times New Roman" panose="02020603050405020304" pitchFamily="18" charset="0"/>
                        <a:ea typeface="黑体" panose="02010609060101010101" charset="-122"/>
                        <a:cs typeface="Times New Roman" panose="02020603050405020304" pitchFamily="18" charset="0"/>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zh-CN" altLang="en-US" sz="2800" b="1">
                          <a:latin typeface="Times New Roman" panose="02020603050405020304" pitchFamily="18" charset="0"/>
                          <a:ea typeface="黑体" panose="02010609060101010101" charset="-122"/>
                          <a:cs typeface="Times New Roman" panose="02020603050405020304" pitchFamily="18" charset="0"/>
                        </a:rPr>
                        <a:t>经过时间</a:t>
                      </a:r>
                    </a:p>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△t/s</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zh-CN" altLang="en-US" sz="2800" b="1">
                          <a:latin typeface="Times New Roman" panose="02020603050405020304" pitchFamily="18" charset="0"/>
                          <a:ea typeface="黑体" panose="02010609060101010101" charset="-122"/>
                          <a:cs typeface="Times New Roman" panose="02020603050405020304" pitchFamily="18" charset="0"/>
                        </a:rPr>
                        <a:t>末速度</a:t>
                      </a:r>
                    </a:p>
                    <a:p>
                      <a:pPr marL="0" lvl="0" indent="0" algn="ctr">
                        <a:buNone/>
                      </a:pPr>
                      <a:r>
                        <a:rPr lang="en-US" altLang="zh-CN" sz="2800" b="1" i="1">
                          <a:latin typeface="Times New Roman" panose="02020603050405020304" pitchFamily="18" charset="0"/>
                          <a:ea typeface="黑体" panose="02010609060101010101" charset="-122"/>
                          <a:cs typeface="Times New Roman" panose="02020603050405020304" pitchFamily="18" charset="0"/>
                        </a:rPr>
                        <a:t>v</a:t>
                      </a:r>
                      <a:r>
                        <a:rPr lang="en-US" altLang="zh-CN" sz="2800" b="1" baseline="-25000">
                          <a:latin typeface="Times New Roman" panose="02020603050405020304" pitchFamily="18" charset="0"/>
                          <a:ea typeface="黑体" panose="02010609060101010101" charset="-122"/>
                          <a:cs typeface="Times New Roman" panose="02020603050405020304" pitchFamily="18" charset="0"/>
                        </a:rPr>
                        <a:t>t</a:t>
                      </a:r>
                      <a:r>
                        <a:rPr lang="en-US" altLang="zh-CN" sz="2800" b="1">
                          <a:latin typeface="Times New Roman" panose="02020603050405020304" pitchFamily="18" charset="0"/>
                          <a:ea typeface="黑体" panose="02010609060101010101" charset="-122"/>
                          <a:cs typeface="Times New Roman" panose="02020603050405020304" pitchFamily="18" charset="0"/>
                        </a:rPr>
                        <a:t>/m.s</a:t>
                      </a:r>
                      <a:r>
                        <a:rPr lang="en-US" altLang="zh-CN" sz="2800" b="1" baseline="30000">
                          <a:latin typeface="Times New Roman" panose="02020603050405020304" pitchFamily="18" charset="0"/>
                          <a:ea typeface="黑体" panose="02010609060101010101" charset="-122"/>
                          <a:cs typeface="Times New Roman" panose="02020603050405020304" pitchFamily="18" charset="0"/>
                        </a:rPr>
                        <a:t>-1</a:t>
                      </a:r>
                      <a:endParaRPr lang="zh-CN" altLang="en-US" sz="2800" b="1">
                        <a:latin typeface="Times New Roman" panose="02020603050405020304" pitchFamily="18" charset="0"/>
                        <a:ea typeface="黑体" panose="02010609060101010101" charset="-122"/>
                        <a:cs typeface="Times New Roman" panose="02020603050405020304" pitchFamily="18" charset="0"/>
                      </a:endParaRPr>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1350">
                <a:tc>
                  <a:txBody>
                    <a:bodyPr/>
                    <a:lstStyle/>
                    <a:p>
                      <a:pPr marL="0" lvl="0" indent="0">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A. </a:t>
                      </a:r>
                      <a:r>
                        <a:rPr lang="zh-CN" altLang="en-US" sz="2800" b="1">
                          <a:latin typeface="Times New Roman" panose="02020603050405020304" pitchFamily="18" charset="0"/>
                          <a:ea typeface="黑体" panose="02010609060101010101" charset="-122"/>
                          <a:cs typeface="Times New Roman" panose="02020603050405020304" pitchFamily="18" charset="0"/>
                        </a:rPr>
                        <a:t>自行车下坡</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2</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3</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11</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4525">
                <a:tc>
                  <a:txBody>
                    <a:bodyPr/>
                    <a:lstStyle/>
                    <a:p>
                      <a:pPr marL="0" lvl="0" indent="0">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B. </a:t>
                      </a:r>
                      <a:r>
                        <a:rPr lang="zh-CN" altLang="en-US" sz="2800" b="1">
                          <a:latin typeface="Times New Roman" panose="02020603050405020304" pitchFamily="18" charset="0"/>
                          <a:ea typeface="黑体" panose="02010609060101010101" charset="-122"/>
                          <a:cs typeface="Times New Roman" panose="02020603050405020304" pitchFamily="18" charset="0"/>
                        </a:rPr>
                        <a:t>公共汽车出站</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3</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6</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1350">
                <a:tc>
                  <a:txBody>
                    <a:bodyPr/>
                    <a:lstStyle/>
                    <a:p>
                      <a:pPr marL="0" lvl="0" indent="0">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C. </a:t>
                      </a:r>
                      <a:r>
                        <a:rPr lang="zh-CN" altLang="en-US" sz="2800" b="1">
                          <a:latin typeface="Times New Roman" panose="02020603050405020304" pitchFamily="18" charset="0"/>
                          <a:ea typeface="黑体" panose="02010609060101010101" charset="-122"/>
                          <a:cs typeface="Times New Roman" panose="02020603050405020304" pitchFamily="18" charset="0"/>
                        </a:rPr>
                        <a:t>某舰艇出航</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20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6</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8025">
                <a:tc>
                  <a:txBody>
                    <a:bodyPr/>
                    <a:lstStyle/>
                    <a:p>
                      <a:pPr marL="0" lvl="0" indent="0">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D. </a:t>
                      </a:r>
                      <a:r>
                        <a:rPr lang="zh-CN" altLang="en-US" sz="2800" b="1">
                          <a:latin typeface="Times New Roman" panose="02020603050405020304" pitchFamily="18" charset="0"/>
                          <a:ea typeface="黑体" panose="02010609060101010101" charset="-122"/>
                          <a:cs typeface="Times New Roman" panose="02020603050405020304" pitchFamily="18" charset="0"/>
                        </a:rPr>
                        <a:t>火车出站</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100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spcBef>
                          <a:spcPct val="0"/>
                        </a:spcBef>
                        <a:buNone/>
                      </a:pPr>
                      <a:r>
                        <a:rPr lang="en-US" altLang="zh-CN" sz="2800" b="1">
                          <a:latin typeface="Times New Roman" panose="02020603050405020304" pitchFamily="18" charset="0"/>
                          <a:ea typeface="黑体" panose="02010609060101010101" charset="-122"/>
                          <a:cs typeface="Times New Roman" panose="02020603050405020304" pitchFamily="18" charset="0"/>
                        </a:rPr>
                        <a:t>20</a:t>
                      </a: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 name="文本框 14"/>
          <p:cNvSpPr txBox="1"/>
          <p:nvPr>
            <p:custDataLst>
              <p:tags r:id="rId7"/>
            </p:custDataLst>
          </p:nvPr>
        </p:nvSpPr>
        <p:spPr>
          <a:xfrm>
            <a:off x="490855" y="1141095"/>
            <a:ext cx="11229975" cy="677545"/>
          </a:xfrm>
          <a:prstGeom prst="rect">
            <a:avLst/>
          </a:prstGeom>
          <a:noFill/>
        </p:spPr>
        <p:txBody>
          <a:bodyPr wrap="square" rtlCol="0">
            <a:noAutofit/>
          </a:bodyPr>
          <a:lstStyle/>
          <a:p>
            <a:r>
              <a:rPr kumimoji="1" lang="zh-CN" altLang="en-US" sz="2800">
                <a:solidFill>
                  <a:schemeClr val="tx1"/>
                </a:solidFill>
                <a:latin typeface="黑体" panose="02010609060101010101" charset="-122"/>
                <a:ea typeface="黑体" panose="02010609060101010101" charset="-122"/>
                <a:cs typeface="微软雅黑" panose="020B0503020204020204" pitchFamily="34" charset="-122"/>
                <a:sym typeface="+mn-ea"/>
              </a:rPr>
              <a:t>下列物体的运动速度变化，谁变化大？谁的速度变化的快？如何比较？</a:t>
            </a:r>
          </a:p>
        </p:txBody>
      </p:sp>
      <p:sp>
        <p:nvSpPr>
          <p:cNvPr id="8230" name="文本框 8229"/>
          <p:cNvSpPr txBox="1"/>
          <p:nvPr>
            <p:custDataLst>
              <p:tags r:id="rId8"/>
            </p:custDataLst>
          </p:nvPr>
        </p:nvSpPr>
        <p:spPr>
          <a:xfrm>
            <a:off x="2846705" y="5723255"/>
            <a:ext cx="6339205" cy="566420"/>
          </a:xfrm>
          <a:prstGeom prst="rect">
            <a:avLst/>
          </a:prstGeom>
          <a:noFill/>
          <a:ln w="9525">
            <a:noFill/>
          </a:ln>
        </p:spPr>
        <p:txBody>
          <a:bodyPr wrap="square">
            <a:noAutofit/>
          </a:bodyPr>
          <a:lstStyle/>
          <a:p>
            <a:pPr algn="ctr"/>
            <a:r>
              <a:rPr lang="zh-CN" altLang="en-US" sz="2800">
                <a:solidFill>
                  <a:srgbClr val="FF0000"/>
                </a:solidFill>
                <a:uFillTx/>
                <a:latin typeface="黑体" panose="02010609060101010101" charset="-122"/>
                <a:ea typeface="黑体" panose="02010609060101010101" charset="-122"/>
              </a:rPr>
              <a:t>比较单位时间内速度变化量的大小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nodeType="clickPar">
                      <p:stCondLst>
                        <p:cond delay="indefinite"/>
                      </p:stCondLst>
                      <p:childTnLst>
                        <p:par>
                          <p:cTn id="17" fill="hold">
                            <p:stCondLst>
                              <p:cond delay="0"/>
                            </p:stCondLst>
                            <p:childTnLst>
                              <p:par>
                                <p:cTn id="18" presetID="3" presetClass="exit" presetSubtype="10" fill="hold" grpId="1" nodeType="clickEffect">
                                  <p:stCondLst>
                                    <p:cond delay="0"/>
                                  </p:stCondLst>
                                  <p:childTnLst>
                                    <p:animEffect transition="out" filter="blinds(horizontal)">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par>
                                <p:cTn id="21" presetID="3" presetClass="entr" presetSubtype="1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childTnLst>
                    </p:cTn>
                  </p:par>
                  <p:par>
                    <p:cTn id="24" fill="hold" nodeType="clickPar">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8" grpId="1" animBg="1"/>
      <p:bldP spid="14" grpId="0" animBg="1"/>
      <p:bldP spid="14" grpId="1" animBg="1"/>
      <p:bldP spid="82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5" name="文本框 4"/>
          <p:cNvSpPr txBox="1"/>
          <p:nvPr>
            <p:custDataLst>
              <p:tags r:id="rId2"/>
            </p:custDataLst>
          </p:nvPr>
        </p:nvSpPr>
        <p:spPr>
          <a:xfrm>
            <a:off x="445770" y="886460"/>
            <a:ext cx="11295380" cy="1969770"/>
          </a:xfrm>
          <a:prstGeom prst="rect">
            <a:avLst/>
          </a:prstGeom>
          <a:noFill/>
        </p:spPr>
        <p:txBody>
          <a:bodyPr wrap="square" rtlCol="0">
            <a:noAutofit/>
          </a:bodyPr>
          <a:lstStyle/>
          <a:p>
            <a:pPr indent="0" fontAlgn="auto">
              <a:lnSpc>
                <a:spcPct val="125000"/>
              </a:lnSpc>
            </a:pPr>
            <a:r>
              <a:rPr sz="3200">
                <a:latin typeface="Times New Roman" panose="02020603050405020304" pitchFamily="18" charset="0"/>
                <a:ea typeface="黑体" panose="02010609060101010101" charset="-122"/>
                <a:cs typeface="Times New Roman" panose="02020603050405020304" pitchFamily="18" charset="0"/>
              </a:rPr>
              <a:t>在学习速度时我们知道</a:t>
            </a:r>
            <a:r>
              <a:rPr lang="zh-CN" sz="3200">
                <a:latin typeface="Times New Roman" panose="02020603050405020304" pitchFamily="18" charset="0"/>
                <a:ea typeface="黑体" panose="02010609060101010101" charset="-122"/>
                <a:cs typeface="Times New Roman" panose="02020603050405020304" pitchFamily="18" charset="0"/>
              </a:rPr>
              <a:t>，</a:t>
            </a:r>
            <a:r>
              <a:rPr sz="3200">
                <a:latin typeface="Times New Roman" panose="02020603050405020304" pitchFamily="18" charset="0"/>
                <a:ea typeface="黑体" panose="02010609060101010101" charset="-122"/>
                <a:cs typeface="Times New Roman" panose="02020603050405020304" pitchFamily="18" charset="0"/>
              </a:rPr>
              <a:t>位移表示的是位置的变化。要比较位置变化的快慢</a:t>
            </a:r>
            <a:r>
              <a:rPr lang="zh-CN" sz="3200">
                <a:latin typeface="Times New Roman" panose="02020603050405020304" pitchFamily="18" charset="0"/>
                <a:ea typeface="黑体" panose="02010609060101010101" charset="-122"/>
                <a:cs typeface="Times New Roman" panose="02020603050405020304" pitchFamily="18" charset="0"/>
              </a:rPr>
              <a:t>，</a:t>
            </a:r>
            <a:r>
              <a:rPr sz="3200">
                <a:latin typeface="Times New Roman" panose="02020603050405020304" pitchFamily="18" charset="0"/>
                <a:ea typeface="黑体" panose="02010609060101010101" charset="-122"/>
                <a:cs typeface="Times New Roman" panose="02020603050405020304" pitchFamily="18" charset="0"/>
              </a:rPr>
              <a:t>可以用位移除以时间</a:t>
            </a:r>
            <a:r>
              <a:rPr lang="zh-CN" sz="3200">
                <a:latin typeface="Times New Roman" panose="02020603050405020304" pitchFamily="18" charset="0"/>
                <a:ea typeface="黑体" panose="02010609060101010101" charset="-122"/>
                <a:cs typeface="Times New Roman" panose="02020603050405020304" pitchFamily="18" charset="0"/>
              </a:rPr>
              <a:t>。</a:t>
            </a:r>
            <a:r>
              <a:rPr sz="3200">
                <a:latin typeface="Times New Roman" panose="02020603050405020304" pitchFamily="18" charset="0"/>
                <a:ea typeface="黑体" panose="02010609060101010101" charset="-122"/>
                <a:cs typeface="Times New Roman" panose="02020603050405020304" pitchFamily="18" charset="0"/>
              </a:rPr>
              <a:t>那么</a:t>
            </a:r>
            <a:r>
              <a:rPr lang="zh-CN" sz="3200">
                <a:latin typeface="Times New Roman" panose="02020603050405020304" pitchFamily="18" charset="0"/>
                <a:ea typeface="黑体" panose="02010609060101010101" charset="-122"/>
                <a:cs typeface="Times New Roman" panose="02020603050405020304" pitchFamily="18" charset="0"/>
              </a:rPr>
              <a:t>，</a:t>
            </a:r>
            <a:r>
              <a:rPr sz="3200">
                <a:latin typeface="Times New Roman" panose="02020603050405020304" pitchFamily="18" charset="0"/>
                <a:ea typeface="黑体" panose="02010609060101010101" charset="-122"/>
                <a:cs typeface="Times New Roman" panose="02020603050405020304" pitchFamily="18" charset="0"/>
              </a:rPr>
              <a:t>要比较速度变化的</a:t>
            </a:r>
            <a:r>
              <a:rPr lang="zh-CN" sz="3200">
                <a:latin typeface="Times New Roman" panose="02020603050405020304" pitchFamily="18" charset="0"/>
                <a:ea typeface="黑体" panose="02010609060101010101" charset="-122"/>
                <a:cs typeface="Times New Roman" panose="02020603050405020304" pitchFamily="18" charset="0"/>
              </a:rPr>
              <a:t>快慢，</a:t>
            </a:r>
            <a:r>
              <a:rPr sz="3200">
                <a:latin typeface="Times New Roman" panose="02020603050405020304" pitchFamily="18" charset="0"/>
                <a:ea typeface="黑体" panose="02010609060101010101" charset="-122"/>
                <a:cs typeface="Times New Roman" panose="02020603050405020304" pitchFamily="18" charset="0"/>
              </a:rPr>
              <a:t>我们又应该如何做呢？</a:t>
            </a:r>
          </a:p>
        </p:txBody>
      </p:sp>
      <p:pic>
        <p:nvPicPr>
          <p:cNvPr id="2" name="图片 1"/>
          <p:cNvPicPr/>
          <p:nvPr>
            <p:custDataLst>
              <p:tags r:id="rId3"/>
            </p:custDataLst>
          </p:nvPr>
        </p:nvPicPr>
        <p:blipFill>
          <a:blip r:embed="rId5"/>
          <a:stretch>
            <a:fillRect/>
          </a:stretch>
        </p:blipFill>
        <p:spPr>
          <a:xfrm>
            <a:off x="2598420" y="2856230"/>
            <a:ext cx="6278245" cy="3752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mc:AlternateContent xmlns:mc="http://schemas.openxmlformats.org/markup-compatibility/2006" xmlns:a14="http://schemas.microsoft.com/office/drawing/2010/main">
        <mc:Choice Requires="a14">
          <p:sp>
            <p:nvSpPr>
              <p:cNvPr id="2" name="矩形 1"/>
              <p:cNvSpPr/>
              <p:nvPr>
                <p:custDataLst>
                  <p:tags r:id="rId2"/>
                </p:custDataLst>
              </p:nvPr>
            </p:nvSpPr>
            <p:spPr>
              <a:xfrm>
                <a:off x="535940" y="871855"/>
                <a:ext cx="11010900" cy="5452745"/>
              </a:xfrm>
              <a:prstGeom prst="rect">
                <a:avLst/>
              </a:prstGeom>
            </p:spPr>
            <p:txBody>
              <a:bodyPr wrap="square" lIns="121898" tIns="60948" rIns="121898" bIns="60948">
                <a:spAutoFit/>
              </a:bodyPr>
              <a:lstStyle/>
              <a:p>
                <a:pPr indent="0" defTabSz="914400" fontAlgn="auto">
                  <a:lnSpc>
                    <a:spcPct val="14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zh-CN"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定义</a:t>
                </a:r>
                <a:r>
                  <a:rPr lang="en-US"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a:t>
                </a:r>
                <a:r>
                  <a:rPr lang="zh-CN" altLang="en-US" sz="2800">
                    <a:effectLst/>
                    <a:latin typeface="Times New Roman" panose="02020603050405020304" pitchFamily="18" charset="0"/>
                    <a:ea typeface="黑体" panose="02010609060101010101" charset="-122"/>
                    <a:cs typeface="Times New Roman" panose="02020603050405020304" pitchFamily="18" charset="0"/>
                  </a:rPr>
                  <a:t>速度的变化量</a:t>
                </a:r>
                <a:r>
                  <a:rPr lang="zh-CN" altLang="zh-CN" sz="2800">
                    <a:effectLst/>
                    <a:latin typeface="Times New Roman" panose="02020603050405020304" pitchFamily="18" charset="0"/>
                    <a:ea typeface="黑体" panose="02010609060101010101" charset="-122"/>
                    <a:cs typeface="Times New Roman" panose="02020603050405020304" pitchFamily="18" charset="0"/>
                  </a:rPr>
                  <a:t>与发生这一变化所用</a:t>
                </a:r>
                <a:r>
                  <a:rPr lang="zh-CN" altLang="en-US" sz="2800">
                    <a:effectLst/>
                    <a:latin typeface="Times New Roman" panose="02020603050405020304" pitchFamily="18" charset="0"/>
                    <a:ea typeface="黑体" panose="02010609060101010101" charset="-122"/>
                    <a:cs typeface="Times New Roman" panose="02020603050405020304" pitchFamily="18" charset="0"/>
                  </a:rPr>
                  <a:t>时间</a:t>
                </a:r>
                <a:r>
                  <a:rPr lang="zh-CN" altLang="zh-CN" sz="2800">
                    <a:effectLst/>
                    <a:latin typeface="Times New Roman" panose="02020603050405020304" pitchFamily="18" charset="0"/>
                    <a:ea typeface="黑体" panose="02010609060101010101" charset="-122"/>
                    <a:cs typeface="Times New Roman" panose="02020603050405020304" pitchFamily="18" charset="0"/>
                  </a:rPr>
                  <a:t>之比</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叫作</a:t>
                </a:r>
                <a:r>
                  <a:rPr lang="zh-CN"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加速度</a:t>
                </a:r>
                <a:r>
                  <a:rPr lang="zh-CN" altLang="zh-CN" sz="2800">
                    <a:effectLst/>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a:p>
                <a:pPr indent="0" defTabSz="914400" fontAlgn="auto">
                  <a:lnSpc>
                    <a:spcPct val="140000"/>
                  </a:lnSpc>
                  <a:spcAft>
                    <a:spcPct val="0"/>
                  </a:spcAft>
                  <a:tabLst>
                    <a:tab pos="2250440" algn="l"/>
                  </a:tabLst>
                </a:pPr>
                <a:r>
                  <a:rPr lang="en-US" altLang="zh-CN" sz="2800">
                    <a:effectLst/>
                    <a:latin typeface="Times New Roman" panose="02020603050405020304" pitchFamily="18" charset="0"/>
                    <a:ea typeface="黑体" panose="02010609060101010101" charset="-122"/>
                    <a:cs typeface="Times New Roman" panose="02020603050405020304" pitchFamily="18" charset="0"/>
                  </a:rPr>
                  <a:t>2.</a:t>
                </a:r>
                <a:r>
                  <a:rPr lang="zh-CN"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定义式</a:t>
                </a:r>
                <a:r>
                  <a:rPr lang="en-US"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effectLst/>
                    <a:latin typeface="Times New Roman" panose="02020603050405020304" pitchFamily="18" charset="0"/>
                    <a:ea typeface="黑体" panose="02010609060101010101" charset="-122"/>
                    <a:cs typeface="Times New Roman" panose="02020603050405020304" pitchFamily="18" charset="0"/>
                  </a:rPr>
                  <a:t>a</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14:m>
                  <m:oMath xmlns:m="http://schemas.openxmlformats.org/officeDocument/2006/math">
                    <m:f>
                      <m:fPr>
                        <m:ctrlPr>
                          <a:rPr lang="zh-CN" altLang="zh-CN" sz="2800" i="1" smtClean="0">
                            <a:solidFill>
                              <a:srgbClr val="C00000"/>
                            </a:solidFill>
                            <a:latin typeface="Cambria Math" panose="02040503050406030204" pitchFamily="18" charset="0"/>
                            <a:ea typeface="黑体" panose="02010609060101010101" charset="-122"/>
                            <a:cs typeface="Cambria Math" panose="02040503050406030204" pitchFamily="18" charset="0"/>
                          </a:rPr>
                        </m:ctrlPr>
                      </m:fPr>
                      <m:num>
                        <m:r>
                          <m:rPr>
                            <m:sty m:val="p"/>
                          </m:rPr>
                          <a:rPr lang="en-US" altLang="zh-CN" sz="2800">
                            <a:solidFill>
                              <a:srgbClr val="C00000"/>
                            </a:solidFill>
                            <a:latin typeface="Cambria Math" panose="02040503050406030204" pitchFamily="18" charset="0"/>
                            <a:ea typeface="黑体" panose="02010609060101010101" charset="-122"/>
                            <a:cs typeface="Cambria Math" panose="02040503050406030204" pitchFamily="18" charset="0"/>
                          </a:rPr>
                          <m:t>Δ</m:t>
                        </m:r>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𝑣</m:t>
                        </m:r>
                      </m:num>
                      <m:den>
                        <m:r>
                          <m:rPr>
                            <m:sty m:val="p"/>
                          </m:rPr>
                          <a:rPr lang="en-US" altLang="zh-CN" sz="2800">
                            <a:solidFill>
                              <a:srgbClr val="C00000"/>
                            </a:solidFill>
                            <a:latin typeface="Cambria Math" panose="02040503050406030204" pitchFamily="18" charset="0"/>
                            <a:ea typeface="黑体" panose="02010609060101010101" charset="-122"/>
                            <a:cs typeface="Cambria Math" panose="02040503050406030204" pitchFamily="18" charset="0"/>
                          </a:rPr>
                          <m:t>Δ</m:t>
                        </m:r>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𝑡</m:t>
                        </m:r>
                      </m:den>
                    </m:f>
                  </m:oMath>
                </a14:m>
                <a:r>
                  <a:rPr lang="zh-CN" altLang="zh-CN" sz="2800">
                    <a:effectLst/>
                    <a:latin typeface="Times New Roman" panose="02020603050405020304" pitchFamily="18" charset="0"/>
                    <a:ea typeface="黑体" panose="02010609060101010101" charset="-122"/>
                    <a:cs typeface="Times New Roman" panose="02020603050405020304" pitchFamily="18" charset="0"/>
                  </a:rPr>
                  <a:t>。其中</a:t>
                </a:r>
                <a:r>
                  <a:rPr lang="en-US" altLang="zh-CN" sz="2800" err="1">
                    <a:effectLst/>
                    <a:latin typeface="Times New Roman" panose="02020603050405020304" pitchFamily="18" charset="0"/>
                    <a:ea typeface="黑体" panose="02010609060101010101" charset="-122"/>
                    <a:cs typeface="Times New Roman" panose="02020603050405020304" pitchFamily="18" charset="0"/>
                  </a:rPr>
                  <a:t>Δ</a:t>
                </a:r>
                <a:r>
                  <a:rPr lang="en-US" altLang="zh-CN" sz="2800" i="1" err="1">
                    <a:effectLst/>
                    <a:latin typeface="Times New Roman" panose="02020603050405020304" pitchFamily="18" charset="0"/>
                    <a:ea typeface="黑体" panose="02010609060101010101" charset="-122"/>
                    <a:cs typeface="Times New Roman" panose="02020603050405020304" pitchFamily="18" charset="0"/>
                  </a:rPr>
                  <a:t>v</a:t>
                </a:r>
                <a:r>
                  <a:rPr lang="zh-CN" altLang="zh-CN" sz="2800">
                    <a:effectLst/>
                    <a:latin typeface="Times New Roman" panose="02020603050405020304" pitchFamily="18" charset="0"/>
                    <a:ea typeface="黑体" panose="02010609060101010101" charset="-122"/>
                    <a:cs typeface="Times New Roman" panose="02020603050405020304" pitchFamily="18" charset="0"/>
                  </a:rPr>
                  <a:t>表示速度的变化量</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solidFill>
                      <a:srgbClr val="FF0000"/>
                    </a:solidFill>
                    <a:effectLst/>
                    <a:latin typeface="Times New Roman" panose="02020603050405020304" pitchFamily="18" charset="0"/>
                    <a:ea typeface="黑体" panose="02010609060101010101" charset="-122"/>
                    <a:cs typeface="Times New Roman" panose="02020603050405020304" pitchFamily="18" charset="0"/>
                  </a:rPr>
                  <a:t>a</a:t>
                </a:r>
                <a:r>
                  <a:rPr lang="zh-CN"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在数值上等于单位时间内</a:t>
                </a:r>
                <a:endParaRPr lang="en-US"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endParaRPr>
              </a:p>
              <a:p>
                <a:pPr indent="0" defTabSz="914400" fontAlgn="auto">
                  <a:lnSpc>
                    <a:spcPct val="140000"/>
                  </a:lnSpc>
                  <a:spcAft>
                    <a:spcPct val="0"/>
                  </a:spcAft>
                  <a:tabLst>
                    <a:tab pos="2250440" algn="l"/>
                  </a:tabLst>
                </a:pPr>
                <a:r>
                  <a:rPr lang="zh-CN"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速度变化量的大小</a:t>
                </a:r>
                <a:r>
                  <a:rPr lang="zh-CN" altLang="zh-CN" sz="2800">
                    <a:effectLst/>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a:p>
                <a:pPr indent="0" defTabSz="914400" fontAlgn="auto">
                  <a:lnSpc>
                    <a:spcPct val="140000"/>
                  </a:lnSpc>
                  <a:spcAft>
                    <a:spcPct val="0"/>
                  </a:spcAft>
                  <a:tabLst>
                    <a:tab pos="2250440" algn="l"/>
                  </a:tabLst>
                </a:pPr>
                <a:r>
                  <a:rPr lang="zh-CN" altLang="zh-CN" sz="2800" b="1">
                    <a:solidFill>
                      <a:srgbClr val="FF0000"/>
                    </a:solidFill>
                    <a:effectLst/>
                    <a:latin typeface="Times New Roman" panose="02020603050405020304" pitchFamily="18" charset="0"/>
                    <a:ea typeface="黑体" panose="02010609060101010101" charset="-122"/>
                    <a:cs typeface="Times New Roman" panose="02020603050405020304" pitchFamily="18" charset="0"/>
                  </a:rPr>
                  <a:t>注意</a:t>
                </a:r>
                <a:r>
                  <a:rPr lang="en-US" altLang="zh-CN" sz="2800" b="1">
                    <a:solidFill>
                      <a:srgbClr val="FF0000"/>
                    </a:solidFill>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effectLst/>
                    <a:latin typeface="Times New Roman" panose="02020603050405020304" pitchFamily="18" charset="0"/>
                    <a:ea typeface="黑体" panose="02010609060101010101" charset="-122"/>
                    <a:cs typeface="Times New Roman" panose="02020603050405020304" pitchFamily="18" charset="0"/>
                  </a:rPr>
                  <a:t>a</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14:m>
                  <m:oMath xmlns:m="http://schemas.openxmlformats.org/officeDocument/2006/math">
                    <m:f>
                      <m:fPr>
                        <m:ctrlPr>
                          <a:rPr lang="zh-CN" altLang="zh-CN" sz="2800" i="1">
                            <a:effectLst/>
                            <a:latin typeface="Cambria Math" panose="02040503050406030204" pitchFamily="18" charset="0"/>
                            <a:ea typeface="黑体" panose="02010609060101010101" charset="-122"/>
                            <a:cs typeface="Cambria Math" panose="02040503050406030204" pitchFamily="18" charset="0"/>
                          </a:rPr>
                        </m:ctrlPr>
                      </m:fPr>
                      <m:num>
                        <m:r>
                          <m:rPr>
                            <m:sty m:val="p"/>
                          </m:rPr>
                          <a:rPr lang="en-US" altLang="zh-CN" sz="2800">
                            <a:effectLst/>
                            <a:latin typeface="Cambria Math" panose="02040503050406030204" pitchFamily="18" charset="0"/>
                            <a:ea typeface="黑体" panose="02010609060101010101" charset="-122"/>
                            <a:cs typeface="Cambria Math" panose="02040503050406030204" pitchFamily="18" charset="0"/>
                          </a:rPr>
                          <m:t>Δ</m:t>
                        </m:r>
                        <m:r>
                          <a:rPr lang="en-US" altLang="zh-CN" sz="2800" i="1">
                            <a:effectLst/>
                            <a:latin typeface="Cambria Math" panose="02040503050406030204" pitchFamily="18" charset="0"/>
                            <a:ea typeface="黑体" panose="02010609060101010101" charset="-122"/>
                            <a:cs typeface="Cambria Math" panose="02040503050406030204" pitchFamily="18" charset="0"/>
                          </a:rPr>
                          <m:t>𝑣</m:t>
                        </m:r>
                      </m:num>
                      <m:den>
                        <m:r>
                          <m:rPr>
                            <m:sty m:val="p"/>
                          </m:rPr>
                          <a:rPr lang="en-US" altLang="zh-CN" sz="2800">
                            <a:effectLst/>
                            <a:latin typeface="Cambria Math" panose="02040503050406030204" pitchFamily="18" charset="0"/>
                            <a:ea typeface="黑体" panose="02010609060101010101" charset="-122"/>
                            <a:cs typeface="Cambria Math" panose="02040503050406030204" pitchFamily="18" charset="0"/>
                          </a:rPr>
                          <m:t>Δ</m:t>
                        </m:r>
                        <m:r>
                          <a:rPr lang="en-US" altLang="zh-CN" sz="2800" i="1">
                            <a:effectLst/>
                            <a:latin typeface="Cambria Math" panose="02040503050406030204" pitchFamily="18" charset="0"/>
                            <a:ea typeface="黑体" panose="02010609060101010101" charset="-122"/>
                            <a:cs typeface="Cambria Math" panose="02040503050406030204" pitchFamily="18" charset="0"/>
                          </a:rPr>
                          <m:t>𝑡</m:t>
                        </m:r>
                      </m:den>
                    </m:f>
                  </m:oMath>
                </a14:m>
                <a:r>
                  <a:rPr lang="zh-CN" altLang="zh-CN" sz="2800">
                    <a:effectLst/>
                    <a:latin typeface="Times New Roman" panose="02020603050405020304" pitchFamily="18" charset="0"/>
                    <a:ea typeface="黑体" panose="02010609060101010101" charset="-122"/>
                    <a:cs typeface="Times New Roman" panose="02020603050405020304" pitchFamily="18" charset="0"/>
                  </a:rPr>
                  <a:t>只是加速度</a:t>
                </a:r>
                <a:r>
                  <a:rPr lang="en-US" altLang="zh-CN" sz="2800" i="1">
                    <a:effectLst/>
                    <a:latin typeface="Times New Roman" panose="02020603050405020304" pitchFamily="18" charset="0"/>
                    <a:ea typeface="黑体" panose="02010609060101010101" charset="-122"/>
                    <a:cs typeface="Times New Roman" panose="02020603050405020304" pitchFamily="18" charset="0"/>
                  </a:rPr>
                  <a:t>a</a:t>
                </a:r>
                <a:r>
                  <a:rPr lang="zh-CN" altLang="zh-CN" sz="2800">
                    <a:effectLst/>
                    <a:latin typeface="Times New Roman" panose="02020603050405020304" pitchFamily="18" charset="0"/>
                    <a:ea typeface="黑体" panose="02010609060101010101" charset="-122"/>
                    <a:cs typeface="Times New Roman" panose="02020603050405020304" pitchFamily="18" charset="0"/>
                  </a:rPr>
                  <a:t>的定义式</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不是决定式</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effectLst/>
                    <a:latin typeface="Times New Roman" panose="02020603050405020304" pitchFamily="18" charset="0"/>
                    <a:ea typeface="黑体" panose="02010609060101010101" charset="-122"/>
                    <a:cs typeface="Times New Roman" panose="02020603050405020304" pitchFamily="18" charset="0"/>
                  </a:rPr>
                  <a:t>a</a:t>
                </a:r>
                <a:r>
                  <a:rPr lang="zh-CN" altLang="zh-CN" sz="2800">
                    <a:effectLst/>
                    <a:latin typeface="Times New Roman" panose="02020603050405020304" pitchFamily="18" charset="0"/>
                    <a:ea typeface="黑体" panose="02010609060101010101" charset="-122"/>
                    <a:cs typeface="Times New Roman" panose="02020603050405020304" pitchFamily="18" charset="0"/>
                  </a:rPr>
                  <a:t>与</a:t>
                </a:r>
                <a:r>
                  <a:rPr lang="en-US" altLang="zh-CN" sz="2800" err="1">
                    <a:effectLst/>
                    <a:latin typeface="Times New Roman" panose="02020603050405020304" pitchFamily="18" charset="0"/>
                    <a:ea typeface="黑体" panose="02010609060101010101" charset="-122"/>
                    <a:cs typeface="Times New Roman" panose="02020603050405020304" pitchFamily="18" charset="0"/>
                  </a:rPr>
                  <a:t>Δ</a:t>
                </a:r>
                <a:r>
                  <a:rPr lang="en-US" altLang="zh-CN" sz="2800" i="1" err="1">
                    <a:effectLst/>
                    <a:latin typeface="Times New Roman" panose="02020603050405020304" pitchFamily="18" charset="0"/>
                    <a:ea typeface="黑体" panose="02010609060101010101" charset="-122"/>
                    <a:cs typeface="Times New Roman" panose="02020603050405020304" pitchFamily="18" charset="0"/>
                  </a:rPr>
                  <a:t>v</a:t>
                </a:r>
                <a:r>
                  <a:rPr lang="zh-CN" altLang="zh-CN" sz="2800">
                    <a:effectLst/>
                    <a:latin typeface="Times New Roman" panose="02020603050405020304" pitchFamily="18" charset="0"/>
                    <a:ea typeface="黑体" panose="02010609060101010101" charset="-122"/>
                    <a:cs typeface="Times New Roman" panose="02020603050405020304" pitchFamily="18" charset="0"/>
                  </a:rPr>
                  <a:t>、</a:t>
                </a:r>
                <a:r>
                  <a:rPr lang="en-US" altLang="zh-CN" sz="2800" err="1">
                    <a:effectLst/>
                    <a:latin typeface="Times New Roman" panose="02020603050405020304" pitchFamily="18" charset="0"/>
                    <a:ea typeface="黑体" panose="02010609060101010101" charset="-122"/>
                    <a:cs typeface="Times New Roman" panose="02020603050405020304" pitchFamily="18" charset="0"/>
                  </a:rPr>
                  <a:t>Δ</a:t>
                </a:r>
                <a:r>
                  <a:rPr lang="en-US" altLang="zh-CN" sz="2800" i="1" err="1">
                    <a:effectLst/>
                    <a:latin typeface="Times New Roman" panose="02020603050405020304" pitchFamily="18" charset="0"/>
                    <a:ea typeface="黑体" panose="02010609060101010101" charset="-122"/>
                    <a:cs typeface="Times New Roman" panose="02020603050405020304" pitchFamily="18" charset="0"/>
                  </a:rPr>
                  <a:t>t</a:t>
                </a:r>
                <a:r>
                  <a:rPr lang="zh-CN" altLang="zh-CN" sz="2800">
                    <a:effectLst/>
                    <a:latin typeface="Times New Roman" panose="02020603050405020304" pitchFamily="18" charset="0"/>
                    <a:ea typeface="黑体" panose="02010609060101010101" charset="-122"/>
                    <a:cs typeface="Times New Roman" panose="02020603050405020304" pitchFamily="18" charset="0"/>
                  </a:rPr>
                  <a:t>无关</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计算结果为</a:t>
                </a:r>
                <a:r>
                  <a:rPr lang="en-US" altLang="zh-CN" sz="2800" err="1">
                    <a:effectLst/>
                    <a:latin typeface="Times New Roman" panose="02020603050405020304" pitchFamily="18" charset="0"/>
                    <a:ea typeface="黑体" panose="02010609060101010101" charset="-122"/>
                    <a:cs typeface="Times New Roman" panose="02020603050405020304" pitchFamily="18" charset="0"/>
                  </a:rPr>
                  <a:t>Δ</a:t>
                </a:r>
                <a:r>
                  <a:rPr lang="en-US" altLang="zh-CN" sz="2800" i="1" err="1">
                    <a:effectLst/>
                    <a:latin typeface="Times New Roman" panose="02020603050405020304" pitchFamily="18" charset="0"/>
                    <a:ea typeface="黑体" panose="02010609060101010101" charset="-122"/>
                    <a:cs typeface="Times New Roman" panose="02020603050405020304" pitchFamily="18" charset="0"/>
                  </a:rPr>
                  <a:t>t</a:t>
                </a:r>
                <a:r>
                  <a:rPr lang="zh-CN" altLang="zh-CN" sz="2800">
                    <a:effectLst/>
                    <a:latin typeface="Times New Roman" panose="02020603050405020304" pitchFamily="18" charset="0"/>
                    <a:ea typeface="黑体" panose="02010609060101010101" charset="-122"/>
                    <a:cs typeface="Times New Roman" panose="02020603050405020304" pitchFamily="18" charset="0"/>
                  </a:rPr>
                  <a:t>内的平均加速度。</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a:p>
                <a:pPr indent="0" defTabSz="914400" fontAlgn="auto">
                  <a:lnSpc>
                    <a:spcPct val="140000"/>
                  </a:lnSpc>
                  <a:spcAft>
                    <a:spcPct val="0"/>
                  </a:spcAft>
                  <a:tabLst>
                    <a:tab pos="2250440" algn="l"/>
                  </a:tabLst>
                </a:pPr>
                <a:r>
                  <a:rPr lang="en-US" altLang="zh-CN" sz="2800">
                    <a:effectLst/>
                    <a:latin typeface="Times New Roman" panose="02020603050405020304" pitchFamily="18" charset="0"/>
                    <a:ea typeface="黑体" panose="02010609060101010101" charset="-122"/>
                    <a:cs typeface="Times New Roman" panose="02020603050405020304" pitchFamily="18" charset="0"/>
                  </a:rPr>
                  <a:t>3.</a:t>
                </a:r>
                <a:r>
                  <a:rPr lang="zh-CN"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物理意义</a:t>
                </a:r>
                <a:r>
                  <a:rPr lang="en-US"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表示</a:t>
                </a:r>
                <a:r>
                  <a:rPr lang="zh-CN" altLang="zh-CN" sz="2800" kern="100">
                    <a:solidFill>
                      <a:srgbClr val="C00000"/>
                    </a:solidFill>
                    <a:latin typeface="Times New Roman" panose="02020603050405020304" pitchFamily="18" charset="0"/>
                    <a:ea typeface="黑体" panose="02010609060101010101" charset="-122"/>
                    <a:cs typeface="Times New Roman" panose="02020603050405020304" pitchFamily="18" charset="0"/>
                    <a:sym typeface="+mn-ea"/>
                  </a:rPr>
                  <a:t>速度变化快慢</a:t>
                </a:r>
                <a:r>
                  <a:rPr lang="zh-CN" altLang="zh-CN" sz="2800">
                    <a:effectLst/>
                    <a:latin typeface="Times New Roman" panose="02020603050405020304" pitchFamily="18" charset="0"/>
                    <a:ea typeface="黑体" panose="02010609060101010101" charset="-122"/>
                    <a:cs typeface="Times New Roman" panose="02020603050405020304" pitchFamily="18" charset="0"/>
                  </a:rPr>
                  <a:t>的物理量。</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a:p>
                <a:pPr indent="0" defTabSz="914400" fontAlgn="auto">
                  <a:lnSpc>
                    <a:spcPct val="140000"/>
                  </a:lnSpc>
                  <a:spcAft>
                    <a:spcPct val="0"/>
                  </a:spcAft>
                  <a:tabLst>
                    <a:tab pos="2250440" algn="l"/>
                  </a:tabLst>
                </a:pPr>
                <a:r>
                  <a:rPr lang="en-US" altLang="zh-CN" sz="2800">
                    <a:effectLst/>
                    <a:latin typeface="Times New Roman" panose="02020603050405020304" pitchFamily="18" charset="0"/>
                    <a:ea typeface="黑体" panose="02010609060101010101" charset="-122"/>
                    <a:cs typeface="Times New Roman" panose="02020603050405020304" pitchFamily="18" charset="0"/>
                  </a:rPr>
                  <a:t>5.</a:t>
                </a:r>
                <a:r>
                  <a:rPr lang="zh-CN" altLang="zh-CN" sz="2800">
                    <a:effectLst/>
                    <a:latin typeface="Times New Roman" panose="02020603050405020304" pitchFamily="18" charset="0"/>
                    <a:ea typeface="黑体" panose="02010609060101010101" charset="-122"/>
                    <a:cs typeface="Times New Roman" panose="02020603050405020304" pitchFamily="18" charset="0"/>
                  </a:rPr>
                  <a:t>单位</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在国际单位制中</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加速度的单位是</a:t>
                </a:r>
                <a:r>
                  <a:rPr lang="zh-CN" altLang="en-US" sz="2800">
                    <a:effectLst/>
                    <a:latin typeface="Times New Roman" panose="02020603050405020304" pitchFamily="18" charset="0"/>
                    <a:ea typeface="黑体" panose="02010609060101010101" charset="-122"/>
                    <a:cs typeface="Times New Roman" panose="02020603050405020304" pitchFamily="18" charset="0"/>
                  </a:rPr>
                  <a:t>米每二次方秒</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符号是</a:t>
                </a:r>
                <a:r>
                  <a:rPr lang="en-US" altLang="zh-CN" sz="2800" kern="100">
                    <a:solidFill>
                      <a:srgbClr val="C00000"/>
                    </a:solidFill>
                    <a:latin typeface="Times New Roman" panose="02020603050405020304" pitchFamily="18" charset="0"/>
                    <a:ea typeface="黑体" panose="02010609060101010101" charset="-122"/>
                    <a:cs typeface="Times New Roman" panose="02020603050405020304" pitchFamily="18" charset="0"/>
                    <a:sym typeface="+mn-ea"/>
                  </a:rPr>
                  <a:t>m/s</a:t>
                </a:r>
                <a:r>
                  <a:rPr lang="en-US" altLang="zh-CN" sz="2800" kern="100" baseline="30000">
                    <a:solidFill>
                      <a:srgbClr val="C00000"/>
                    </a:solidFill>
                    <a:latin typeface="Times New Roman" panose="02020603050405020304" pitchFamily="18" charset="0"/>
                    <a:ea typeface="黑体" panose="02010609060101010101" charset="-122"/>
                    <a:cs typeface="Times New Roman" panose="02020603050405020304" pitchFamily="18" charset="0"/>
                    <a:sym typeface="+mn-ea"/>
                  </a:rPr>
                  <a:t>2</a:t>
                </a:r>
                <a:r>
                  <a:rPr lang="zh-CN" altLang="zh-CN" sz="2800">
                    <a:effectLst/>
                    <a:latin typeface="Times New Roman" panose="02020603050405020304" pitchFamily="18" charset="0"/>
                    <a:ea typeface="黑体" panose="02010609060101010101" charset="-122"/>
                    <a:cs typeface="Times New Roman" panose="02020603050405020304" pitchFamily="18" charset="0"/>
                  </a:rPr>
                  <a:t>或</a:t>
                </a:r>
                <a:r>
                  <a:rPr lang="en-US" altLang="zh-CN" sz="2800">
                    <a:solidFill>
                      <a:srgbClr val="C00000"/>
                    </a:solidFill>
                    <a:latin typeface="Times New Roman" panose="02020603050405020304" pitchFamily="18" charset="0"/>
                    <a:ea typeface="黑体" panose="02010609060101010101" charset="-122"/>
                    <a:cs typeface="Times New Roman" panose="02020603050405020304" pitchFamily="18" charset="0"/>
                    <a:sym typeface="+mn-ea"/>
                  </a:rPr>
                  <a:t>m·s</a:t>
                </a:r>
                <a:r>
                  <a:rPr lang="en-US" altLang="zh-CN" sz="2800" baseline="30000">
                    <a:solidFill>
                      <a:srgbClr val="C00000"/>
                    </a:solidFill>
                    <a:latin typeface="Times New Roman" panose="02020603050405020304" pitchFamily="18" charset="0"/>
                    <a:ea typeface="黑体" panose="02010609060101010101" charset="-122"/>
                    <a:cs typeface="Times New Roman" panose="02020603050405020304" pitchFamily="18" charset="0"/>
                    <a:sym typeface="+mn-ea"/>
                  </a:rPr>
                  <a:t>-2</a:t>
                </a:r>
                <a:r>
                  <a:rPr lang="en-US" altLang="zh-CN" sz="2800">
                    <a:effectLst/>
                    <a:latin typeface="Times New Roman" panose="02020603050405020304" pitchFamily="18" charset="0"/>
                    <a:ea typeface="黑体" panose="02010609060101010101" charset="-122"/>
                    <a:cs typeface="Times New Roman" panose="02020603050405020304" pitchFamily="18" charset="0"/>
                  </a:rPr>
                  <a:t> </a:t>
                </a:r>
                <a:r>
                  <a:rPr lang="zh-CN" altLang="en-US" sz="2800">
                    <a:effectLst/>
                    <a:latin typeface="Times New Roman" panose="02020603050405020304" pitchFamily="18" charset="0"/>
                    <a:ea typeface="黑体" panose="02010609060101010101" charset="-122"/>
                    <a:cs typeface="Times New Roman" panose="02020603050405020304" pitchFamily="18" charset="0"/>
                  </a:rPr>
                  <a:t>。</a:t>
                </a:r>
              </a:p>
            </p:txBody>
          </p:sp>
        </mc:Choice>
        <mc:Fallback xmlns="">
          <p:sp>
            <p:nvSpPr>
              <p:cNvPr id="2" name="矩形 1"/>
              <p:cNvSpPr>
                <a:spLocks noRot="1" noChangeAspect="1" noMove="1" noResize="1" noEditPoints="1" noAdjustHandles="1" noChangeArrowheads="1" noChangeShapeType="1" noTextEdit="1"/>
              </p:cNvSpPr>
              <p:nvPr>
                <p:custDataLst>
                  <p:tags r:id="rId4"/>
                </p:custDataLst>
              </p:nvPr>
            </p:nvSpPr>
            <p:spPr>
              <a:xfrm>
                <a:off x="535940" y="871855"/>
                <a:ext cx="11010900" cy="5452745"/>
              </a:xfrm>
              <a:prstGeom prst="rect">
                <a:avLst/>
              </a:prstGeom>
              <a:blipFill>
                <a:blip r:embed="rId5"/>
                <a:stretch>
                  <a:fillRect l="-922" r="-346" b="-1392"/>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5" name="文本框 4"/>
          <p:cNvSpPr txBox="1"/>
          <p:nvPr>
            <p:custDataLst>
              <p:tags r:id="rId2"/>
            </p:custDataLst>
          </p:nvPr>
        </p:nvSpPr>
        <p:spPr>
          <a:xfrm>
            <a:off x="542925" y="897255"/>
            <a:ext cx="11165205" cy="1516380"/>
          </a:xfrm>
          <a:prstGeom prst="rect">
            <a:avLst/>
          </a:prstGeom>
          <a:noFill/>
        </p:spPr>
        <p:txBody>
          <a:bodyPr wrap="square" rtlCol="0">
            <a:noAutofit/>
          </a:bodyPr>
          <a:lstStyle/>
          <a:p>
            <a:pPr>
              <a:lnSpc>
                <a:spcPct val="150000"/>
              </a:lnSpc>
            </a:pPr>
            <a:r>
              <a:rPr lang="zh-CN" altLang="en-US" sz="3200">
                <a:solidFill>
                  <a:srgbClr val="00B0F0"/>
                </a:solidFill>
                <a:latin typeface="Times New Roman" panose="02020603050405020304" pitchFamily="18" charset="0"/>
                <a:ea typeface="黑体" panose="02010609060101010101" charset="-122"/>
                <a:cs typeface="Times New Roman" panose="02020603050405020304" pitchFamily="18" charset="0"/>
              </a:rPr>
              <a:t>【思考与讨论】</a:t>
            </a:r>
            <a:r>
              <a:rPr lang="en-US" altLang="zh-CN" sz="3200">
                <a:latin typeface="Times New Roman" panose="02020603050405020304" pitchFamily="18" charset="0"/>
                <a:ea typeface="黑体" panose="02010609060101010101" charset="-122"/>
                <a:cs typeface="Times New Roman" panose="02020603050405020304" pitchFamily="18" charset="0"/>
              </a:rPr>
              <a:t>1.</a:t>
            </a:r>
            <a:r>
              <a:rPr lang="zh-CN" altLang="en-US" sz="3200">
                <a:latin typeface="Times New Roman" panose="02020603050405020304" pitchFamily="18" charset="0"/>
                <a:ea typeface="黑体" panose="02010609060101010101" charset="-122"/>
                <a:cs typeface="Times New Roman" panose="02020603050405020304" pitchFamily="18" charset="0"/>
              </a:rPr>
              <a:t>根据第</a:t>
            </a:r>
            <a:r>
              <a:rPr lang="en-US" altLang="zh-CN" sz="3200">
                <a:latin typeface="Times New Roman" panose="02020603050405020304" pitchFamily="18" charset="0"/>
                <a:ea typeface="黑体" panose="02010609060101010101" charset="-122"/>
                <a:cs typeface="Times New Roman" panose="02020603050405020304" pitchFamily="18" charset="0"/>
              </a:rPr>
              <a:t>3</a:t>
            </a:r>
            <a:r>
              <a:rPr lang="zh-CN" altLang="en-US" sz="3200">
                <a:latin typeface="Times New Roman" panose="02020603050405020304" pitchFamily="18" charset="0"/>
                <a:ea typeface="黑体" panose="02010609060101010101" charset="-122"/>
                <a:cs typeface="Times New Roman" panose="02020603050405020304" pitchFamily="18" charset="0"/>
              </a:rPr>
              <a:t>节的学习，我们知道速度的单位是</a:t>
            </a:r>
            <a:r>
              <a:rPr lang="en-US" altLang="zh-CN" sz="3200">
                <a:latin typeface="Times New Roman" panose="02020603050405020304" pitchFamily="18" charset="0"/>
                <a:ea typeface="黑体" panose="02010609060101010101" charset="-122"/>
                <a:cs typeface="Times New Roman" panose="02020603050405020304" pitchFamily="18" charset="0"/>
              </a:rPr>
              <a:t>m/s</a:t>
            </a:r>
            <a:r>
              <a:rPr lang="zh-CN" altLang="en-US" sz="3200">
                <a:latin typeface="Times New Roman" panose="02020603050405020304" pitchFamily="18" charset="0"/>
                <a:ea typeface="黑体" panose="02010609060101010101" charset="-122"/>
                <a:cs typeface="Times New Roman" panose="02020603050405020304" pitchFamily="18" charset="0"/>
              </a:rPr>
              <a:t>，那么你认为加速度的单位会是什么样子的？</a:t>
            </a:r>
          </a:p>
        </p:txBody>
      </p:sp>
      <p:sp>
        <p:nvSpPr>
          <p:cNvPr id="2" name="文本框 1"/>
          <p:cNvSpPr txBox="1"/>
          <p:nvPr>
            <p:custDataLst>
              <p:tags r:id="rId3"/>
            </p:custDataLst>
          </p:nvPr>
        </p:nvSpPr>
        <p:spPr>
          <a:xfrm>
            <a:off x="676275" y="3571875"/>
            <a:ext cx="11031855" cy="1782445"/>
          </a:xfrm>
          <a:prstGeom prst="rect">
            <a:avLst/>
          </a:prstGeom>
          <a:noFill/>
        </p:spPr>
        <p:txBody>
          <a:bodyPr wrap="square" rtlCol="0">
            <a:noAutofit/>
          </a:bodyPr>
          <a:lstStyle/>
          <a:p>
            <a:pPr>
              <a:lnSpc>
                <a:spcPct val="150000"/>
              </a:lnSpc>
            </a:pPr>
            <a:r>
              <a:rPr lang="zh-CN" sz="3200">
                <a:solidFill>
                  <a:srgbClr val="00B0F0"/>
                </a:solidFill>
                <a:latin typeface="Times New Roman" panose="02020603050405020304" pitchFamily="18" charset="0"/>
                <a:ea typeface="黑体" panose="02010609060101010101" charset="-122"/>
                <a:cs typeface="Times New Roman" panose="02020603050405020304" pitchFamily="18" charset="0"/>
              </a:rPr>
              <a:t>【思考与讨论】</a:t>
            </a:r>
            <a:r>
              <a:rPr lang="en-US" altLang="zh-CN" sz="3200">
                <a:latin typeface="Times New Roman" panose="02020603050405020304" pitchFamily="18" charset="0"/>
                <a:ea typeface="黑体" panose="02010609060101010101" charset="-122"/>
                <a:cs typeface="Times New Roman" panose="02020603050405020304" pitchFamily="18" charset="0"/>
              </a:rPr>
              <a:t>2.</a:t>
            </a:r>
            <a:r>
              <a:rPr lang="zh-CN" sz="3200">
                <a:latin typeface="Times New Roman" panose="02020603050405020304" pitchFamily="18" charset="0"/>
                <a:ea typeface="黑体" panose="02010609060101010101" charset="-122"/>
                <a:cs typeface="Times New Roman" panose="02020603050405020304" pitchFamily="18" charset="0"/>
              </a:rPr>
              <a:t>根据以上定义物理量单位的方式，你还能举出哪些用类似方式定义的物理量单位吗？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5" name="文本框 4"/>
          <p:cNvSpPr txBox="1"/>
          <p:nvPr>
            <p:custDataLst>
              <p:tags r:id="rId2"/>
            </p:custDataLst>
          </p:nvPr>
        </p:nvSpPr>
        <p:spPr>
          <a:xfrm>
            <a:off x="412750" y="1114425"/>
            <a:ext cx="11295380" cy="840740"/>
          </a:xfrm>
          <a:prstGeom prst="rect">
            <a:avLst/>
          </a:prstGeom>
          <a:noFill/>
        </p:spPr>
        <p:txBody>
          <a:bodyPr wrap="square" rtlCol="0">
            <a:noAutofit/>
          </a:bodyPr>
          <a:lstStyle/>
          <a:p>
            <a:pPr>
              <a:lnSpc>
                <a:spcPct val="150000"/>
              </a:lnSpc>
            </a:pPr>
            <a:r>
              <a:rPr lang="zh-CN" altLang="en-US" sz="2800">
                <a:solidFill>
                  <a:srgbClr val="00B0F0"/>
                </a:solidFill>
                <a:latin typeface="Times New Roman" panose="02020603050405020304" pitchFamily="18" charset="0"/>
                <a:ea typeface="黑体" panose="02010609060101010101" charset="-122"/>
                <a:cs typeface="Times New Roman" panose="02020603050405020304" pitchFamily="18" charset="0"/>
                <a:sym typeface="+mn-ea"/>
              </a:rPr>
              <a:t>【思考与讨论】</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3.</a:t>
            </a:r>
            <a:r>
              <a:rPr sz="2800">
                <a:latin typeface="Times New Roman" panose="02020603050405020304" pitchFamily="18" charset="0"/>
                <a:ea typeface="黑体" panose="02010609060101010101" charset="-122"/>
                <a:cs typeface="Times New Roman" panose="02020603050405020304" pitchFamily="18" charset="0"/>
              </a:rPr>
              <a:t>速度大，加速度一定大吗？你能举例说明吗？</a:t>
            </a:r>
          </a:p>
        </p:txBody>
      </p:sp>
      <p:sp>
        <p:nvSpPr>
          <p:cNvPr id="2" name="矩形 1"/>
          <p:cNvSpPr>
            <a:spLocks noChangeArrowheads="1"/>
          </p:cNvSpPr>
          <p:nvPr>
            <p:custDataLst>
              <p:tags r:id="rId3"/>
            </p:custDataLst>
          </p:nvPr>
        </p:nvSpPr>
        <p:spPr bwMode="auto">
          <a:xfrm>
            <a:off x="617220" y="2077085"/>
            <a:ext cx="6779260" cy="1760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a:ea typeface="宋体" panose="02010600030101010101" pitchFamily="2" charset="-122"/>
              </a:defRPr>
            </a:lvl9pPr>
          </a:lstStyle>
          <a:p>
            <a:pPr>
              <a:lnSpc>
                <a:spcPct val="130000"/>
              </a:lnSpc>
            </a:pP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不一定，速度大表示物体运动得快；加速度大表示单位时间内速度的变化量大。例如匀速实行的高铁加速度为</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0.</a:t>
            </a:r>
          </a:p>
        </p:txBody>
      </p:sp>
      <p:sp>
        <p:nvSpPr>
          <p:cNvPr id="4" name="文本框 3"/>
          <p:cNvSpPr txBox="1"/>
          <p:nvPr>
            <p:custDataLst>
              <p:tags r:id="rId4"/>
            </p:custDataLst>
          </p:nvPr>
        </p:nvSpPr>
        <p:spPr>
          <a:xfrm>
            <a:off x="445135" y="4065905"/>
            <a:ext cx="7622540" cy="840740"/>
          </a:xfrm>
          <a:prstGeom prst="rect">
            <a:avLst/>
          </a:prstGeom>
          <a:noFill/>
        </p:spPr>
        <p:txBody>
          <a:bodyPr wrap="square" rtlCol="0">
            <a:noAutofit/>
          </a:bodyPr>
          <a:lstStyle/>
          <a:p>
            <a:pPr>
              <a:lnSpc>
                <a:spcPct val="150000"/>
              </a:lnSpc>
            </a:pPr>
            <a:r>
              <a:rPr lang="zh-CN" altLang="en-US" sz="2800">
                <a:solidFill>
                  <a:srgbClr val="00B0F0"/>
                </a:solidFill>
                <a:latin typeface="Times New Roman" panose="02020603050405020304" pitchFamily="18" charset="0"/>
                <a:ea typeface="黑体" panose="02010609060101010101" charset="-122"/>
                <a:cs typeface="Times New Roman" panose="02020603050405020304" pitchFamily="18" charset="0"/>
                <a:sym typeface="+mn-ea"/>
              </a:rPr>
              <a:t>【思考与讨论】</a:t>
            </a: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4.</a:t>
            </a:r>
            <a:r>
              <a:rPr sz="2800">
                <a:latin typeface="Times New Roman" panose="02020603050405020304" pitchFamily="18" charset="0"/>
                <a:ea typeface="黑体" panose="02010609060101010101" charset="-122"/>
                <a:cs typeface="Times New Roman" panose="02020603050405020304" pitchFamily="18" charset="0"/>
                <a:sym typeface="+mn-ea"/>
              </a:rPr>
              <a:t>加速度大，速度一定大吗？</a:t>
            </a:r>
          </a:p>
        </p:txBody>
      </p:sp>
      <p:sp>
        <p:nvSpPr>
          <p:cNvPr id="7" name="矩形 6"/>
          <p:cNvSpPr>
            <a:spLocks noChangeArrowheads="1"/>
          </p:cNvSpPr>
          <p:nvPr>
            <p:custDataLst>
              <p:tags r:id="rId5"/>
            </p:custDataLst>
          </p:nvPr>
        </p:nvSpPr>
        <p:spPr bwMode="auto">
          <a:xfrm>
            <a:off x="617220" y="4906645"/>
            <a:ext cx="7101205" cy="1347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a:ea typeface="宋体" panose="02010600030101010101" pitchFamily="2" charset="-122"/>
              </a:defRPr>
            </a:lvl9pPr>
          </a:lstStyle>
          <a:p>
            <a:pPr>
              <a:lnSpc>
                <a:spcPct val="150000"/>
              </a:lnSpc>
            </a:pPr>
            <a:r>
              <a:rPr lang="zh-CN" altLang="en-US" sz="2800">
                <a:solidFill>
                  <a:srgbClr val="FF0000"/>
                </a:solidFill>
                <a:latin typeface="黑体" panose="02010609060101010101" charset="-122"/>
                <a:ea typeface="黑体" panose="02010609060101010101" charset="-122"/>
              </a:rPr>
              <a:t>不一定，例如赛车开始加速时加速度很大，但速度比较小。</a:t>
            </a:r>
          </a:p>
        </p:txBody>
      </p:sp>
      <p:pic>
        <p:nvPicPr>
          <p:cNvPr id="6" name="图片 5"/>
          <p:cNvPicPr/>
          <p:nvPr>
            <p:custDataLst>
              <p:tags r:id="rId6"/>
            </p:custDataLst>
          </p:nvPr>
        </p:nvPicPr>
        <p:blipFill>
          <a:blip r:embed="rId9"/>
          <a:stretch>
            <a:fillRect/>
          </a:stretch>
        </p:blipFill>
        <p:spPr>
          <a:xfrm>
            <a:off x="7943215" y="1955165"/>
            <a:ext cx="3955415" cy="2017395"/>
          </a:xfrm>
          <a:prstGeom prst="rect">
            <a:avLst/>
          </a:prstGeom>
        </p:spPr>
      </p:pic>
      <p:pic>
        <p:nvPicPr>
          <p:cNvPr id="8" name="图片 7"/>
          <p:cNvPicPr/>
          <p:nvPr>
            <p:custDataLst>
              <p:tags r:id="rId7"/>
            </p:custDataLst>
          </p:nvPr>
        </p:nvPicPr>
        <p:blipFill>
          <a:blip r:embed="rId10"/>
          <a:stretch>
            <a:fillRect/>
          </a:stretch>
        </p:blipFill>
        <p:spPr>
          <a:xfrm>
            <a:off x="7943850" y="4492625"/>
            <a:ext cx="4030980" cy="2174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randombar(horizontal)">
                                      <p:cBhvr>
                                        <p:cTn id="14"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3078" name="Rectangle 47"/>
          <p:cNvSpPr>
            <a:spLocks noRot="1"/>
          </p:cNvSpPr>
          <p:nvPr>
            <p:custDataLst>
              <p:tags r:id="rId2"/>
            </p:custDataLst>
          </p:nvPr>
        </p:nvSpPr>
        <p:spPr>
          <a:xfrm>
            <a:off x="511200" y="1126490"/>
            <a:ext cx="4625340" cy="619125"/>
          </a:xfrm>
          <a:prstGeom prst="rect">
            <a:avLst/>
          </a:prstGeom>
          <a:noFill/>
          <a:ln w="9525">
            <a:noFill/>
          </a:ln>
        </p:spPr>
        <p:txBody>
          <a:bodyPr anchor="ctr"/>
          <a:lstStyle/>
          <a:p>
            <a:r>
              <a:rPr lang="en-US" sz="3200">
                <a:solidFill>
                  <a:schemeClr val="tx1"/>
                </a:solidFill>
                <a:latin typeface="Times New Roman" panose="02020603050405020304" pitchFamily="18" charset="0"/>
                <a:ea typeface="黑体" panose="02010609060101010101" charset="-122"/>
                <a:cs typeface="Times New Roman" panose="02020603050405020304" pitchFamily="18" charset="0"/>
              </a:rPr>
              <a:t>6.</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 加速度的大小</a:t>
            </a:r>
          </a:p>
        </p:txBody>
      </p:sp>
      <p:sp>
        <p:nvSpPr>
          <p:cNvPr id="3079" name="文本框 14"/>
          <p:cNvSpPr txBox="1"/>
          <p:nvPr>
            <p:custDataLst>
              <p:tags r:id="rId3"/>
            </p:custDataLst>
          </p:nvPr>
        </p:nvSpPr>
        <p:spPr>
          <a:xfrm>
            <a:off x="511200" y="1915795"/>
            <a:ext cx="8155305" cy="562610"/>
          </a:xfrm>
          <a:prstGeom prst="rect">
            <a:avLst/>
          </a:prstGeom>
          <a:noFill/>
          <a:ln w="9525">
            <a:noFill/>
          </a:ln>
        </p:spPr>
        <p:txBody>
          <a:bodyPr wrap="square" anchor="t">
            <a:noAutofit/>
          </a:bodyPr>
          <a:lstStyle/>
          <a:p>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3200">
                <a:solidFill>
                  <a:schemeClr val="tx1"/>
                </a:solidFill>
                <a:latin typeface="Times New Roman" panose="02020603050405020304" pitchFamily="18" charset="0"/>
                <a:ea typeface="黑体" panose="02010609060101010101" charset="-122"/>
                <a:cs typeface="Times New Roman" panose="02020603050405020304" pitchFamily="18" charset="0"/>
              </a:rPr>
              <a:t>1</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）加速度</a:t>
            </a:r>
            <a:r>
              <a:rPr lang="en-US" altLang="zh-CN" sz="32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大小与速度</a:t>
            </a:r>
            <a:r>
              <a:rPr lang="en-US" altLang="zh-CN" sz="32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没有直接关系。</a:t>
            </a:r>
          </a:p>
        </p:txBody>
      </p:sp>
      <p:sp>
        <p:nvSpPr>
          <p:cNvPr id="3080" name="文本框 15"/>
          <p:cNvSpPr txBox="1"/>
          <p:nvPr>
            <p:custDataLst>
              <p:tags r:id="rId4"/>
            </p:custDataLst>
          </p:nvPr>
        </p:nvSpPr>
        <p:spPr>
          <a:xfrm>
            <a:off x="511200" y="2687320"/>
            <a:ext cx="9144635" cy="596265"/>
          </a:xfrm>
          <a:prstGeom prst="rect">
            <a:avLst/>
          </a:prstGeom>
          <a:noFill/>
          <a:ln w="9525">
            <a:noFill/>
          </a:ln>
        </p:spPr>
        <p:txBody>
          <a:bodyPr wrap="square" anchor="t">
            <a:noAutofit/>
          </a:bodyPr>
          <a:lstStyle/>
          <a:p>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3200">
                <a:solidFill>
                  <a:schemeClr val="tx1"/>
                </a:solidFill>
                <a:latin typeface="Times New Roman" panose="02020603050405020304" pitchFamily="18" charset="0"/>
                <a:ea typeface="黑体" panose="02010609060101010101" charset="-122"/>
                <a:cs typeface="Times New Roman" panose="02020603050405020304" pitchFamily="18" charset="0"/>
              </a:rPr>
              <a:t>2</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）加速度</a:t>
            </a:r>
            <a:r>
              <a:rPr lang="en-US" altLang="zh-CN" sz="32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大小与速度变化量Δ</a:t>
            </a:r>
            <a:r>
              <a:rPr lang="en-US" altLang="zh-CN" sz="32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没有直接关系。</a:t>
            </a:r>
          </a:p>
        </p:txBody>
      </p:sp>
      <p:sp>
        <p:nvSpPr>
          <p:cNvPr id="3081" name="文本框 16"/>
          <p:cNvSpPr txBox="1"/>
          <p:nvPr>
            <p:custDataLst>
              <p:tags r:id="rId5"/>
            </p:custDataLst>
          </p:nvPr>
        </p:nvSpPr>
        <p:spPr>
          <a:xfrm>
            <a:off x="511200" y="3194685"/>
            <a:ext cx="8438515" cy="3046095"/>
          </a:xfrm>
          <a:prstGeom prst="rect">
            <a:avLst/>
          </a:prstGeom>
          <a:noFill/>
          <a:ln w="9525">
            <a:noFill/>
          </a:ln>
        </p:spPr>
        <p:txBody>
          <a:bodyPr wrap="square" anchor="t">
            <a:spAutoFit/>
          </a:bodyPr>
          <a:lstStyle/>
          <a:p>
            <a:pPr>
              <a:lnSpc>
                <a:spcPct val="150000"/>
              </a:lnSpc>
            </a:pP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3200">
                <a:solidFill>
                  <a:schemeClr val="tx1"/>
                </a:solidFill>
                <a:latin typeface="Times New Roman" panose="02020603050405020304" pitchFamily="18" charset="0"/>
                <a:ea typeface="黑体" panose="02010609060101010101" charset="-122"/>
                <a:cs typeface="Times New Roman" panose="02020603050405020304" pitchFamily="18" charset="0"/>
              </a:rPr>
              <a:t>3</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）加速度</a:t>
            </a:r>
            <a:r>
              <a:rPr lang="en-US" altLang="zh-CN" sz="32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大小</a:t>
            </a:r>
          </a:p>
          <a:p>
            <a:pPr>
              <a:lnSpc>
                <a:spcPct val="150000"/>
              </a:lnSpc>
            </a:pP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sym typeface="Wingdings" panose="05000000000000000000" charset="0"/>
              </a:rPr>
              <a:t></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由速度变化率Δ</a:t>
            </a:r>
            <a:r>
              <a:rPr lang="en-US" altLang="zh-CN" sz="32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en-US" altLang="zh-CN" sz="3200">
                <a:solidFill>
                  <a:schemeClr val="tx1"/>
                </a:solidFill>
                <a:latin typeface="Times New Roman" panose="02020603050405020304" pitchFamily="18" charset="0"/>
                <a:ea typeface="黑体" panose="02010609060101010101" charset="-122"/>
                <a:cs typeface="Times New Roman" panose="02020603050405020304" pitchFamily="18" charset="0"/>
              </a:rPr>
              <a:t>/Δ</a:t>
            </a:r>
            <a:r>
              <a:rPr lang="en-US" altLang="zh-CN" sz="3200" i="1">
                <a:solidFill>
                  <a:schemeClr val="tx1"/>
                </a:solidFill>
                <a:latin typeface="Times New Roman" panose="02020603050405020304" pitchFamily="18" charset="0"/>
                <a:ea typeface="黑体" panose="02010609060101010101" charset="-122"/>
                <a:cs typeface="Times New Roman" panose="02020603050405020304" pitchFamily="18" charset="0"/>
              </a:rPr>
              <a:t>t</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的大小决定；</a:t>
            </a:r>
          </a:p>
          <a:p>
            <a:pPr>
              <a:lnSpc>
                <a:spcPct val="150000"/>
              </a:lnSpc>
            </a:pP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sym typeface="Wingdings" panose="05000000000000000000" charset="0"/>
              </a:rPr>
              <a:t>由</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速度变化的快慢决定；</a:t>
            </a:r>
          </a:p>
          <a:p>
            <a:pPr>
              <a:lnSpc>
                <a:spcPct val="150000"/>
              </a:lnSpc>
            </a:pP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rPr>
              <a:t>        </a:t>
            </a:r>
            <a:r>
              <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sym typeface="Wingdings" panose="05000000000000000000" charset="0"/>
              </a:rPr>
              <a:t>由</a:t>
            </a:r>
            <a:r>
              <a:rPr lang="zh-CN" altLang="en-US" sz="3200">
                <a:latin typeface="Times New Roman" panose="02020603050405020304" pitchFamily="18" charset="0"/>
                <a:ea typeface="黑体" panose="02010609060101010101" charset="-122"/>
                <a:cs typeface="Times New Roman" panose="02020603050405020304" pitchFamily="18" charset="0"/>
                <a:sym typeface="+mn-ea"/>
              </a:rPr>
              <a:t>单位时间内物体速度变化大小决定。</a:t>
            </a:r>
            <a:endParaRPr lang="zh-CN" altLang="en-US" sz="3200">
              <a:solidFill>
                <a:schemeClr val="tx1"/>
              </a:solidFill>
              <a:latin typeface="Times New Roman" panose="02020603050405020304" pitchFamily="18" charset="0"/>
              <a:ea typeface="黑体" panose="02010609060101010101" charset="-122"/>
              <a:cs typeface="Times New Roman" panose="02020603050405020304" pitchFamily="18" charset="0"/>
              <a:sym typeface="Wingdings" panose="05000000000000000000"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9"/>
                                        </p:tgtEl>
                                        <p:attrNameLst>
                                          <p:attrName>style.visibility</p:attrName>
                                        </p:attrNameLst>
                                      </p:cBhvr>
                                      <p:to>
                                        <p:strVal val="visible"/>
                                      </p:to>
                                    </p:set>
                                    <p:animEffect transition="in" filter="blinds(horizontal)">
                                      <p:cBhvr>
                                        <p:cTn id="7" dur="500"/>
                                        <p:tgtEl>
                                          <p:spTgt spid="3079"/>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80"/>
                                        </p:tgtEl>
                                        <p:attrNameLst>
                                          <p:attrName>style.visibility</p:attrName>
                                        </p:attrNameLst>
                                      </p:cBhvr>
                                      <p:to>
                                        <p:strVal val="visible"/>
                                      </p:to>
                                    </p:set>
                                    <p:animEffect transition="in" filter="blinds(horizontal)">
                                      <p:cBhvr>
                                        <p:cTn id="12" dur="500"/>
                                        <p:tgtEl>
                                          <p:spTgt spid="30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81"/>
                                        </p:tgtEl>
                                        <p:attrNameLst>
                                          <p:attrName>style.visibility</p:attrName>
                                        </p:attrNameLst>
                                      </p:cBhvr>
                                      <p:to>
                                        <p:strVal val="visible"/>
                                      </p:to>
                                    </p:set>
                                    <p:animEffect transition="in" filter="blinds(horizontal)">
                                      <p:cBhvr>
                                        <p:cTn id="17" dur="500"/>
                                        <p:tgtEl>
                                          <p:spTgt spid="3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9" grpId="0"/>
      <p:bldP spid="3080" grpId="0"/>
      <p:bldP spid="308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graphicFrame>
        <p:nvGraphicFramePr>
          <p:cNvPr id="2" name="表格 1"/>
          <p:cNvGraphicFramePr>
            <a:graphicFrameLocks noGrp="1"/>
          </p:cNvGraphicFramePr>
          <p:nvPr>
            <p:custDataLst>
              <p:tags r:id="rId2"/>
            </p:custDataLst>
          </p:nvPr>
        </p:nvGraphicFramePr>
        <p:xfrm>
          <a:off x="511200" y="1744345"/>
          <a:ext cx="11112500" cy="4551045"/>
        </p:xfrm>
        <a:graphic>
          <a:graphicData uri="http://schemas.openxmlformats.org/drawingml/2006/table">
            <a:tbl>
              <a:tblPr firstRow="1" bandRow="1">
                <a:tableStyleId>{5940675A-B579-460E-94D1-54222C63F5DA}</a:tableStyleId>
              </a:tblPr>
              <a:tblGrid>
                <a:gridCol w="1711325">
                  <a:extLst>
                    <a:ext uri="{9D8B030D-6E8A-4147-A177-3AD203B41FA5}">
                      <a16:colId xmlns:a16="http://schemas.microsoft.com/office/drawing/2014/main" val="20000"/>
                    </a:ext>
                  </a:extLst>
                </a:gridCol>
                <a:gridCol w="3151505">
                  <a:extLst>
                    <a:ext uri="{9D8B030D-6E8A-4147-A177-3AD203B41FA5}">
                      <a16:colId xmlns:a16="http://schemas.microsoft.com/office/drawing/2014/main" val="20001"/>
                    </a:ext>
                  </a:extLst>
                </a:gridCol>
                <a:gridCol w="3289300">
                  <a:extLst>
                    <a:ext uri="{9D8B030D-6E8A-4147-A177-3AD203B41FA5}">
                      <a16:colId xmlns:a16="http://schemas.microsoft.com/office/drawing/2014/main" val="20002"/>
                    </a:ext>
                  </a:extLst>
                </a:gridCol>
                <a:gridCol w="2960370">
                  <a:extLst>
                    <a:ext uri="{9D8B030D-6E8A-4147-A177-3AD203B41FA5}">
                      <a16:colId xmlns:a16="http://schemas.microsoft.com/office/drawing/2014/main" val="20003"/>
                    </a:ext>
                  </a:extLst>
                </a:gridCol>
              </a:tblGrid>
              <a:tr h="632460">
                <a:tc>
                  <a:txBody>
                    <a:bodyPr/>
                    <a:lstStyle/>
                    <a:p>
                      <a:pPr indent="0" algn="ctr">
                        <a:lnSpc>
                          <a:spcPct val="150000"/>
                        </a:lnSpc>
                        <a:buNone/>
                      </a:pPr>
                      <a:endParaRPr lang="en-US" altLang="en-US" sz="2800" b="0" i="1">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速度</a:t>
                      </a:r>
                      <a:r>
                        <a:rPr lang="en-US" sz="2800" b="0" i="1">
                          <a:latin typeface="Times New Roman" panose="02020603050405020304" pitchFamily="18" charset="0"/>
                          <a:ea typeface="黑体" panose="02010609060101010101" charset="-122"/>
                          <a:cs typeface="Times New Roman" panose="02020603050405020304" pitchFamily="18" charset="0"/>
                        </a:rPr>
                        <a:t>v</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速度的变化量Δ</a:t>
                      </a:r>
                      <a:r>
                        <a:rPr lang="en-US" sz="2800" b="0" i="1">
                          <a:latin typeface="Times New Roman" panose="02020603050405020304" pitchFamily="18" charset="0"/>
                          <a:ea typeface="黑体" panose="02010609060101010101" charset="-122"/>
                          <a:cs typeface="Times New Roman" panose="02020603050405020304" pitchFamily="18" charset="0"/>
                        </a:rPr>
                        <a:t>v</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加速度</a:t>
                      </a:r>
                      <a:r>
                        <a:rPr lang="en-US" sz="2800" b="0" i="1">
                          <a:latin typeface="Times New Roman" panose="02020603050405020304" pitchFamily="18" charset="0"/>
                          <a:ea typeface="黑体" panose="02010609060101010101" charset="-122"/>
                          <a:cs typeface="Times New Roman" panose="02020603050405020304" pitchFamily="18" charset="0"/>
                        </a:rPr>
                        <a:t>a</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04925">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表达式</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endParaRPr lang="en-US" altLang="en-US" sz="2800" b="0" i="1">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3200" b="0">
                          <a:latin typeface="Times New Roman" panose="02020603050405020304" pitchFamily="18" charset="0"/>
                          <a:ea typeface="黑体" panose="02010609060101010101" charset="-122"/>
                          <a:cs typeface="Times New Roman" panose="02020603050405020304" pitchFamily="18" charset="0"/>
                        </a:rPr>
                        <a:t>Δ</a:t>
                      </a:r>
                      <a:r>
                        <a:rPr lang="en-US" sz="3200" b="0" i="1">
                          <a:latin typeface="Times New Roman" panose="02020603050405020304" pitchFamily="18" charset="0"/>
                          <a:ea typeface="黑体" panose="02010609060101010101" charset="-122"/>
                          <a:cs typeface="Times New Roman" panose="02020603050405020304" pitchFamily="18" charset="0"/>
                        </a:rPr>
                        <a:t>v</a:t>
                      </a:r>
                      <a:r>
                        <a:rPr lang="en-US" sz="3200" b="0">
                          <a:latin typeface="Times New Roman" panose="02020603050405020304" pitchFamily="18" charset="0"/>
                          <a:ea typeface="黑体" panose="02010609060101010101" charset="-122"/>
                          <a:cs typeface="Times New Roman" panose="02020603050405020304" pitchFamily="18" charset="0"/>
                        </a:rPr>
                        <a:t>＝</a:t>
                      </a:r>
                      <a:r>
                        <a:rPr lang="en-US" sz="3200" b="0" i="1">
                          <a:latin typeface="Times New Roman" panose="02020603050405020304" pitchFamily="18" charset="0"/>
                          <a:ea typeface="黑体" panose="02010609060101010101" charset="-122"/>
                          <a:cs typeface="Times New Roman" panose="02020603050405020304" pitchFamily="18" charset="0"/>
                        </a:rPr>
                        <a:t>v</a:t>
                      </a:r>
                      <a:r>
                        <a:rPr lang="en-US" sz="3200" b="0" baseline="-25000">
                          <a:latin typeface="Times New Roman" panose="02020603050405020304" pitchFamily="18" charset="0"/>
                          <a:ea typeface="黑体" panose="02010609060101010101" charset="-122"/>
                          <a:cs typeface="Times New Roman" panose="02020603050405020304" pitchFamily="18" charset="0"/>
                        </a:rPr>
                        <a:t>2</a:t>
                      </a:r>
                      <a:r>
                        <a:rPr lang="en-US" sz="3200" b="0">
                          <a:latin typeface="Times New Roman" panose="02020603050405020304" pitchFamily="18" charset="0"/>
                          <a:ea typeface="黑体" panose="02010609060101010101" charset="-122"/>
                          <a:cs typeface="Times New Roman" panose="02020603050405020304" pitchFamily="18" charset="0"/>
                        </a:rPr>
                        <a:t>－</a:t>
                      </a:r>
                      <a:r>
                        <a:rPr lang="en-US" sz="3200" b="0" i="1">
                          <a:latin typeface="Times New Roman" panose="02020603050405020304" pitchFamily="18" charset="0"/>
                          <a:ea typeface="黑体" panose="02010609060101010101" charset="-122"/>
                          <a:cs typeface="Times New Roman" panose="02020603050405020304" pitchFamily="18" charset="0"/>
                        </a:rPr>
                        <a:t>v</a:t>
                      </a:r>
                      <a:r>
                        <a:rPr lang="en-US" sz="3200" b="0" baseline="-25000">
                          <a:latin typeface="Times New Roman" panose="02020603050405020304" pitchFamily="18" charset="0"/>
                          <a:ea typeface="黑体" panose="02010609060101010101" charset="-122"/>
                          <a:cs typeface="Times New Roman" panose="02020603050405020304" pitchFamily="18" charset="0"/>
                        </a:rPr>
                        <a:t>1</a:t>
                      </a:r>
                      <a:endParaRPr lang="en-US" altLang="en-US" sz="32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endParaRPr lang="en-US" altLang="en-US" sz="2800" b="0" i="1">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25245">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方向</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i="1">
                          <a:latin typeface="Times New Roman" panose="02020603050405020304" pitchFamily="18" charset="0"/>
                          <a:ea typeface="黑体" panose="02010609060101010101" charset="-122"/>
                          <a:cs typeface="Times New Roman" panose="02020603050405020304" pitchFamily="18" charset="0"/>
                        </a:rPr>
                        <a:t>v</a:t>
                      </a:r>
                      <a:r>
                        <a:rPr lang="en-US" sz="2800" b="0">
                          <a:latin typeface="Times New Roman" panose="02020603050405020304" pitchFamily="18" charset="0"/>
                          <a:ea typeface="黑体" panose="02010609060101010101" charset="-122"/>
                          <a:cs typeface="Times New Roman" panose="02020603050405020304" pitchFamily="18" charset="0"/>
                        </a:rPr>
                        <a:t>的方向与Δ</a:t>
                      </a:r>
                      <a:r>
                        <a:rPr lang="en-US" sz="2800" b="0" i="1">
                          <a:latin typeface="Times New Roman" panose="02020603050405020304" pitchFamily="18" charset="0"/>
                          <a:ea typeface="黑体" panose="02010609060101010101" charset="-122"/>
                          <a:cs typeface="Times New Roman" panose="02020603050405020304" pitchFamily="18" charset="0"/>
                        </a:rPr>
                        <a:t>t</a:t>
                      </a:r>
                      <a:r>
                        <a:rPr lang="en-US" sz="2800" b="0">
                          <a:latin typeface="Times New Roman" panose="02020603050405020304" pitchFamily="18" charset="0"/>
                          <a:ea typeface="黑体" panose="02010609060101010101" charset="-122"/>
                          <a:cs typeface="Times New Roman" panose="02020603050405020304" pitchFamily="18" charset="0"/>
                        </a:rPr>
                        <a:t>内Δ</a:t>
                      </a:r>
                      <a:r>
                        <a:rPr lang="en-US" sz="2800" b="0" i="1">
                          <a:latin typeface="Times New Roman" panose="02020603050405020304" pitchFamily="18" charset="0"/>
                          <a:ea typeface="黑体" panose="02010609060101010101" charset="-122"/>
                          <a:cs typeface="Times New Roman" panose="02020603050405020304" pitchFamily="18" charset="0"/>
                        </a:rPr>
                        <a:t>x</a:t>
                      </a:r>
                      <a:r>
                        <a:rPr lang="en-US" sz="2800" b="0">
                          <a:latin typeface="Times New Roman" panose="02020603050405020304" pitchFamily="18" charset="0"/>
                          <a:ea typeface="黑体" panose="02010609060101010101" charset="-122"/>
                          <a:cs typeface="Times New Roman" panose="02020603050405020304" pitchFamily="18" charset="0"/>
                        </a:rPr>
                        <a:t>的方向相同</a:t>
                      </a:r>
                      <a:endParaRPr lang="en-US" altLang="en-US" sz="2800" b="0" i="1">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Δ</a:t>
                      </a:r>
                      <a:r>
                        <a:rPr lang="en-US" sz="2800" b="0" i="1">
                          <a:latin typeface="Times New Roman" panose="02020603050405020304" pitchFamily="18" charset="0"/>
                          <a:ea typeface="黑体" panose="02010609060101010101" charset="-122"/>
                          <a:cs typeface="Times New Roman" panose="02020603050405020304" pitchFamily="18" charset="0"/>
                        </a:rPr>
                        <a:t>v</a:t>
                      </a:r>
                      <a:r>
                        <a:rPr lang="en-US" sz="2800" b="0">
                          <a:latin typeface="Times New Roman" panose="02020603050405020304" pitchFamily="18" charset="0"/>
                          <a:ea typeface="黑体" panose="02010609060101010101" charset="-122"/>
                          <a:cs typeface="Times New Roman" panose="02020603050405020304" pitchFamily="18" charset="0"/>
                        </a:rPr>
                        <a:t>的方向由初、末速度决定</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i="1">
                          <a:latin typeface="Times New Roman" panose="02020603050405020304" pitchFamily="18" charset="0"/>
                          <a:ea typeface="黑体" panose="02010609060101010101" charset="-122"/>
                          <a:cs typeface="Times New Roman" panose="02020603050405020304" pitchFamily="18" charset="0"/>
                        </a:rPr>
                        <a:t>a</a:t>
                      </a:r>
                      <a:r>
                        <a:rPr lang="en-US" sz="2800" b="0">
                          <a:latin typeface="Times New Roman" panose="02020603050405020304" pitchFamily="18" charset="0"/>
                          <a:ea typeface="黑体" panose="02010609060101010101" charset="-122"/>
                          <a:cs typeface="Times New Roman" panose="02020603050405020304" pitchFamily="18" charset="0"/>
                        </a:rPr>
                        <a:t>的方向与Δ</a:t>
                      </a:r>
                      <a:r>
                        <a:rPr lang="en-US" sz="2800" b="0" i="1">
                          <a:latin typeface="Times New Roman" panose="02020603050405020304" pitchFamily="18" charset="0"/>
                          <a:ea typeface="黑体" panose="02010609060101010101" charset="-122"/>
                          <a:cs typeface="Times New Roman" panose="02020603050405020304" pitchFamily="18" charset="0"/>
                        </a:rPr>
                        <a:t>t</a:t>
                      </a:r>
                      <a:r>
                        <a:rPr lang="en-US" sz="2800" b="0">
                          <a:latin typeface="Times New Roman" panose="02020603050405020304" pitchFamily="18" charset="0"/>
                          <a:ea typeface="黑体" panose="02010609060101010101" charset="-122"/>
                          <a:cs typeface="Times New Roman" panose="02020603050405020304" pitchFamily="18" charset="0"/>
                        </a:rPr>
                        <a:t>内Δ</a:t>
                      </a:r>
                      <a:r>
                        <a:rPr lang="en-US" sz="2800" b="0" i="1">
                          <a:latin typeface="Times New Roman" panose="02020603050405020304" pitchFamily="18" charset="0"/>
                          <a:ea typeface="黑体" panose="02010609060101010101" charset="-122"/>
                          <a:cs typeface="Times New Roman" panose="02020603050405020304" pitchFamily="18" charset="0"/>
                        </a:rPr>
                        <a:t>v</a:t>
                      </a:r>
                      <a:r>
                        <a:rPr lang="en-US" sz="2800" b="0">
                          <a:latin typeface="Times New Roman" panose="02020603050405020304" pitchFamily="18" charset="0"/>
                          <a:ea typeface="黑体" panose="02010609060101010101" charset="-122"/>
                          <a:cs typeface="Times New Roman" panose="02020603050405020304" pitchFamily="18" charset="0"/>
                        </a:rPr>
                        <a:t>的方向相同</a:t>
                      </a:r>
                      <a:endParaRPr lang="en-US" altLang="en-US" sz="2800" b="0" i="1">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88415">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物理意义</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表示物体运动的快慢和方向</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表示物体速度变化的大小和方向</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lnSpc>
                          <a:spcPct val="150000"/>
                        </a:lnSpc>
                        <a:buNone/>
                      </a:pPr>
                      <a:r>
                        <a:rPr lang="en-US" sz="2800" b="0">
                          <a:latin typeface="Times New Roman" panose="02020603050405020304" pitchFamily="18" charset="0"/>
                          <a:ea typeface="黑体" panose="02010609060101010101" charset="-122"/>
                          <a:cs typeface="Times New Roman" panose="02020603050405020304" pitchFamily="18" charset="0"/>
                        </a:rPr>
                        <a:t>表示物体速度变化的快慢和方向</a:t>
                      </a:r>
                      <a:endParaRPr lang="en-US" altLang="en-US" sz="2800" b="0">
                        <a:latin typeface="Times New Roman" panose="02020603050405020304" pitchFamily="18" charset="0"/>
                        <a:ea typeface="黑体" panose="02010609060101010101"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00" name="文本框 99"/>
          <p:cNvSpPr txBox="1"/>
          <p:nvPr>
            <p:custDataLst>
              <p:tags r:id="rId3"/>
            </p:custDataLst>
          </p:nvPr>
        </p:nvSpPr>
        <p:spPr>
          <a:xfrm>
            <a:off x="511200" y="1119505"/>
            <a:ext cx="6397625" cy="521970"/>
          </a:xfrm>
          <a:prstGeom prst="rect">
            <a:avLst/>
          </a:prstGeom>
          <a:noFill/>
          <a:ln w="9525">
            <a:noFill/>
          </a:ln>
        </p:spPr>
        <p:txBody>
          <a:bodyPr wrap="square">
            <a:spAutoFit/>
          </a:bodyPr>
          <a:lstStyle/>
          <a:p>
            <a:r>
              <a:rPr lang="en-US" sz="2800">
                <a:latin typeface="Times New Roman" panose="02020603050405020304" pitchFamily="18" charset="0"/>
                <a:ea typeface="黑体" panose="02010609060101010101" charset="-122"/>
                <a:cs typeface="Times New Roman" panose="02020603050405020304" pitchFamily="18" charset="0"/>
              </a:rPr>
              <a:t>5</a:t>
            </a:r>
            <a:r>
              <a:rPr lang="zh-CN" sz="2800">
                <a:latin typeface="Times New Roman" panose="02020603050405020304" pitchFamily="18" charset="0"/>
                <a:ea typeface="黑体" panose="02010609060101010101" charset="-122"/>
                <a:cs typeface="Times New Roman" panose="02020603050405020304" pitchFamily="18" charset="0"/>
              </a:rPr>
              <a:t>.速度、速度的变化量、加速度的比较</a:t>
            </a:r>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2" name="矩形 1"/>
          <p:cNvSpPr/>
          <p:nvPr>
            <p:custDataLst>
              <p:tags r:id="rId2"/>
            </p:custDataLst>
          </p:nvPr>
        </p:nvSpPr>
        <p:spPr>
          <a:xfrm>
            <a:off x="389206" y="798259"/>
            <a:ext cx="11412000" cy="5262245"/>
          </a:xfrm>
          <a:prstGeom prst="rect">
            <a:avLst/>
          </a:prstGeom>
        </p:spPr>
        <p:txBody>
          <a:bodyPr>
            <a:spAutoFit/>
          </a:bodyPr>
          <a:lstStyle/>
          <a:p>
            <a:pPr>
              <a:lnSpc>
                <a:spcPct val="150000"/>
              </a:lnSpc>
              <a:spcAft>
                <a:spcPct val="0"/>
              </a:spcAft>
              <a:tabLst>
                <a:tab pos="2250440" algn="l"/>
                <a:tab pos="6481445" algn="r"/>
              </a:tabLst>
            </a:pP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1</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下列说法正确的是</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A.</a:t>
            </a:r>
            <a:r>
              <a:rPr lang="zh-CN" altLang="zh-CN" sz="2800">
                <a:latin typeface="Times New Roman" panose="02020603050405020304" pitchFamily="18" charset="0"/>
                <a:ea typeface="黑体" panose="02010609060101010101" charset="-122"/>
                <a:cs typeface="Times New Roman" panose="02020603050405020304" pitchFamily="18" charset="0"/>
              </a:rPr>
              <a:t>速度是矢量</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速度的变化量是标量</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B.</a:t>
            </a:r>
            <a:r>
              <a:rPr lang="zh-CN" altLang="zh-CN" sz="2800">
                <a:latin typeface="Times New Roman" panose="02020603050405020304" pitchFamily="18" charset="0"/>
                <a:ea typeface="黑体" panose="02010609060101010101" charset="-122"/>
                <a:cs typeface="Times New Roman" panose="02020603050405020304" pitchFamily="18" charset="0"/>
              </a:rPr>
              <a:t>甲物体的速度变化量为</a:t>
            </a:r>
            <a:r>
              <a:rPr lang="en-US" altLang="zh-CN" sz="2800">
                <a:latin typeface="Times New Roman" panose="02020603050405020304" pitchFamily="18" charset="0"/>
                <a:ea typeface="黑体" panose="02010609060101010101" charset="-122"/>
                <a:cs typeface="Times New Roman" panose="02020603050405020304" pitchFamily="18" charset="0"/>
              </a:rPr>
              <a:t>3 m/s,</a:t>
            </a:r>
            <a:r>
              <a:rPr lang="zh-CN" altLang="zh-CN" sz="2800">
                <a:latin typeface="Times New Roman" panose="02020603050405020304" pitchFamily="18" charset="0"/>
                <a:ea typeface="黑体" panose="02010609060101010101" charset="-122"/>
                <a:cs typeface="Times New Roman" panose="02020603050405020304" pitchFamily="18" charset="0"/>
              </a:rPr>
              <a:t>乙物体的速度变化量为</a:t>
            </a:r>
            <a:r>
              <a:rPr lang="en-US" altLang="zh-CN" sz="2800">
                <a:latin typeface="Times New Roman" panose="02020603050405020304" pitchFamily="18" charset="0"/>
                <a:ea typeface="黑体" panose="02010609060101010101" charset="-122"/>
                <a:cs typeface="Times New Roman" panose="02020603050405020304" pitchFamily="18" charset="0"/>
              </a:rPr>
              <a:t>-5 m/s,</a:t>
            </a:r>
            <a:r>
              <a:rPr lang="zh-CN" altLang="zh-CN" sz="2800">
                <a:latin typeface="Times New Roman" panose="02020603050405020304" pitchFamily="18" charset="0"/>
                <a:ea typeface="黑体" panose="02010609060101010101" charset="-122"/>
                <a:cs typeface="Times New Roman" panose="02020603050405020304" pitchFamily="18" charset="0"/>
              </a:rPr>
              <a:t>甲物体的速</a:t>
            </a:r>
            <a:endParaRPr lang="en-US" altLang="zh-CN" sz="28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    </a:t>
            </a:r>
            <a:r>
              <a:rPr lang="zh-CN" altLang="zh-CN" sz="2800">
                <a:latin typeface="Times New Roman" panose="02020603050405020304" pitchFamily="18" charset="0"/>
                <a:ea typeface="黑体" panose="02010609060101010101" charset="-122"/>
                <a:cs typeface="Times New Roman" panose="02020603050405020304" pitchFamily="18" charset="0"/>
              </a:rPr>
              <a:t>度变化量大</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C.</a:t>
            </a:r>
            <a:r>
              <a:rPr lang="zh-CN" altLang="zh-CN" sz="2800">
                <a:latin typeface="Times New Roman" panose="02020603050405020304" pitchFamily="18" charset="0"/>
                <a:ea typeface="黑体" panose="02010609060101010101" charset="-122"/>
                <a:cs typeface="Times New Roman" panose="02020603050405020304" pitchFamily="18" charset="0"/>
              </a:rPr>
              <a:t>一小球以</a:t>
            </a:r>
            <a:r>
              <a:rPr lang="en-US" altLang="zh-CN" sz="2800">
                <a:latin typeface="Times New Roman" panose="02020603050405020304" pitchFamily="18" charset="0"/>
                <a:ea typeface="黑体" panose="02010609060101010101" charset="-122"/>
                <a:cs typeface="Times New Roman" panose="02020603050405020304" pitchFamily="18" charset="0"/>
              </a:rPr>
              <a:t>10 m/s</a:t>
            </a:r>
            <a:r>
              <a:rPr lang="zh-CN" altLang="zh-CN" sz="2800">
                <a:latin typeface="Times New Roman" panose="02020603050405020304" pitchFamily="18" charset="0"/>
                <a:ea typeface="黑体" panose="02010609060101010101" charset="-122"/>
                <a:cs typeface="Times New Roman" panose="02020603050405020304" pitchFamily="18" charset="0"/>
              </a:rPr>
              <a:t>的速度与墙相撞</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弹回时速度大小也为</a:t>
            </a:r>
            <a:r>
              <a:rPr lang="en-US" altLang="zh-CN" sz="2800">
                <a:latin typeface="Times New Roman" panose="02020603050405020304" pitchFamily="18" charset="0"/>
                <a:ea typeface="黑体" panose="02010609060101010101" charset="-122"/>
                <a:cs typeface="Times New Roman" panose="02020603050405020304" pitchFamily="18" charset="0"/>
              </a:rPr>
              <a:t>10 m/s,</a:t>
            </a:r>
            <a:r>
              <a:rPr lang="zh-CN" altLang="zh-CN" sz="2800">
                <a:latin typeface="Times New Roman" panose="02020603050405020304" pitchFamily="18" charset="0"/>
                <a:ea typeface="黑体" panose="02010609060101010101" charset="-122"/>
                <a:cs typeface="Times New Roman" panose="02020603050405020304" pitchFamily="18" charset="0"/>
              </a:rPr>
              <a:t>小球的速</a:t>
            </a:r>
            <a:endParaRPr lang="en-US" altLang="zh-CN" sz="28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    </a:t>
            </a:r>
            <a:r>
              <a:rPr lang="zh-CN" altLang="zh-CN" sz="2800">
                <a:latin typeface="Times New Roman" panose="02020603050405020304" pitchFamily="18" charset="0"/>
                <a:ea typeface="黑体" panose="02010609060101010101" charset="-122"/>
                <a:cs typeface="Times New Roman" panose="02020603050405020304" pitchFamily="18" charset="0"/>
              </a:rPr>
              <a:t>度变化量的大小为</a:t>
            </a:r>
            <a:r>
              <a:rPr lang="en-US" altLang="zh-CN" sz="2800">
                <a:latin typeface="Times New Roman" panose="02020603050405020304" pitchFamily="18" charset="0"/>
                <a:ea typeface="黑体" panose="02010609060101010101" charset="-122"/>
                <a:cs typeface="Times New Roman" panose="02020603050405020304" pitchFamily="18" charset="0"/>
              </a:rPr>
              <a:t>20 m/s</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D.</a:t>
            </a:r>
            <a:r>
              <a:rPr lang="zh-CN" altLang="zh-CN" sz="2800">
                <a:latin typeface="Times New Roman" panose="02020603050405020304" pitchFamily="18" charset="0"/>
                <a:ea typeface="黑体" panose="02010609060101010101" charset="-122"/>
                <a:cs typeface="Times New Roman" panose="02020603050405020304" pitchFamily="18" charset="0"/>
              </a:rPr>
              <a:t>一汽车以</a:t>
            </a:r>
            <a:r>
              <a:rPr lang="en-US" altLang="zh-CN" sz="2800">
                <a:latin typeface="Times New Roman" panose="02020603050405020304" pitchFamily="18" charset="0"/>
                <a:ea typeface="黑体" panose="02010609060101010101" charset="-122"/>
                <a:cs typeface="Times New Roman" panose="02020603050405020304" pitchFamily="18" charset="0"/>
              </a:rPr>
              <a:t>10 m/s</a:t>
            </a:r>
            <a:r>
              <a:rPr lang="zh-CN" altLang="zh-CN" sz="2800">
                <a:latin typeface="Times New Roman" panose="02020603050405020304" pitchFamily="18" charset="0"/>
                <a:ea typeface="黑体" panose="02010609060101010101" charset="-122"/>
                <a:cs typeface="Times New Roman" panose="02020603050405020304" pitchFamily="18" charset="0"/>
              </a:rPr>
              <a:t>的速度开始刹车</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一段时间后速度变为</a:t>
            </a:r>
            <a:r>
              <a:rPr lang="en-US" altLang="zh-CN" sz="2800">
                <a:latin typeface="Times New Roman" panose="02020603050405020304" pitchFamily="18" charset="0"/>
                <a:ea typeface="黑体" panose="02010609060101010101" charset="-122"/>
                <a:cs typeface="Times New Roman" panose="02020603050405020304" pitchFamily="18" charset="0"/>
              </a:rPr>
              <a:t>2 m/s,</a:t>
            </a:r>
            <a:r>
              <a:rPr lang="zh-CN" altLang="zh-CN" sz="2800">
                <a:latin typeface="Times New Roman" panose="02020603050405020304" pitchFamily="18" charset="0"/>
                <a:ea typeface="黑体" panose="02010609060101010101" charset="-122"/>
                <a:cs typeface="Times New Roman" panose="02020603050405020304" pitchFamily="18" charset="0"/>
              </a:rPr>
              <a:t>则汽车的速</a:t>
            </a:r>
            <a:endParaRPr lang="en-US" altLang="zh-CN" sz="28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    </a:t>
            </a:r>
            <a:r>
              <a:rPr lang="zh-CN" altLang="zh-CN" sz="2800">
                <a:latin typeface="Times New Roman" panose="02020603050405020304" pitchFamily="18" charset="0"/>
                <a:ea typeface="黑体" panose="02010609060101010101" charset="-122"/>
                <a:cs typeface="Times New Roman" panose="02020603050405020304" pitchFamily="18" charset="0"/>
              </a:rPr>
              <a:t>度变化量为</a:t>
            </a:r>
            <a:r>
              <a:rPr lang="en-US" altLang="zh-CN" sz="2800">
                <a:latin typeface="Times New Roman" panose="02020603050405020304" pitchFamily="18" charset="0"/>
                <a:ea typeface="黑体" panose="02010609060101010101" charset="-122"/>
                <a:cs typeface="Times New Roman" panose="02020603050405020304" pitchFamily="18" charset="0"/>
              </a:rPr>
              <a:t>8 m/s</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5" name="矩形 4"/>
          <p:cNvSpPr/>
          <p:nvPr>
            <p:custDataLst>
              <p:tags r:id="rId2"/>
            </p:custDataLst>
          </p:nvPr>
        </p:nvSpPr>
        <p:spPr>
          <a:xfrm>
            <a:off x="0" y="1046480"/>
            <a:ext cx="12192000" cy="340233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a:lnSpc>
                <a:spcPct val="150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速度、速度的变化量都是矢量</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正负号表示方向</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所以乙物体的速度变化量大</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B</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错误</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endPar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endParaRPr>
          </a:p>
          <a:p>
            <a:pPr>
              <a:lnSpc>
                <a:spcPct val="150000"/>
              </a:lnSpc>
              <a:spcAft>
                <a:spcPct val="0"/>
              </a:spcAft>
              <a:tabLst>
                <a:tab pos="2250440" algn="l"/>
              </a:tabLst>
            </a:pP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小球速度变化量</a:t>
            </a:r>
            <a:r>
              <a:rPr lang="en-US" altLang="zh-CN" sz="2600" err="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Δ</a:t>
            </a:r>
            <a:r>
              <a:rPr lang="en-US" altLang="zh-CN" sz="2600" i="1" err="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a:t>
            </a:r>
            <a:r>
              <a:rPr lang="en-US" altLang="zh-CN" sz="2600" baseline="-250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a:t>
            </a:r>
            <a:r>
              <a:rPr lang="en-US" altLang="zh-CN" sz="2600" baseline="-250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1</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=(-10-10)</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m/s=-20</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即大小为</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20</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方向与初速度方向相反</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,C</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正确</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endPar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endParaRPr>
          </a:p>
          <a:p>
            <a:pPr>
              <a:lnSpc>
                <a:spcPct val="150000"/>
              </a:lnSpc>
              <a:spcAft>
                <a:spcPct val="0"/>
              </a:spcAft>
              <a:tabLst>
                <a:tab pos="2250440" algn="l"/>
              </a:tabLst>
            </a:pP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汽车的速度变化量</a:t>
            </a:r>
            <a:r>
              <a:rPr lang="en-US" altLang="zh-CN" sz="2600" err="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Δ</a:t>
            </a:r>
            <a:r>
              <a:rPr lang="en-US" altLang="zh-CN" sz="2600" i="1" err="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a:t>
            </a:r>
            <a:r>
              <a:rPr lang="en-US" altLang="zh-CN" sz="2600" baseline="-250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a:t>
            </a:r>
            <a:r>
              <a:rPr lang="en-US" altLang="zh-CN" sz="2600" baseline="-250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1</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=(2-10)</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m/s=-8</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m/s,D</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错误。</a:t>
            </a:r>
            <a:r>
              <a:rPr lang="zh-CN"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故选</a:t>
            </a:r>
            <a:r>
              <a:rPr lang="en-US"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2" name="矩形 1"/>
          <p:cNvSpPr/>
          <p:nvPr>
            <p:custDataLst>
              <p:tags r:id="rId2"/>
            </p:custDataLst>
          </p:nvPr>
        </p:nvSpPr>
        <p:spPr>
          <a:xfrm>
            <a:off x="470486" y="512902"/>
            <a:ext cx="11250616" cy="3322955"/>
          </a:xfrm>
          <a:prstGeom prst="rect">
            <a:avLst/>
          </a:prstGeom>
        </p:spPr>
        <p:txBody>
          <a:bodyPr wrap="square">
            <a:spAutoFit/>
          </a:bodyPr>
          <a:lstStyle/>
          <a:p>
            <a:pPr>
              <a:lnSpc>
                <a:spcPct val="150000"/>
              </a:lnSpc>
              <a:spcAft>
                <a:spcPct val="0"/>
              </a:spcAft>
              <a:tabLst>
                <a:tab pos="2250440" algn="l"/>
                <a:tab pos="6481445" algn="r"/>
              </a:tabLst>
            </a:pP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charset="-122"/>
                <a:cs typeface="Times New Roman" panose="02020603050405020304" pitchFamily="18" charset="0"/>
              </a:rPr>
              <a:t> (2024·</a:t>
            </a:r>
            <a:r>
              <a:rPr lang="zh-CN" altLang="zh-CN" sz="2800">
                <a:latin typeface="Times New Roman" panose="02020603050405020304" pitchFamily="18" charset="0"/>
                <a:ea typeface="黑体" panose="02010609060101010101" charset="-122"/>
                <a:cs typeface="Times New Roman" panose="02020603050405020304" pitchFamily="18" charset="0"/>
              </a:rPr>
              <a:t>山西省高一联考</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关于加速度</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下列说法正确的是</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A.</a:t>
            </a:r>
            <a:r>
              <a:rPr lang="zh-CN" altLang="zh-CN" sz="2800">
                <a:latin typeface="Times New Roman" panose="02020603050405020304" pitchFamily="18" charset="0"/>
                <a:ea typeface="黑体" panose="02010609060101010101" charset="-122"/>
                <a:cs typeface="Times New Roman" panose="02020603050405020304" pitchFamily="18" charset="0"/>
              </a:rPr>
              <a:t>物体的速度大</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加速度一定大</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B.</a:t>
            </a:r>
            <a:r>
              <a:rPr lang="zh-CN" altLang="zh-CN" sz="2800">
                <a:latin typeface="Times New Roman" panose="02020603050405020304" pitchFamily="18" charset="0"/>
                <a:ea typeface="黑体" panose="02010609060101010101" charset="-122"/>
                <a:cs typeface="Times New Roman" panose="02020603050405020304" pitchFamily="18" charset="0"/>
              </a:rPr>
              <a:t>物体的速度变化越快</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加速度就越大</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C.</a:t>
            </a:r>
            <a:r>
              <a:rPr lang="zh-CN" altLang="zh-CN" sz="2800">
                <a:latin typeface="Times New Roman" panose="02020603050405020304" pitchFamily="18" charset="0"/>
                <a:ea typeface="黑体" panose="02010609060101010101" charset="-122"/>
                <a:cs typeface="Times New Roman" panose="02020603050405020304" pitchFamily="18" charset="0"/>
              </a:rPr>
              <a:t>物体的速度变化量越大</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加速度就越大</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D.</a:t>
            </a:r>
            <a:r>
              <a:rPr lang="zh-CN" altLang="zh-CN" sz="2800">
                <a:latin typeface="Times New Roman" panose="02020603050405020304" pitchFamily="18" charset="0"/>
                <a:ea typeface="黑体" panose="02010609060101010101" charset="-122"/>
                <a:cs typeface="Times New Roman" panose="02020603050405020304" pitchFamily="18" charset="0"/>
              </a:rPr>
              <a:t>物体的速度不为零</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则加速度一定不为零</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5" name="矩形 4"/>
          <p:cNvSpPr/>
          <p:nvPr>
            <p:custDataLst>
              <p:tags r:id="rId3"/>
            </p:custDataLst>
          </p:nvPr>
        </p:nvSpPr>
        <p:spPr>
          <a:xfrm>
            <a:off x="0" y="3749040"/>
            <a:ext cx="12192000" cy="3054985"/>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a:lnSpc>
                <a:spcPct val="150000"/>
              </a:lnSpc>
              <a:spcAft>
                <a:spcPct val="0"/>
              </a:spcAft>
              <a:tabLst>
                <a:tab pos="2250440" algn="l"/>
              </a:tabLst>
            </a:pPr>
            <a:endPar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endParaRPr>
          </a:p>
          <a:p>
            <a:pPr>
              <a:lnSpc>
                <a:spcPct val="150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物体的速度和加速度没有必然的联系</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速度大可能加速度很小</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如高速匀速运行的火车</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速度很大</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加速度为</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0,</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故</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D</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错误</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加速度是描述物体速度变化快慢的物理量</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物体的速度变化越快</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加速度就越大</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故</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B</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正确</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由加速度定义式</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a=Δv/Δt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可知</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物体加速度的大小与速度变化量和时间无关</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则物体的速度变化量越大</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加速度不一定大</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故</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C</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错误。</a:t>
            </a:r>
            <a:r>
              <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故选</a:t>
            </a:r>
            <a:r>
              <a:rPr lang="en-US"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B.</a:t>
            </a:r>
            <a:endPar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endParaRPr>
          </a:p>
          <a:p>
            <a:pPr>
              <a:lnSpc>
                <a:spcPct val="150000"/>
              </a:lnSpc>
              <a:spcAft>
                <a:spcPct val="0"/>
              </a:spcAft>
              <a:tabLst>
                <a:tab pos="2250440" algn="l"/>
              </a:tabLst>
            </a:pPr>
            <a:endPar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2" name="矩形 1"/>
          <p:cNvSpPr/>
          <p:nvPr>
            <p:custDataLst>
              <p:tags r:id="rId2"/>
            </p:custDataLst>
          </p:nvPr>
        </p:nvSpPr>
        <p:spPr>
          <a:xfrm>
            <a:off x="389206" y="708353"/>
            <a:ext cx="11448484" cy="4615815"/>
          </a:xfrm>
          <a:prstGeom prst="rect">
            <a:avLst/>
          </a:prstGeom>
        </p:spPr>
        <p:txBody>
          <a:bodyPr wrap="square">
            <a:spAutoFit/>
          </a:bodyPr>
          <a:lstStyle/>
          <a:p>
            <a:pPr>
              <a:lnSpc>
                <a:spcPct val="150000"/>
              </a:lnSpc>
              <a:spcAft>
                <a:spcPct val="0"/>
              </a:spcAft>
              <a:tabLst>
                <a:tab pos="2250440" algn="l"/>
              </a:tabLst>
            </a:pP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3</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(2024·</a:t>
            </a:r>
            <a:r>
              <a:rPr lang="zh-CN" altLang="zh-CN" sz="2800">
                <a:latin typeface="Times New Roman" panose="02020603050405020304" pitchFamily="18" charset="0"/>
                <a:ea typeface="黑体" panose="02010609060101010101" charset="-122"/>
                <a:cs typeface="Times New Roman" panose="02020603050405020304" pitchFamily="18" charset="0"/>
              </a:rPr>
              <a:t>广东广州市高一月考</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蹦床是运动员在一张绷紧的弹性网上蹦跳、翻滚并做各种空中动作的运动项目。一个运动员从高处自由落下</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以大小为</a:t>
            </a:r>
            <a:r>
              <a:rPr lang="en-US" altLang="zh-CN" sz="2800">
                <a:latin typeface="Times New Roman" panose="02020603050405020304" pitchFamily="18" charset="0"/>
                <a:ea typeface="黑体" panose="02010609060101010101" charset="-122"/>
                <a:cs typeface="Times New Roman" panose="02020603050405020304" pitchFamily="18" charset="0"/>
              </a:rPr>
              <a:t>8 m/s</a:t>
            </a:r>
            <a:r>
              <a:rPr lang="zh-CN" altLang="zh-CN" sz="2800">
                <a:latin typeface="Times New Roman" panose="02020603050405020304" pitchFamily="18" charset="0"/>
                <a:ea typeface="黑体" panose="02010609060101010101" charset="-122"/>
                <a:cs typeface="Times New Roman" panose="02020603050405020304" pitchFamily="18" charset="0"/>
              </a:rPr>
              <a:t>的竖直速度着网</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与网作用后</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沿着竖直方向以大小为</a:t>
            </a:r>
            <a:r>
              <a:rPr lang="en-US" altLang="zh-CN" sz="2800">
                <a:latin typeface="Times New Roman" panose="02020603050405020304" pitchFamily="18" charset="0"/>
                <a:ea typeface="黑体" panose="02010609060101010101" charset="-122"/>
                <a:cs typeface="Times New Roman" panose="02020603050405020304" pitchFamily="18" charset="0"/>
              </a:rPr>
              <a:t>10 m/s</a:t>
            </a:r>
            <a:r>
              <a:rPr lang="zh-CN" altLang="zh-CN" sz="2800">
                <a:latin typeface="Times New Roman" panose="02020603050405020304" pitchFamily="18" charset="0"/>
                <a:ea typeface="黑体" panose="02010609060101010101" charset="-122"/>
                <a:cs typeface="Times New Roman" panose="02020603050405020304" pitchFamily="18" charset="0"/>
              </a:rPr>
              <a:t>的速度弹回。已知运动员与网接触的时间为</a:t>
            </a:r>
            <a:r>
              <a:rPr lang="en-US" altLang="zh-CN" sz="2800" err="1">
                <a:latin typeface="Times New Roman" panose="02020603050405020304" pitchFamily="18" charset="0"/>
                <a:ea typeface="黑体" panose="02010609060101010101" charset="-122"/>
                <a:cs typeface="Times New Roman" panose="02020603050405020304" pitchFamily="18" charset="0"/>
              </a:rPr>
              <a:t>Δ</a:t>
            </a:r>
            <a:r>
              <a:rPr lang="en-US" altLang="zh-CN" sz="2800" i="1" err="1">
                <a:latin typeface="Times New Roman" panose="02020603050405020304" pitchFamily="18" charset="0"/>
                <a:ea typeface="黑体" panose="02010609060101010101" charset="-122"/>
                <a:cs typeface="Times New Roman" panose="02020603050405020304" pitchFamily="18" charset="0"/>
              </a:rPr>
              <a:t>t</a:t>
            </a:r>
            <a:r>
              <a:rPr lang="en-US" altLang="zh-CN" sz="2800">
                <a:latin typeface="Times New Roman" panose="02020603050405020304" pitchFamily="18" charset="0"/>
                <a:ea typeface="黑体" panose="02010609060101010101" charset="-122"/>
                <a:cs typeface="Times New Roman" panose="02020603050405020304" pitchFamily="18" charset="0"/>
              </a:rPr>
              <a:t>=1.2 s,</a:t>
            </a:r>
            <a:r>
              <a:rPr lang="zh-CN" altLang="zh-CN" sz="2800">
                <a:latin typeface="Times New Roman" panose="02020603050405020304" pitchFamily="18" charset="0"/>
                <a:ea typeface="黑体" panose="02010609060101010101" charset="-122"/>
                <a:cs typeface="Times New Roman" panose="02020603050405020304" pitchFamily="18" charset="0"/>
              </a:rPr>
              <a:t>那么运动员在与网接触的这段时间内平均加速度的大小和方向分别为</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A.15 m/s</a:t>
            </a:r>
            <a:r>
              <a:rPr lang="en-US" altLang="zh-CN" sz="2800" baseline="30000">
                <a:latin typeface="Times New Roman" panose="02020603050405020304" pitchFamily="18" charset="0"/>
                <a:ea typeface="黑体" panose="02010609060101010101" charset="-122"/>
                <a:cs typeface="Times New Roman" panose="02020603050405020304" pitchFamily="18" charset="0"/>
              </a:rPr>
              <a:t>2</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向上</a:t>
            </a:r>
            <a:r>
              <a:rPr lang="en-US" altLang="zh-CN" sz="2800">
                <a:latin typeface="Times New Roman" panose="02020603050405020304" pitchFamily="18" charset="0"/>
                <a:ea typeface="黑体" panose="02010609060101010101" charset="-122"/>
                <a:cs typeface="Times New Roman" panose="02020603050405020304" pitchFamily="18" charset="0"/>
              </a:rPr>
              <a:t>			B.15 m/s</a:t>
            </a:r>
            <a:r>
              <a:rPr lang="en-US" altLang="zh-CN" sz="2800" baseline="30000">
                <a:latin typeface="Times New Roman" panose="02020603050405020304" pitchFamily="18" charset="0"/>
                <a:ea typeface="黑体" panose="02010609060101010101" charset="-122"/>
                <a:cs typeface="Times New Roman" panose="02020603050405020304" pitchFamily="18" charset="0"/>
              </a:rPr>
              <a:t>2</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向下</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C.1.67 m/s</a:t>
            </a:r>
            <a:r>
              <a:rPr lang="en-US" altLang="zh-CN" sz="2800" baseline="30000">
                <a:latin typeface="Times New Roman" panose="02020603050405020304" pitchFamily="18" charset="0"/>
                <a:ea typeface="黑体" panose="02010609060101010101" charset="-122"/>
                <a:cs typeface="Times New Roman" panose="02020603050405020304" pitchFamily="18" charset="0"/>
              </a:rPr>
              <a:t>2</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向上</a:t>
            </a:r>
            <a:r>
              <a:rPr lang="en-US" altLang="zh-CN" sz="2800">
                <a:latin typeface="Times New Roman" panose="02020603050405020304" pitchFamily="18" charset="0"/>
                <a:ea typeface="黑体" panose="02010609060101010101" charset="-122"/>
                <a:cs typeface="Times New Roman" panose="02020603050405020304" pitchFamily="18" charset="0"/>
              </a:rPr>
              <a:t>	D.1.67 m/s</a:t>
            </a:r>
            <a:r>
              <a:rPr lang="en-US" altLang="zh-CN" sz="2800" baseline="30000">
                <a:latin typeface="Times New Roman" panose="02020603050405020304" pitchFamily="18" charset="0"/>
                <a:ea typeface="黑体" panose="02010609060101010101" charset="-122"/>
                <a:cs typeface="Times New Roman" panose="02020603050405020304" pitchFamily="18" charset="0"/>
              </a:rPr>
              <a:t>2</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向下</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p:cNvSpPr/>
              <p:nvPr>
                <p:custDataLst>
                  <p:tags r:id="rId3"/>
                </p:custDataLst>
              </p:nvPr>
            </p:nvSpPr>
            <p:spPr>
              <a:xfrm>
                <a:off x="0" y="5324475"/>
                <a:ext cx="12192000" cy="147955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a:lnSpc>
                    <a:spcPct val="150000"/>
                  </a:lnSpc>
                  <a:spcAft>
                    <a:spcPct val="0"/>
                  </a:spcAft>
                  <a:tabLst>
                    <a:tab pos="2250440" algn="l"/>
                  </a:tabLst>
                </a:pPr>
                <a:endPar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endParaRPr>
              </a:p>
              <a:p>
                <a:pPr algn="just">
                  <a:lnSpc>
                    <a:spcPct val="150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设向上为正方向</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则平均加速度的大小</a:t>
                </a:r>
                <a:r>
                  <a:rPr lang="en-US" altLang="zh-CN" sz="2600" i="1">
                    <a:solidFill>
                      <a:schemeClr val="bg1"/>
                    </a:solidFill>
                    <a:effectLst/>
                    <a:latin typeface="Times New Roman" panose="02020603050405020304" pitchFamily="18" charset="0"/>
                    <a:ea typeface="方正中等线简体" panose="03000509000000000000" pitchFamily="65" charset="-122"/>
                    <a:sym typeface="+mn-ea"/>
                  </a:rPr>
                  <a:t>a</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rPr>
                        </m:ctrlPr>
                      </m:fPr>
                      <m:num>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𝑣</m:t>
                        </m:r>
                      </m:num>
                      <m:den>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𝑡</m:t>
                        </m:r>
                      </m:den>
                    </m:f>
                  </m:oMath>
                </a14:m>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rPr>
                        </m:ctrlPr>
                      </m:fPr>
                      <m:num>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8)</m:t>
                        </m:r>
                      </m:num>
                      <m:den>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1.2</m:t>
                        </m:r>
                      </m:den>
                    </m:f>
                  </m:oMath>
                </a14:m>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sym typeface="+mn-ea"/>
                  </a:rPr>
                  <a:t>2</a:t>
                </a:r>
                <a:endParaRPr lang="en-US" altLang="zh-CN" sz="2600" baseline="30000">
                  <a:solidFill>
                    <a:schemeClr val="bg1"/>
                  </a:solidFill>
                  <a:effectLst/>
                  <a:latin typeface="Times New Roman" panose="02020603050405020304" pitchFamily="18" charset="0"/>
                  <a:ea typeface="方正中等线简体" panose="03000509000000000000" pitchFamily="65" charset="-122"/>
                </a:endParaRPr>
              </a:p>
              <a:p>
                <a:pPr algn="just">
                  <a:lnSpc>
                    <a:spcPct val="150000"/>
                  </a:lnSpc>
                  <a:spcAft>
                    <a:spcPct val="0"/>
                  </a:spcAft>
                  <a:tabLst>
                    <a:tab pos="2250440" algn="l"/>
                  </a:tabLst>
                </a:pP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=15</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方向向上</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正确</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,B</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C</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D</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错误。</a:t>
                </a:r>
                <a:r>
                  <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故选</a:t>
                </a:r>
                <a:r>
                  <a:rPr lang="en-US"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A.</a:t>
                </a:r>
                <a:endPar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endParaRPr>
              </a:p>
              <a:p>
                <a:pPr>
                  <a:lnSpc>
                    <a:spcPct val="150000"/>
                  </a:lnSpc>
                  <a:spcAft>
                    <a:spcPct val="0"/>
                  </a:spcAft>
                  <a:tabLst>
                    <a:tab pos="2250440" algn="l"/>
                  </a:tabLst>
                </a:pPr>
                <a:endPar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endParaRPr>
              </a:p>
            </p:txBody>
          </p:sp>
        </mc:Choice>
        <mc:Fallback xmlns="">
          <p:sp>
            <p:nvSpPr>
              <p:cNvPr id="5" name="矩形 4"/>
              <p:cNvSpPr>
                <a:spLocks noRot="1" noChangeAspect="1" noMove="1" noResize="1" noEditPoints="1" noAdjustHandles="1" noChangeArrowheads="1" noChangeShapeType="1" noTextEdit="1"/>
              </p:cNvSpPr>
              <p:nvPr>
                <p:custDataLst>
                  <p:tags r:id="rId6"/>
                </p:custDataLst>
              </p:nvPr>
            </p:nvSpPr>
            <p:spPr>
              <a:xfrm>
                <a:off x="0" y="5324475"/>
                <a:ext cx="12192000" cy="1479550"/>
              </a:xfrm>
              <a:prstGeom prst="rect">
                <a:avLst/>
              </a:prstGeom>
              <a:blipFill>
                <a:blip r:embed="rId7"/>
                <a:stretch>
                  <a:fillRect b="-6838"/>
                </a:stretch>
              </a:blipFill>
              <a:ln w="12700" cap="flat" cmpd="sng" algn="ctr">
                <a:noFill/>
                <a:prstDash val="solid"/>
                <a:miter lim="800000"/>
              </a:ln>
              <a:effectLst/>
            </p:spPr>
            <p:txBody>
              <a:bodyPr/>
              <a:lstStyle/>
              <a:p>
                <a:r>
                  <a:rPr lang="zh-CN" altLang="en-US">
                    <a:noFill/>
                  </a:rPr>
                  <a:t> </a:t>
                </a:r>
              </a:p>
            </p:txBody>
          </p:sp>
        </mc:Fallback>
      </mc:AlternateContent>
      <p:pic>
        <p:nvPicPr>
          <p:cNvPr id="4" name="Picture 4"/>
          <p:cNvPicPr>
            <a:picLocks noChangeAspect="1"/>
          </p:cNvPicPr>
          <p:nvPr>
            <p:custDataLst>
              <p:tags r:id="rId4"/>
            </p:custDataLst>
          </p:nvPr>
        </p:nvPicPr>
        <p:blipFill>
          <a:blip r:embed="rId8"/>
          <a:stretch>
            <a:fillRect/>
          </a:stretch>
        </p:blipFill>
        <p:spPr>
          <a:xfrm flipH="1">
            <a:off x="11315700" y="12230100"/>
            <a:ext cx="0" cy="0"/>
          </a:xfrm>
          <a:prstGeom prst="rect">
            <a:avLst/>
          </a:prstGeom>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p:sp>
        <p:nvSpPr>
          <p:cNvPr id="2" name="矩形 1"/>
          <p:cNvSpPr/>
          <p:nvPr>
            <p:custDataLst>
              <p:tags r:id="rId2"/>
            </p:custDataLst>
          </p:nvPr>
        </p:nvSpPr>
        <p:spPr>
          <a:xfrm>
            <a:off x="506681" y="795353"/>
            <a:ext cx="11178608" cy="3969385"/>
          </a:xfrm>
          <a:prstGeom prst="rect">
            <a:avLst/>
          </a:prstGeom>
        </p:spPr>
        <p:txBody>
          <a:bodyPr wrap="square">
            <a:spAutoFit/>
          </a:bodyPr>
          <a:lstStyle/>
          <a:p>
            <a:pPr>
              <a:lnSpc>
                <a:spcPct val="150000"/>
              </a:lnSpc>
              <a:spcAft>
                <a:spcPct val="0"/>
              </a:spcAft>
              <a:tabLst>
                <a:tab pos="2250440" algn="l"/>
              </a:tabLst>
            </a:pP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4</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800">
                <a:latin typeface="Times New Roman" panose="02020603050405020304" pitchFamily="18" charset="0"/>
                <a:ea typeface="黑体" panose="02010609060101010101" charset="-122"/>
                <a:cs typeface="Times New Roman" panose="02020603050405020304" pitchFamily="18" charset="0"/>
              </a:rPr>
              <a:t>如图所示</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足球运动员在罚点球时</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设脚与球的作用时间为</a:t>
            </a:r>
            <a:r>
              <a:rPr lang="en-US" altLang="zh-CN" sz="2800">
                <a:latin typeface="Times New Roman" panose="02020603050405020304" pitchFamily="18" charset="0"/>
                <a:ea typeface="黑体" panose="02010609060101010101" charset="-122"/>
                <a:cs typeface="Times New Roman" panose="02020603050405020304" pitchFamily="18" charset="0"/>
              </a:rPr>
              <a:t>0.1 s,</a:t>
            </a:r>
            <a:r>
              <a:rPr lang="zh-CN" altLang="zh-CN" sz="2800">
                <a:latin typeface="Times New Roman" panose="02020603050405020304" pitchFamily="18" charset="0"/>
                <a:ea typeface="黑体" panose="02010609060101010101" charset="-122"/>
                <a:cs typeface="Times New Roman" panose="02020603050405020304" pitchFamily="18" charset="0"/>
              </a:rPr>
              <a:t>若球获得</a:t>
            </a:r>
            <a:r>
              <a:rPr lang="en-US" altLang="zh-CN" sz="2800">
                <a:latin typeface="Times New Roman" panose="02020603050405020304" pitchFamily="18" charset="0"/>
                <a:ea typeface="黑体" panose="02010609060101010101" charset="-122"/>
                <a:cs typeface="Times New Roman" panose="02020603050405020304" pitchFamily="18" charset="0"/>
              </a:rPr>
              <a:t>30 m/s</a:t>
            </a:r>
            <a:r>
              <a:rPr lang="zh-CN" altLang="zh-CN" sz="2800">
                <a:latin typeface="Times New Roman" panose="02020603050405020304" pitchFamily="18" charset="0"/>
                <a:ea typeface="黑体" panose="02010609060101010101" charset="-122"/>
                <a:cs typeface="Times New Roman" panose="02020603050405020304" pitchFamily="18" charset="0"/>
              </a:rPr>
              <a:t>的速度并做匀速直线运动</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又在空中飞行</a:t>
            </a:r>
            <a:r>
              <a:rPr lang="en-US" altLang="zh-CN" sz="2800">
                <a:latin typeface="Times New Roman" panose="02020603050405020304" pitchFamily="18" charset="0"/>
                <a:ea typeface="黑体" panose="02010609060101010101" charset="-122"/>
                <a:cs typeface="Times New Roman" panose="02020603050405020304" pitchFamily="18" charset="0"/>
              </a:rPr>
              <a:t>0.3 s</a:t>
            </a:r>
            <a:r>
              <a:rPr lang="zh-CN" altLang="zh-CN" sz="2800">
                <a:latin typeface="Times New Roman" panose="02020603050405020304" pitchFamily="18" charset="0"/>
                <a:ea typeface="黑体" panose="02010609060101010101" charset="-122"/>
                <a:cs typeface="Times New Roman" panose="02020603050405020304" pitchFamily="18" charset="0"/>
              </a:rPr>
              <a:t>后被守门员挡出</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守门员双手与球接触时间为</a:t>
            </a:r>
            <a:r>
              <a:rPr lang="en-US" altLang="zh-CN" sz="2800">
                <a:latin typeface="Times New Roman" panose="02020603050405020304" pitchFamily="18" charset="0"/>
                <a:ea typeface="黑体" panose="02010609060101010101" charset="-122"/>
                <a:cs typeface="Times New Roman" panose="02020603050405020304" pitchFamily="18" charset="0"/>
              </a:rPr>
              <a:t>0.1 s,</a:t>
            </a:r>
            <a:r>
              <a:rPr lang="zh-CN" altLang="zh-CN" sz="2800">
                <a:latin typeface="Times New Roman" panose="02020603050405020304" pitchFamily="18" charset="0"/>
                <a:ea typeface="黑体" panose="02010609060101010101" charset="-122"/>
                <a:cs typeface="Times New Roman" panose="02020603050405020304" pitchFamily="18" charset="0"/>
              </a:rPr>
              <a:t>且球被挡出后以</a:t>
            </a:r>
            <a:r>
              <a:rPr lang="en-US" altLang="zh-CN" sz="2800">
                <a:latin typeface="Times New Roman" panose="02020603050405020304" pitchFamily="18" charset="0"/>
                <a:ea typeface="黑体" panose="02010609060101010101" charset="-122"/>
                <a:cs typeface="Times New Roman" panose="02020603050405020304" pitchFamily="18" charset="0"/>
              </a:rPr>
              <a:t>10 m/s</a:t>
            </a:r>
            <a:r>
              <a:rPr lang="zh-CN" altLang="zh-CN" sz="2800">
                <a:latin typeface="Times New Roman" panose="02020603050405020304" pitchFamily="18" charset="0"/>
                <a:ea typeface="黑体" panose="02010609060101010101" charset="-122"/>
                <a:cs typeface="Times New Roman" panose="02020603050405020304" pitchFamily="18" charset="0"/>
              </a:rPr>
              <a:t>的速度沿原路弹回</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求</a:t>
            </a:r>
            <a:r>
              <a:rPr lang="en-US" altLang="zh-CN" sz="2800">
                <a:latin typeface="Times New Roman" panose="02020603050405020304" pitchFamily="18" charset="0"/>
                <a:ea typeface="黑体" panose="02010609060101010101" charset="-122"/>
                <a:cs typeface="Times New Roman" panose="02020603050405020304" pitchFamily="18" charset="0"/>
              </a:rPr>
              <a:t>:</a:t>
            </a: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zh-CN" altLang="zh-CN" sz="2800">
                <a:latin typeface="Times New Roman" panose="02020603050405020304" pitchFamily="18" charset="0"/>
                <a:ea typeface="黑体" panose="02010609060101010101" charset="-122"/>
                <a:cs typeface="Times New Roman" panose="02020603050405020304" pitchFamily="18" charset="0"/>
              </a:rPr>
              <a:t>罚点球的瞬间</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球的加速度的大小</a:t>
            </a:r>
            <a:r>
              <a:rPr lang="en-US" altLang="zh-CN" sz="2800">
                <a:latin typeface="Times New Roman" panose="02020603050405020304" pitchFamily="18" charset="0"/>
                <a:ea typeface="黑体" panose="02010609060101010101" charset="-122"/>
                <a:cs typeface="Times New Roman" panose="02020603050405020304" pitchFamily="18" charset="0"/>
              </a:rPr>
              <a:t>;</a:t>
            </a: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sym typeface="+mn-ea"/>
              </a:rPr>
              <a:t>(2)</a:t>
            </a:r>
            <a:r>
              <a:rPr lang="zh-CN" altLang="zh-CN" sz="2800">
                <a:latin typeface="Times New Roman" panose="02020603050405020304" pitchFamily="18" charset="0"/>
                <a:ea typeface="黑体" panose="02010609060101010101" charset="-122"/>
                <a:cs typeface="Times New Roman" panose="02020603050405020304" pitchFamily="18" charset="0"/>
                <a:sym typeface="+mn-ea"/>
              </a:rPr>
              <a:t>守门员接触球的瞬间</a:t>
            </a:r>
            <a:r>
              <a:rPr lang="en-US" altLang="zh-CN" sz="2800">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800">
                <a:latin typeface="Times New Roman" panose="02020603050405020304" pitchFamily="18" charset="0"/>
                <a:ea typeface="黑体" panose="02010609060101010101" charset="-122"/>
                <a:cs typeface="Times New Roman" panose="02020603050405020304" pitchFamily="18" charset="0"/>
                <a:sym typeface="+mn-ea"/>
              </a:rPr>
              <a:t>球的加速度。</a:t>
            </a:r>
            <a:endParaRPr lang="zh-CN" altLang="zh-CN" sz="2800">
              <a:latin typeface="Times New Roman" panose="02020603050405020304" pitchFamily="18" charset="0"/>
              <a:ea typeface="黑体" panose="02010609060101010101" charset="-122"/>
              <a:cs typeface="Times New Roman" panose="02020603050405020304" pitchFamily="18" charset="0"/>
            </a:endParaRPr>
          </a:p>
        </p:txBody>
      </p:sp>
      <p:pic>
        <p:nvPicPr>
          <p:cNvPr id="29" name="image276.jpeg"/>
          <p:cNvPicPr/>
          <p:nvPr>
            <p:custDataLst>
              <p:tags r:id="rId3"/>
            </p:custDataLst>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7321550" y="3894455"/>
            <a:ext cx="4055110" cy="28765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3"/>
          <p:cNvSpPr/>
          <p:nvPr>
            <p:custDataLst>
              <p:tags r:id="rId1"/>
            </p:custDataLst>
          </p:nvPr>
        </p:nvSpPr>
        <p:spPr>
          <a:xfrm>
            <a:off x="0" y="-9525"/>
            <a:ext cx="2042160"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l"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rgbClr val="FF0000"/>
                </a:solidFill>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一、加速度</a:t>
            </a:r>
          </a:p>
        </p:txBody>
      </p:sp>
      <mc:AlternateContent xmlns:mc="http://schemas.openxmlformats.org/markup-compatibility/2006" xmlns:a14="http://schemas.microsoft.com/office/drawing/2010/main">
        <mc:Choice Requires="a14">
          <p:sp>
            <p:nvSpPr>
              <p:cNvPr id="5" name="矩形 4"/>
              <p:cNvSpPr/>
              <p:nvPr>
                <p:custDataLst>
                  <p:tags r:id="rId2"/>
                </p:custDataLst>
              </p:nvPr>
            </p:nvSpPr>
            <p:spPr>
              <a:xfrm>
                <a:off x="0" y="1046480"/>
                <a:ext cx="12192000" cy="473710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algn="l">
                  <a:lnSpc>
                    <a:spcPct val="150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规定罚点球后球获得的速度的方向为正方向。</a:t>
                </a:r>
                <a:endParaRPr lang="zh-CN" altLang="zh-CN" sz="2600">
                  <a:solidFill>
                    <a:schemeClr val="bg1"/>
                  </a:solidFill>
                  <a:effectLst/>
                  <a:latin typeface="Calibri"/>
                  <a:ea typeface="宋体" panose="02010600030101010101" pitchFamily="2" charset="-122"/>
                  <a:cs typeface="Times New Roman" panose="02020603050405020304" pitchFamily="18" charset="0"/>
                </a:endParaRPr>
              </a:p>
              <a:p>
                <a:pPr>
                  <a:lnSpc>
                    <a:spcPct val="150000"/>
                  </a:lnSpc>
                  <a:spcAft>
                    <a:spcPct val="0"/>
                  </a:spcAft>
                  <a:tabLst>
                    <a:tab pos="2250440" algn="l"/>
                  </a:tabLst>
                </a:pP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罚点球的瞬间</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球的加速度大小为</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i="1">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baseline="-25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1</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m:t>
                            </m:r>
                          </m:sub>
                        </m:sSub>
                      </m:num>
                      <m:den>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𝑡</m:t>
                            </m:r>
                          </m:e>
                          <m:sub>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m:t>
                            </m:r>
                          </m:sub>
                        </m:sSub>
                      </m:den>
                    </m:f>
                  </m:oMath>
                </a14:m>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30</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0</m:t>
                        </m:r>
                      </m:num>
                      <m:den>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0.1</m:t>
                        </m:r>
                      </m:den>
                    </m:f>
                  </m:oMath>
                </a14:m>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=300</a:t>
                </a: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a:t>
                </a:r>
              </a:p>
              <a:p>
                <a:pPr>
                  <a:lnSpc>
                    <a:spcPct val="150000"/>
                  </a:lnSpc>
                  <a:spcAft>
                    <a:spcPct val="0"/>
                  </a:spcAft>
                  <a:tabLst>
                    <a:tab pos="2250440" algn="l"/>
                  </a:tabLst>
                </a:pP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(2)</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守门员接触球的瞬间</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球的加速度为</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endParaRPr lang="zh-CN" altLang="zh-CN" sz="2600">
                  <a:solidFill>
                    <a:schemeClr val="bg1"/>
                  </a:solidFill>
                  <a:effectLst/>
                  <a:latin typeface="Calibri"/>
                  <a:ea typeface="宋体" panose="02010600030101010101" pitchFamily="2" charset="-122"/>
                  <a:cs typeface="Times New Roman" panose="02020603050405020304" pitchFamily="18" charset="0"/>
                </a:endParaRPr>
              </a:p>
              <a:p>
                <a:pPr>
                  <a:lnSpc>
                    <a:spcPct val="150000"/>
                  </a:lnSpc>
                  <a:spcAft>
                    <a:spcPct val="0"/>
                  </a:spcAft>
                  <a:tabLst>
                    <a:tab pos="2250440" algn="l"/>
                  </a:tabLst>
                </a:pPr>
                <a:r>
                  <a:rPr lang="en-US" altLang="zh-CN" sz="2600" i="1">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baseline="-25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2</m:t>
                            </m:r>
                          </m:sub>
                        </m:sSub>
                      </m:num>
                      <m:den>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𝑡</m:t>
                            </m:r>
                          </m:e>
                          <m:sub>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2</m:t>
                            </m:r>
                          </m:sub>
                        </m:sSub>
                      </m:den>
                    </m:f>
                  </m:oMath>
                </a14:m>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30</m:t>
                        </m:r>
                      </m:num>
                      <m:den>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0.1</m:t>
                        </m:r>
                      </m:den>
                    </m:f>
                  </m:oMath>
                </a14:m>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=-400</a:t>
                </a: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endParaRPr lang="zh-CN" altLang="zh-CN" sz="2600">
                  <a:solidFill>
                    <a:schemeClr val="bg1"/>
                  </a:solidFill>
                  <a:effectLst/>
                  <a:latin typeface="Calibri"/>
                  <a:ea typeface="宋体" panose="02010600030101010101" pitchFamily="2" charset="-122"/>
                  <a:cs typeface="Times New Roman" panose="02020603050405020304" pitchFamily="18" charset="0"/>
                </a:endParaRPr>
              </a:p>
              <a:p>
                <a:pPr>
                  <a:lnSpc>
                    <a:spcPct val="150000"/>
                  </a:lnSpc>
                  <a:spcAft>
                    <a:spcPct val="0"/>
                  </a:spcAft>
                  <a:tabLst>
                    <a:tab pos="2250440" algn="l"/>
                  </a:tabLst>
                </a:pP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即球的加速度的大小为</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400</a:t>
                </a: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方向与球被踢出时的方向相反。</a:t>
                </a:r>
                <a:endParaRPr lang="zh-CN" altLang="zh-CN" sz="2600">
                  <a:effectLst/>
                  <a:latin typeface="Calibri"/>
                  <a:ea typeface="宋体" panose="02010600030101010101" pitchFamily="2" charset="-122"/>
                  <a:cs typeface="Times New Roman" panose="02020603050405020304" pitchFamily="18" charset="0"/>
                </a:endParaRPr>
              </a:p>
              <a:p>
                <a:pPr>
                  <a:lnSpc>
                    <a:spcPct val="150000"/>
                  </a:lnSpc>
                  <a:spcAft>
                    <a:spcPct val="0"/>
                  </a:spcAft>
                  <a:tabLst>
                    <a:tab pos="2250440" algn="l"/>
                  </a:tabLst>
                </a:pPr>
                <a:endPar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endParaRPr>
              </a:p>
            </p:txBody>
          </p:sp>
        </mc:Choice>
        <mc:Fallback xmlns="">
          <p:sp>
            <p:nvSpPr>
              <p:cNvPr id="5" name="矩形 4"/>
              <p:cNvSpPr>
                <a:spLocks noRot="1" noChangeAspect="1" noMove="1" noResize="1" noEditPoints="1" noAdjustHandles="1" noChangeArrowheads="1" noChangeShapeType="1" noTextEdit="1"/>
              </p:cNvSpPr>
              <p:nvPr>
                <p:custDataLst>
                  <p:tags r:id="rId4"/>
                </p:custDataLst>
              </p:nvPr>
            </p:nvSpPr>
            <p:spPr>
              <a:xfrm>
                <a:off x="0" y="1046480"/>
                <a:ext cx="12192000" cy="4737100"/>
              </a:xfrm>
              <a:prstGeom prst="rect">
                <a:avLst/>
              </a:prstGeom>
              <a:blipFill>
                <a:blip r:embed="rId5"/>
                <a:stretch>
                  <a:fillRect/>
                </a:stretch>
              </a:blipFill>
              <a:ln w="12700" cap="flat" cmpd="sng" algn="ctr">
                <a:noFill/>
                <a:prstDash val="solid"/>
                <a:miter lim="800000"/>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sp>
        <p:nvSpPr>
          <p:cNvPr id="2" name="文本框 1"/>
          <p:cNvSpPr txBox="1"/>
          <p:nvPr>
            <p:custDataLst>
              <p:tags r:id="rId2"/>
            </p:custDataLst>
          </p:nvPr>
        </p:nvSpPr>
        <p:spPr>
          <a:xfrm>
            <a:off x="717550" y="873760"/>
            <a:ext cx="9640570" cy="517525"/>
          </a:xfrm>
          <a:prstGeom prst="rect">
            <a:avLst/>
          </a:prstGeom>
          <a:noFill/>
        </p:spPr>
        <p:txBody>
          <a:bodyPr wrap="square" rtlCol="0">
            <a:noAutofit/>
          </a:bodyPr>
          <a:lstStyle/>
          <a:p>
            <a:r>
              <a:rPr lang="zh-CN" altLang="en-US" sz="2800">
                <a:solidFill>
                  <a:schemeClr val="tx1"/>
                </a:solidFill>
                <a:latin typeface="黑体" panose="02010609060101010101" charset="-122"/>
                <a:ea typeface="黑体" panose="02010609060101010101" charset="-122"/>
                <a:cs typeface="微软雅黑" panose="020B0503020204020204" pitchFamily="34" charset="-122"/>
              </a:rPr>
              <a:t>从表格中你可以发现加速度与速度变化量方向有什么联系？</a:t>
            </a:r>
            <a:endParaRPr kumimoji="1" lang="zh-CN" altLang="en-US" sz="2800">
              <a:solidFill>
                <a:schemeClr val="tx1"/>
              </a:solidFill>
              <a:latin typeface="黑体" panose="02010609060101010101" charset="-122"/>
              <a:ea typeface="黑体" panose="02010609060101010101" charset="-122"/>
              <a:cs typeface="微软雅黑" panose="020B0503020204020204" pitchFamily="34" charset="-122"/>
              <a:sym typeface="+mn-ea"/>
            </a:endParaRPr>
          </a:p>
        </p:txBody>
      </p:sp>
      <p:graphicFrame>
        <p:nvGraphicFramePr>
          <p:cNvPr id="13316" name="表格 13315"/>
          <p:cNvGraphicFramePr>
            <a:graphicFrameLocks noGrp="1"/>
          </p:cNvGraphicFramePr>
          <p:nvPr>
            <p:custDataLst>
              <p:tags r:id="rId3"/>
            </p:custDataLst>
          </p:nvPr>
        </p:nvGraphicFramePr>
        <p:xfrm>
          <a:off x="869315" y="1706880"/>
          <a:ext cx="8230870" cy="2748280"/>
        </p:xfrm>
        <a:graphic>
          <a:graphicData uri="http://schemas.openxmlformats.org/drawingml/2006/table">
            <a:tbl>
              <a:tblPr/>
              <a:tblGrid>
                <a:gridCol w="1887855">
                  <a:extLst>
                    <a:ext uri="{9D8B030D-6E8A-4147-A177-3AD203B41FA5}">
                      <a16:colId xmlns:a16="http://schemas.microsoft.com/office/drawing/2014/main" val="20000"/>
                    </a:ext>
                  </a:extLst>
                </a:gridCol>
                <a:gridCol w="1901190">
                  <a:extLst>
                    <a:ext uri="{9D8B030D-6E8A-4147-A177-3AD203B41FA5}">
                      <a16:colId xmlns:a16="http://schemas.microsoft.com/office/drawing/2014/main" val="20001"/>
                    </a:ext>
                  </a:extLst>
                </a:gridCol>
                <a:gridCol w="1344930">
                  <a:extLst>
                    <a:ext uri="{9D8B030D-6E8A-4147-A177-3AD203B41FA5}">
                      <a16:colId xmlns:a16="http://schemas.microsoft.com/office/drawing/2014/main" val="20002"/>
                    </a:ext>
                  </a:extLst>
                </a:gridCol>
                <a:gridCol w="3096895">
                  <a:extLst>
                    <a:ext uri="{9D8B030D-6E8A-4147-A177-3AD203B41FA5}">
                      <a16:colId xmlns:a16="http://schemas.microsoft.com/office/drawing/2014/main" val="20003"/>
                    </a:ext>
                  </a:extLst>
                </a:gridCol>
              </a:tblGrid>
              <a:tr h="560705">
                <a:tc>
                  <a:txBody>
                    <a:bodyPr/>
                    <a:lstStyle/>
                    <a:p>
                      <a:pPr marL="0" lvl="0" indent="0" algn="ctr">
                        <a:buNone/>
                      </a:pPr>
                      <a:r>
                        <a:rPr lang="zh-CN" altLang="en-US" sz="2800" b="1">
                          <a:latin typeface="Times New Roman" panose="02020603050405020304" pitchFamily="18" charset="0"/>
                          <a:cs typeface="Times New Roman" panose="02020603050405020304" pitchFamily="18" charset="0"/>
                        </a:rPr>
                        <a:t>初速度</a:t>
                      </a:r>
                      <a:r>
                        <a:rPr lang="en-US" altLang="zh-CN" sz="2800" b="1" i="1">
                          <a:latin typeface="Times New Roman" panose="02020603050405020304" pitchFamily="18" charset="0"/>
                          <a:cs typeface="Times New Roman" panose="02020603050405020304" pitchFamily="18" charset="0"/>
                        </a:rPr>
                        <a:t>m/s</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zh-CN" altLang="en-US" sz="2800" b="1">
                          <a:latin typeface="Times New Roman" panose="02020603050405020304" pitchFamily="18" charset="0"/>
                          <a:cs typeface="Times New Roman" panose="02020603050405020304" pitchFamily="18" charset="0"/>
                        </a:rPr>
                        <a:t>末速度</a:t>
                      </a:r>
                      <a:r>
                        <a:rPr lang="en-US" altLang="zh-CN" sz="2800" b="1" i="1">
                          <a:latin typeface="Times New Roman" panose="02020603050405020304" pitchFamily="18" charset="0"/>
                          <a:cs typeface="Times New Roman" panose="02020603050405020304" pitchFamily="18" charset="0"/>
                        </a:rPr>
                        <a:t>m/s</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zh-CN" altLang="en-US" sz="2800" b="1">
                          <a:latin typeface="Times New Roman" panose="02020603050405020304" pitchFamily="18" charset="0"/>
                          <a:cs typeface="Times New Roman" panose="02020603050405020304" pitchFamily="18" charset="0"/>
                        </a:rPr>
                        <a:t>时间</a:t>
                      </a:r>
                      <a:r>
                        <a:rPr lang="en-US" altLang="zh-CN" sz="2800" b="1" i="1">
                          <a:latin typeface="Times New Roman" panose="02020603050405020304" pitchFamily="18" charset="0"/>
                          <a:cs typeface="Times New Roman" panose="02020603050405020304" pitchFamily="18" charset="0"/>
                        </a:rPr>
                        <a:t>s</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zh-CN" altLang="en-US" sz="2800" b="1">
                          <a:latin typeface="Times New Roman" panose="02020603050405020304" pitchFamily="18" charset="0"/>
                          <a:cs typeface="Times New Roman" panose="02020603050405020304" pitchFamily="18" charset="0"/>
                        </a:rPr>
                        <a:t>速度变化量</a:t>
                      </a:r>
                      <a:r>
                        <a:rPr lang="en-US" altLang="zh-CN" sz="2800" b="1" i="1">
                          <a:latin typeface="Times New Roman" panose="02020603050405020304" pitchFamily="18" charset="0"/>
                          <a:cs typeface="Times New Roman" panose="02020603050405020304" pitchFamily="18" charset="0"/>
                        </a:rPr>
                        <a:t>m/s</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8640">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5</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solidFill>
                            <a:srgbClr val="0000FF"/>
                          </a:solidFill>
                          <a:latin typeface="Times New Roman" panose="02020603050405020304" pitchFamily="18" charset="0"/>
                          <a:cs typeface="Times New Roman" panose="02020603050405020304" pitchFamily="18" charset="0"/>
                        </a:rPr>
                        <a:t>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640">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5</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solidFill>
                            <a:srgbClr val="FF0000"/>
                          </a:solidFill>
                          <a:latin typeface="Times New Roman" panose="02020603050405020304" pitchFamily="18" charset="0"/>
                          <a:cs typeface="Times New Roman" panose="02020603050405020304" pitchFamily="18" charset="0"/>
                        </a:rPr>
                        <a:t>-3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2135">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-5</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solidFill>
                            <a:srgbClr val="00CC00"/>
                          </a:solidFill>
                          <a:latin typeface="Times New Roman" panose="02020603050405020304" pitchFamily="18" charset="0"/>
                          <a:cs typeface="Times New Roman" panose="02020603050405020304" pitchFamily="18" charset="0"/>
                        </a:rPr>
                        <a:t>-3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5460">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-5</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latin typeface="Times New Roman" panose="02020603050405020304" pitchFamily="18" charset="0"/>
                          <a:cs typeface="Times New Roman" panose="02020603050405020304" pitchFamily="18" charset="0"/>
                        </a:rPr>
                        <a:t>1</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a:buNone/>
                      </a:pPr>
                      <a:r>
                        <a:rPr lang="en-US" altLang="zh-CN" sz="2800" b="1">
                          <a:solidFill>
                            <a:srgbClr val="CC00CC"/>
                          </a:solidFill>
                          <a:latin typeface="Times New Roman" panose="02020603050405020304" pitchFamily="18" charset="0"/>
                          <a:cs typeface="Times New Roman" panose="02020603050405020304" pitchFamily="18" charset="0"/>
                        </a:rPr>
                        <a:t>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3315" name="文本框 13314"/>
          <p:cNvSpPr txBox="1"/>
          <p:nvPr>
            <p:custDataLst>
              <p:tags r:id="rId4"/>
            </p:custDataLst>
          </p:nvPr>
        </p:nvSpPr>
        <p:spPr>
          <a:xfrm>
            <a:off x="1214755" y="5215890"/>
            <a:ext cx="7328535" cy="673735"/>
          </a:xfrm>
          <a:prstGeom prst="rect">
            <a:avLst/>
          </a:prstGeom>
          <a:noFill/>
          <a:ln w="9525">
            <a:noFill/>
          </a:ln>
        </p:spPr>
        <p:txBody>
          <a:bodyPr wrap="square">
            <a:noAutofit/>
          </a:bodyPr>
          <a:lstStyle/>
          <a:p>
            <a:pPr algn="ctr">
              <a:buClrTx/>
            </a:pPr>
            <a:r>
              <a:rPr lang="zh-CN" altLang="en-US" sz="3600">
                <a:solidFill>
                  <a:srgbClr val="FF0000"/>
                </a:solidFill>
                <a:latin typeface="黑体" panose="02010609060101010101" charset="-122"/>
                <a:ea typeface="黑体" panose="02010609060101010101" charset="-122"/>
              </a:rPr>
              <a:t>加速度方向与速度变化量方向相同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grpSp>
        <p:nvGrpSpPr>
          <p:cNvPr id="12" name="组合 11"/>
          <p:cNvGrpSpPr/>
          <p:nvPr>
            <p:custDataLst>
              <p:tags r:id="rId2"/>
            </p:custDataLst>
          </p:nvPr>
        </p:nvGrpSpPr>
        <p:grpSpPr>
          <a:xfrm>
            <a:off x="6487795" y="1942465"/>
            <a:ext cx="4460875" cy="511810"/>
            <a:chOff x="10217" y="3059"/>
            <a:chExt cx="7025" cy="806"/>
          </a:xfrm>
        </p:grpSpPr>
        <p:grpSp>
          <p:nvGrpSpPr>
            <p:cNvPr id="10" name="组合 9"/>
            <p:cNvGrpSpPr/>
            <p:nvPr>
              <p:custDataLst>
                <p:tags r:id="rId41"/>
              </p:custDataLst>
            </p:nvPr>
          </p:nvGrpSpPr>
          <p:grpSpPr>
            <a:xfrm>
              <a:off x="10217" y="3486"/>
              <a:ext cx="4601" cy="378"/>
              <a:chOff x="10217" y="3486"/>
              <a:chExt cx="4601" cy="378"/>
            </a:xfrm>
          </p:grpSpPr>
          <p:sp>
            <p:nvSpPr>
              <p:cNvPr id="123914" name="Rectangle 10"/>
              <p:cNvSpPr>
                <a:spLocks noChangeArrowheads="1"/>
              </p:cNvSpPr>
              <p:nvPr>
                <p:custDataLst>
                  <p:tags r:id="rId43"/>
                </p:custDataLst>
              </p:nvPr>
            </p:nvSpPr>
            <p:spPr bwMode="auto">
              <a:xfrm>
                <a:off x="10217" y="3486"/>
                <a:ext cx="531" cy="379"/>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sp>
            <p:nvSpPr>
              <p:cNvPr id="123917" name="Line 13"/>
              <p:cNvSpPr>
                <a:spLocks noChangeShapeType="1"/>
              </p:cNvSpPr>
              <p:nvPr>
                <p:custDataLst>
                  <p:tags r:id="rId44"/>
                </p:custDataLst>
              </p:nvPr>
            </p:nvSpPr>
            <p:spPr bwMode="auto">
              <a:xfrm flipV="1">
                <a:off x="10748" y="3665"/>
                <a:ext cx="4070" cy="1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sp>
          <p:nvSpPr>
            <p:cNvPr id="123984" name="Text Box 80"/>
            <p:cNvSpPr txBox="1">
              <a:spLocks noChangeArrowheads="1"/>
            </p:cNvSpPr>
            <p:nvPr>
              <p:custDataLst>
                <p:tags r:id="rId42"/>
              </p:custDataLst>
            </p:nvPr>
          </p:nvSpPr>
          <p:spPr bwMode="auto">
            <a:xfrm>
              <a:off x="14920" y="3059"/>
              <a:ext cx="2322"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=5 m/s</a:t>
              </a:r>
              <a:endParaRPr lang="zh-CN" altLang="en-US" sz="2800">
                <a:solidFill>
                  <a:srgbClr val="000000"/>
                </a:solidFill>
                <a:latin typeface="Times New Roman" panose="02020603050405020304" pitchFamily="18" charset="0"/>
                <a:cs typeface="Times New Roman" panose="02020603050405020304" pitchFamily="18" charset="0"/>
              </a:endParaRPr>
            </a:p>
          </p:txBody>
        </p:sp>
      </p:grpSp>
      <p:sp>
        <p:nvSpPr>
          <p:cNvPr id="123911" name="Rectangle 7"/>
          <p:cNvSpPr>
            <a:spLocks noChangeArrowheads="1"/>
          </p:cNvSpPr>
          <p:nvPr>
            <p:custDataLst>
              <p:tags r:id="rId3"/>
            </p:custDataLst>
          </p:nvPr>
        </p:nvSpPr>
        <p:spPr bwMode="auto">
          <a:xfrm>
            <a:off x="1566545" y="2257425"/>
            <a:ext cx="337185" cy="240665"/>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9" name="组合 8"/>
          <p:cNvGrpSpPr/>
          <p:nvPr>
            <p:custDataLst>
              <p:tags r:id="rId4"/>
            </p:custDataLst>
          </p:nvPr>
        </p:nvGrpSpPr>
        <p:grpSpPr>
          <a:xfrm>
            <a:off x="1903730" y="2011045"/>
            <a:ext cx="2191385" cy="436880"/>
            <a:chOff x="2998" y="3167"/>
            <a:chExt cx="3451" cy="688"/>
          </a:xfrm>
        </p:grpSpPr>
        <p:sp>
          <p:nvSpPr>
            <p:cNvPr id="123912" name="Line 8"/>
            <p:cNvSpPr>
              <a:spLocks noChangeShapeType="1"/>
            </p:cNvSpPr>
            <p:nvPr>
              <p:custDataLst>
                <p:tags r:id="rId39"/>
              </p:custDataLst>
            </p:nvPr>
          </p:nvSpPr>
          <p:spPr bwMode="auto">
            <a:xfrm>
              <a:off x="2998" y="3741"/>
              <a:ext cx="929" cy="0"/>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123913" name="Text Box 9"/>
            <p:cNvSpPr txBox="1">
              <a:spLocks noChangeArrowheads="1"/>
            </p:cNvSpPr>
            <p:nvPr>
              <p:custDataLst>
                <p:tags r:id="rId40"/>
              </p:custDataLst>
            </p:nvPr>
          </p:nvSpPr>
          <p:spPr bwMode="auto">
            <a:xfrm>
              <a:off x="3927" y="3167"/>
              <a:ext cx="2522" cy="6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000000"/>
                  </a:solidFill>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=2 m/s</a:t>
              </a:r>
              <a:endParaRPr lang="zh-CN" altLang="en-US" sz="2800">
                <a:solidFill>
                  <a:srgbClr val="000000"/>
                </a:solidFill>
                <a:latin typeface="Times New Roman" panose="02020603050405020304" pitchFamily="18" charset="0"/>
                <a:cs typeface="Times New Roman" panose="02020603050405020304" pitchFamily="18" charset="0"/>
              </a:endParaRPr>
            </a:p>
          </p:txBody>
        </p:sp>
      </p:grpSp>
      <p:sp>
        <p:nvSpPr>
          <p:cNvPr id="123915" name="Line 11"/>
          <p:cNvSpPr>
            <a:spLocks noChangeShapeType="1"/>
          </p:cNvSpPr>
          <p:nvPr>
            <p:custDataLst>
              <p:tags r:id="rId5"/>
            </p:custDataLst>
          </p:nvPr>
        </p:nvSpPr>
        <p:spPr bwMode="auto">
          <a:xfrm flipV="1">
            <a:off x="1546225" y="2454275"/>
            <a:ext cx="8272145" cy="4381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nvGrpSpPr>
          <p:cNvPr id="124002" name="Group 98"/>
          <p:cNvGrpSpPr/>
          <p:nvPr>
            <p:custDataLst>
              <p:tags r:id="rId6"/>
            </p:custDataLst>
          </p:nvPr>
        </p:nvGrpSpPr>
        <p:grpSpPr>
          <a:xfrm>
            <a:off x="6824970" y="1750191"/>
            <a:ext cx="735836" cy="582252"/>
            <a:chOff x="1679" y="1499"/>
            <a:chExt cx="419" cy="465"/>
          </a:xfrm>
        </p:grpSpPr>
        <p:sp>
          <p:nvSpPr>
            <p:cNvPr id="124001" name="Text Box 97"/>
            <p:cNvSpPr txBox="1">
              <a:spLocks noChangeArrowheads="1"/>
            </p:cNvSpPr>
            <p:nvPr>
              <p:custDataLst>
                <p:tags r:id="rId37"/>
              </p:custDataLst>
            </p:nvPr>
          </p:nvSpPr>
          <p:spPr bwMode="auto">
            <a:xfrm>
              <a:off x="1791" y="1499"/>
              <a:ext cx="307"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kumimoji="1" lang="en-US" altLang="zh-CN" sz="2800" baseline="-25000">
                  <a:latin typeface="Times New Roman" panose="02020603050405020304" pitchFamily="18" charset="0"/>
                  <a:cs typeface="Times New Roman" panose="02020603050405020304" pitchFamily="18" charset="0"/>
                </a:rPr>
                <a:t>1</a:t>
              </a:r>
              <a:endParaRPr kumimoji="1" lang="zh-CN" altLang="en-US" sz="2800" baseline="-25000">
                <a:latin typeface="Times New Roman" panose="02020603050405020304" pitchFamily="18" charset="0"/>
                <a:cs typeface="Times New Roman" panose="02020603050405020304" pitchFamily="18" charset="0"/>
              </a:endParaRPr>
            </a:p>
          </p:txBody>
        </p:sp>
        <p:sp>
          <p:nvSpPr>
            <p:cNvPr id="123920" name="Line 16"/>
            <p:cNvSpPr>
              <a:spLocks noChangeShapeType="1"/>
            </p:cNvSpPr>
            <p:nvPr>
              <p:custDataLst>
                <p:tags r:id="rId38"/>
              </p:custDataLst>
            </p:nvPr>
          </p:nvSpPr>
          <p:spPr bwMode="auto">
            <a:xfrm>
              <a:off x="1679" y="1963"/>
              <a:ext cx="384" cy="1"/>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
            </a:p>
          </p:txBody>
        </p:sp>
      </p:grpSp>
      <p:grpSp>
        <p:nvGrpSpPr>
          <p:cNvPr id="11" name="组合 10"/>
          <p:cNvGrpSpPr/>
          <p:nvPr>
            <p:custDataLst>
              <p:tags r:id="rId7"/>
            </p:custDataLst>
          </p:nvPr>
        </p:nvGrpSpPr>
        <p:grpSpPr>
          <a:xfrm>
            <a:off x="7499350" y="1694815"/>
            <a:ext cx="1888490" cy="514350"/>
            <a:chOff x="11810" y="2669"/>
            <a:chExt cx="2974" cy="810"/>
          </a:xfrm>
        </p:grpSpPr>
        <p:sp>
          <p:nvSpPr>
            <p:cNvPr id="123921" name="Line 17"/>
            <p:cNvSpPr>
              <a:spLocks noChangeShapeType="1"/>
            </p:cNvSpPr>
            <p:nvPr>
              <p:custDataLst>
                <p:tags r:id="rId35"/>
              </p:custDataLst>
            </p:nvPr>
          </p:nvSpPr>
          <p:spPr bwMode="auto">
            <a:xfrm flipV="1">
              <a:off x="11810" y="3473"/>
              <a:ext cx="2974" cy="6"/>
            </a:xfrm>
            <a:prstGeom prst="line">
              <a:avLst/>
            </a:prstGeom>
            <a:noFill/>
            <a:ln w="28575">
              <a:solidFill>
                <a:srgbClr val="FF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123923" name="Text Box 19"/>
            <p:cNvSpPr txBox="1">
              <a:spLocks noChangeArrowheads="1"/>
            </p:cNvSpPr>
            <p:nvPr>
              <p:custDataLst>
                <p:tags r:id="rId36"/>
              </p:custDataLst>
            </p:nvPr>
          </p:nvSpPr>
          <p:spPr bwMode="auto">
            <a:xfrm>
              <a:off x="12813" y="2669"/>
              <a:ext cx="968"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a:solidFill>
                    <a:srgbClr val="FF99FF"/>
                  </a:solidFill>
                  <a:latin typeface="Times New Roman" panose="02020603050405020304" pitchFamily="18" charset="0"/>
                  <a:cs typeface="Times New Roman" panose="02020603050405020304" pitchFamily="18" charset="0"/>
                </a:rPr>
                <a:t>Δ</a:t>
              </a:r>
              <a:r>
                <a:rPr kumimoji="1" lang="en-US" altLang="zh-CN" sz="2800" i="1">
                  <a:solidFill>
                    <a:srgbClr val="FF99FF"/>
                  </a:solidFill>
                  <a:latin typeface="Times New Roman" panose="02020603050405020304" pitchFamily="18" charset="0"/>
                  <a:cs typeface="Times New Roman" panose="02020603050405020304" pitchFamily="18" charset="0"/>
                </a:rPr>
                <a:t>v</a:t>
              </a:r>
            </a:p>
          </p:txBody>
        </p:sp>
      </p:grpSp>
      <p:sp>
        <p:nvSpPr>
          <p:cNvPr id="123927" name="Text Box 23"/>
          <p:cNvSpPr txBox="1">
            <a:spLocks noChangeArrowheads="1"/>
          </p:cNvSpPr>
          <p:nvPr>
            <p:custDataLst>
              <p:tags r:id="rId8"/>
            </p:custDataLst>
          </p:nvPr>
        </p:nvSpPr>
        <p:spPr bwMode="auto">
          <a:xfrm>
            <a:off x="2345690" y="3091180"/>
            <a:ext cx="3183255" cy="572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solidFill>
                  <a:srgbClr val="FF0000"/>
                </a:solidFill>
                <a:latin typeface="Times New Roman" panose="02020603050405020304" pitchFamily="18" charset="0"/>
                <a:cs typeface="Times New Roman" panose="02020603050405020304" pitchFamily="18" charset="0"/>
              </a:rPr>
              <a:t>v</a:t>
            </a:r>
            <a:r>
              <a:rPr kumimoji="1" lang="en-US" altLang="zh-CN" sz="2800">
                <a:solidFill>
                  <a:srgbClr val="FF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0</a:t>
            </a:r>
            <a:r>
              <a:rPr lang="zh-CN" altLang="en-US" sz="2800">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Δ</a:t>
            </a:r>
            <a:r>
              <a:rPr kumimoji="1" lang="en-US" altLang="zh-CN" sz="2800" i="1">
                <a:latin typeface="Times New Roman" panose="02020603050405020304" pitchFamily="18" charset="0"/>
                <a:cs typeface="Times New Roman" panose="02020603050405020304" pitchFamily="18" charset="0"/>
              </a:rPr>
              <a:t>v=v</a:t>
            </a:r>
            <a:r>
              <a:rPr kumimoji="1" lang="en-US" altLang="zh-CN" sz="2800" i="1" baseline="-25000">
                <a:latin typeface="Times New Roman" panose="02020603050405020304" pitchFamily="18" charset="0"/>
                <a:cs typeface="Times New Roman" panose="02020603050405020304" pitchFamily="18" charset="0"/>
              </a:rPr>
              <a:t>2</a:t>
            </a:r>
            <a:r>
              <a:rPr kumimoji="1" lang="en-US" altLang="zh-CN" sz="2800" i="1">
                <a:latin typeface="Times New Roman" panose="02020603050405020304" pitchFamily="18" charset="0"/>
                <a:cs typeface="Times New Roman" panose="02020603050405020304" pitchFamily="18" charset="0"/>
              </a:rPr>
              <a:t>-v</a:t>
            </a:r>
            <a:r>
              <a:rPr kumimoji="1" lang="en-US" altLang="zh-CN" sz="2800" i="1" baseline="-25000">
                <a:latin typeface="Times New Roman" panose="02020603050405020304" pitchFamily="18" charset="0"/>
                <a:cs typeface="Times New Roman" panose="02020603050405020304" pitchFamily="18" charset="0"/>
              </a:rPr>
              <a:t>1</a:t>
            </a:r>
            <a:r>
              <a:rPr kumimoji="1" lang="en-US" altLang="zh-CN" sz="2800">
                <a:latin typeface="Times New Roman" panose="02020603050405020304" pitchFamily="18" charset="0"/>
                <a:cs typeface="Times New Roman" panose="02020603050405020304" pitchFamily="18" charset="0"/>
                <a:sym typeface="+mn-ea"/>
              </a:rPr>
              <a:t>＞</a:t>
            </a:r>
            <a:r>
              <a:rPr lang="en-US" altLang="zh-CN" sz="2800">
                <a:latin typeface="Times New Roman" panose="02020603050405020304" pitchFamily="18" charset="0"/>
                <a:cs typeface="Times New Roman" panose="02020603050405020304" pitchFamily="18" charset="0"/>
              </a:rPr>
              <a:t>0</a:t>
            </a:r>
            <a:endParaRPr lang="zh-CN" altLang="en-US" sz="2800">
              <a:latin typeface="Times New Roman" panose="02020603050405020304" pitchFamily="18" charset="0"/>
              <a:cs typeface="Times New Roman" panose="02020603050405020304" pitchFamily="18" charset="0"/>
            </a:endParaRPr>
          </a:p>
        </p:txBody>
      </p:sp>
      <p:sp>
        <p:nvSpPr>
          <p:cNvPr id="123928" name="AutoShape 24"/>
          <p:cNvSpPr>
            <a:spLocks noChangeArrowheads="1"/>
          </p:cNvSpPr>
          <p:nvPr>
            <p:custDataLst>
              <p:tags r:id="rId9"/>
            </p:custDataLst>
          </p:nvPr>
        </p:nvSpPr>
        <p:spPr bwMode="auto">
          <a:xfrm>
            <a:off x="5696585" y="3251200"/>
            <a:ext cx="674370" cy="180340"/>
          </a:xfrm>
          <a:prstGeom prst="rightArrow">
            <a:avLst>
              <a:gd name="adj1" fmla="val 50000"/>
              <a:gd name="adj2" fmla="val 66667"/>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13" name="组合 12"/>
          <p:cNvGrpSpPr/>
          <p:nvPr>
            <p:custDataLst>
              <p:tags r:id="rId10"/>
            </p:custDataLst>
          </p:nvPr>
        </p:nvGrpSpPr>
        <p:grpSpPr>
          <a:xfrm>
            <a:off x="1188085" y="1067435"/>
            <a:ext cx="1516380" cy="511810"/>
            <a:chOff x="1870" y="1685"/>
            <a:chExt cx="2388" cy="806"/>
          </a:xfrm>
        </p:grpSpPr>
        <p:sp>
          <p:nvSpPr>
            <p:cNvPr id="123959" name="Line 55"/>
            <p:cNvSpPr>
              <a:spLocks noChangeShapeType="1"/>
            </p:cNvSpPr>
            <p:nvPr>
              <p:custDataLst>
                <p:tags r:id="rId33"/>
              </p:custDataLst>
            </p:nvPr>
          </p:nvSpPr>
          <p:spPr bwMode="auto">
            <a:xfrm>
              <a:off x="2268" y="2491"/>
              <a:ext cx="1991" cy="0"/>
            </a:xfrm>
            <a:prstGeom prst="line">
              <a:avLst/>
            </a:prstGeom>
            <a:noFill/>
            <a:ln w="57150">
              <a:solidFill>
                <a:srgbClr val="4DAEFE"/>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123960" name="Text Box 56"/>
            <p:cNvSpPr txBox="1">
              <a:spLocks noChangeArrowheads="1"/>
            </p:cNvSpPr>
            <p:nvPr>
              <p:custDataLst>
                <p:tags r:id="rId34"/>
              </p:custDataLst>
            </p:nvPr>
          </p:nvSpPr>
          <p:spPr bwMode="auto">
            <a:xfrm>
              <a:off x="1870" y="1685"/>
              <a:ext cx="2389"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ctr">
                <a:spcBef>
                  <a:spcPct val="20000"/>
                </a:spcBef>
                <a:buFont typeface="Wingdings" panose="05000000000000000000" pitchFamily="2" charset="2"/>
                <a:buNone/>
              </a:pPr>
              <a:r>
                <a:rPr lang="zh-CN" altLang="en-US" sz="2800">
                  <a:latin typeface="Times New Roman" panose="02020603050405020304" pitchFamily="18" charset="0"/>
                </a:rPr>
                <a:t>正方向</a:t>
              </a:r>
            </a:p>
          </p:txBody>
        </p:sp>
      </p:grpSp>
      <p:sp>
        <p:nvSpPr>
          <p:cNvPr id="123967" name="Text Box 63"/>
          <p:cNvSpPr txBox="1">
            <a:spLocks noChangeArrowheads="1"/>
          </p:cNvSpPr>
          <p:nvPr>
            <p:custDataLst>
              <p:tags r:id="rId11"/>
            </p:custDataLst>
          </p:nvPr>
        </p:nvSpPr>
        <p:spPr bwMode="auto">
          <a:xfrm>
            <a:off x="6833870" y="3091180"/>
            <a:ext cx="1113155" cy="511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FF0000"/>
                </a:solidFill>
                <a:latin typeface="Times New Roman" panose="02020603050405020304" pitchFamily="18" charset="0"/>
                <a:cs typeface="Times New Roman" panose="02020603050405020304" pitchFamily="18" charset="0"/>
              </a:rPr>
              <a:t>a</a:t>
            </a:r>
            <a:r>
              <a:rPr lang="en-US" altLang="en-US" sz="2800">
                <a:solidFill>
                  <a:srgbClr val="FF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0</a:t>
            </a:r>
          </a:p>
        </p:txBody>
      </p:sp>
      <p:sp>
        <p:nvSpPr>
          <p:cNvPr id="5" name="Text Box 23"/>
          <p:cNvSpPr txBox="1">
            <a:spLocks noChangeArrowheads="1"/>
          </p:cNvSpPr>
          <p:nvPr>
            <p:custDataLst>
              <p:tags r:id="rId12"/>
            </p:custDataLst>
          </p:nvPr>
        </p:nvSpPr>
        <p:spPr bwMode="auto">
          <a:xfrm>
            <a:off x="8452485" y="3091180"/>
            <a:ext cx="937260" cy="51181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zh-CN" altLang="en-US" sz="2800">
                <a:solidFill>
                  <a:srgbClr val="FF0000"/>
                </a:solidFill>
                <a:latin typeface="Times New Roman" panose="02020603050405020304" pitchFamily="18" charset="0"/>
              </a:rPr>
              <a:t>加速</a:t>
            </a:r>
          </a:p>
        </p:txBody>
      </p:sp>
      <p:sp>
        <p:nvSpPr>
          <p:cNvPr id="19" name="Rectangle 7"/>
          <p:cNvSpPr>
            <a:spLocks noChangeArrowheads="1"/>
          </p:cNvSpPr>
          <p:nvPr>
            <p:custDataLst>
              <p:tags r:id="rId13"/>
            </p:custDataLst>
          </p:nvPr>
        </p:nvSpPr>
        <p:spPr bwMode="auto">
          <a:xfrm>
            <a:off x="1548765" y="4547235"/>
            <a:ext cx="337185" cy="240665"/>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20" name="组合 19"/>
          <p:cNvGrpSpPr/>
          <p:nvPr>
            <p:custDataLst>
              <p:tags r:id="rId14"/>
            </p:custDataLst>
          </p:nvPr>
        </p:nvGrpSpPr>
        <p:grpSpPr>
          <a:xfrm>
            <a:off x="1885950" y="4306570"/>
            <a:ext cx="4193540" cy="437515"/>
            <a:chOff x="2998" y="3176"/>
            <a:chExt cx="6604" cy="689"/>
          </a:xfrm>
        </p:grpSpPr>
        <p:sp>
          <p:nvSpPr>
            <p:cNvPr id="21" name="Line 8"/>
            <p:cNvSpPr>
              <a:spLocks noChangeShapeType="1"/>
            </p:cNvSpPr>
            <p:nvPr>
              <p:custDataLst>
                <p:tags r:id="rId31"/>
              </p:custDataLst>
            </p:nvPr>
          </p:nvSpPr>
          <p:spPr bwMode="auto">
            <a:xfrm>
              <a:off x="2998" y="3741"/>
              <a:ext cx="4082" cy="0"/>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22" name="Text Box 9"/>
            <p:cNvSpPr txBox="1">
              <a:spLocks noChangeArrowheads="1"/>
            </p:cNvSpPr>
            <p:nvPr>
              <p:custDataLst>
                <p:tags r:id="rId32"/>
              </p:custDataLst>
            </p:nvPr>
          </p:nvSpPr>
          <p:spPr bwMode="auto">
            <a:xfrm>
              <a:off x="7080" y="3176"/>
              <a:ext cx="2522" cy="6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000000"/>
                  </a:solidFill>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=5 m/s</a:t>
              </a:r>
              <a:endParaRPr lang="zh-CN" altLang="en-US" sz="2800">
                <a:solidFill>
                  <a:srgbClr val="000000"/>
                </a:solidFill>
                <a:latin typeface="Times New Roman" panose="02020603050405020304" pitchFamily="18" charset="0"/>
                <a:cs typeface="Times New Roman" panose="02020603050405020304" pitchFamily="18" charset="0"/>
              </a:endParaRPr>
            </a:p>
          </p:txBody>
        </p:sp>
      </p:grpSp>
      <p:sp>
        <p:nvSpPr>
          <p:cNvPr id="23" name="Line 11"/>
          <p:cNvSpPr>
            <a:spLocks noChangeShapeType="1"/>
          </p:cNvSpPr>
          <p:nvPr>
            <p:custDataLst>
              <p:tags r:id="rId15"/>
            </p:custDataLst>
          </p:nvPr>
        </p:nvSpPr>
        <p:spPr bwMode="auto">
          <a:xfrm flipV="1">
            <a:off x="1528445" y="4744085"/>
            <a:ext cx="8272145" cy="4381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nvGrpSpPr>
          <p:cNvPr id="37" name="组合 36"/>
          <p:cNvGrpSpPr/>
          <p:nvPr>
            <p:custDataLst>
              <p:tags r:id="rId16"/>
            </p:custDataLst>
          </p:nvPr>
        </p:nvGrpSpPr>
        <p:grpSpPr>
          <a:xfrm>
            <a:off x="7017385" y="4178935"/>
            <a:ext cx="3913505" cy="511810"/>
            <a:chOff x="11051" y="6581"/>
            <a:chExt cx="6163" cy="806"/>
          </a:xfrm>
        </p:grpSpPr>
        <p:sp>
          <p:nvSpPr>
            <p:cNvPr id="18" name="Text Box 80"/>
            <p:cNvSpPr txBox="1">
              <a:spLocks noChangeArrowheads="1"/>
            </p:cNvSpPr>
            <p:nvPr>
              <p:custDataLst>
                <p:tags r:id="rId29"/>
              </p:custDataLst>
            </p:nvPr>
          </p:nvSpPr>
          <p:spPr bwMode="auto">
            <a:xfrm>
              <a:off x="14892" y="6581"/>
              <a:ext cx="2322"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1</a:t>
              </a:r>
              <a:endParaRPr lang="zh-CN" altLang="en-US" sz="2800">
                <a:solidFill>
                  <a:srgbClr val="000000"/>
                </a:solidFill>
                <a:latin typeface="Times New Roman" panose="02020603050405020304" pitchFamily="18" charset="0"/>
                <a:cs typeface="Times New Roman" panose="02020603050405020304" pitchFamily="18" charset="0"/>
              </a:endParaRPr>
            </a:p>
          </p:txBody>
        </p:sp>
        <p:sp>
          <p:nvSpPr>
            <p:cNvPr id="17" name="Line 13"/>
            <p:cNvSpPr>
              <a:spLocks noChangeShapeType="1"/>
            </p:cNvSpPr>
            <p:nvPr>
              <p:custDataLst>
                <p:tags r:id="rId30"/>
              </p:custDataLst>
            </p:nvPr>
          </p:nvSpPr>
          <p:spPr bwMode="auto">
            <a:xfrm flipV="1">
              <a:off x="11051" y="7272"/>
              <a:ext cx="4070" cy="10"/>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grpSp>
        <p:nvGrpSpPr>
          <p:cNvPr id="36" name="组合 35"/>
          <p:cNvGrpSpPr/>
          <p:nvPr>
            <p:custDataLst>
              <p:tags r:id="rId17"/>
            </p:custDataLst>
          </p:nvPr>
        </p:nvGrpSpPr>
        <p:grpSpPr>
          <a:xfrm>
            <a:off x="6680200" y="4040505"/>
            <a:ext cx="2176145" cy="703580"/>
            <a:chOff x="10145" y="5829"/>
            <a:chExt cx="3427" cy="1108"/>
          </a:xfrm>
        </p:grpSpPr>
        <p:sp>
          <p:nvSpPr>
            <p:cNvPr id="16" name="Rectangle 10"/>
            <p:cNvSpPr>
              <a:spLocks noChangeArrowheads="1"/>
            </p:cNvSpPr>
            <p:nvPr>
              <p:custDataLst>
                <p:tags r:id="rId25"/>
              </p:custDataLst>
            </p:nvPr>
          </p:nvSpPr>
          <p:spPr bwMode="auto">
            <a:xfrm>
              <a:off x="10145" y="6559"/>
              <a:ext cx="531" cy="379"/>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24" name="Group 98"/>
            <p:cNvGrpSpPr/>
            <p:nvPr>
              <p:custDataLst>
                <p:tags r:id="rId26"/>
              </p:custDataLst>
            </p:nvPr>
          </p:nvGrpSpPr>
          <p:grpSpPr>
            <a:xfrm>
              <a:off x="10676" y="5829"/>
              <a:ext cx="2896" cy="917"/>
              <a:chOff x="1679" y="1499"/>
              <a:chExt cx="1047" cy="465"/>
            </a:xfrm>
          </p:grpSpPr>
          <p:sp>
            <p:nvSpPr>
              <p:cNvPr id="25" name="Text Box 97"/>
              <p:cNvSpPr txBox="1">
                <a:spLocks noChangeArrowheads="1"/>
              </p:cNvSpPr>
              <p:nvPr>
                <p:custDataLst>
                  <p:tags r:id="rId27"/>
                </p:custDataLst>
              </p:nvPr>
            </p:nvSpPr>
            <p:spPr bwMode="auto">
              <a:xfrm>
                <a:off x="1791" y="1499"/>
                <a:ext cx="935"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kumimoji="1" lang="en-US" altLang="zh-CN" sz="2800" baseline="-25000">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sym typeface="+mn-ea"/>
                  </a:rPr>
                  <a:t>=2 m/s</a:t>
                </a:r>
                <a:endParaRPr kumimoji="1" lang="zh-CN" altLang="en-US" sz="2800" baseline="-25000">
                  <a:latin typeface="Times New Roman" panose="02020603050405020304" pitchFamily="18" charset="0"/>
                  <a:cs typeface="Times New Roman" panose="02020603050405020304" pitchFamily="18" charset="0"/>
                </a:endParaRPr>
              </a:p>
            </p:txBody>
          </p:sp>
          <p:sp>
            <p:nvSpPr>
              <p:cNvPr id="26" name="Line 16"/>
              <p:cNvSpPr>
                <a:spLocks noChangeShapeType="1"/>
              </p:cNvSpPr>
              <p:nvPr>
                <p:custDataLst>
                  <p:tags r:id="rId28"/>
                </p:custDataLst>
              </p:nvPr>
            </p:nvSpPr>
            <p:spPr bwMode="auto">
              <a:xfrm>
                <a:off x="1679" y="1963"/>
                <a:ext cx="384" cy="1"/>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
              </a:p>
            </p:txBody>
          </p:sp>
        </p:grpSp>
      </p:grpSp>
      <p:grpSp>
        <p:nvGrpSpPr>
          <p:cNvPr id="28" name="组合 27"/>
          <p:cNvGrpSpPr/>
          <p:nvPr>
            <p:custDataLst>
              <p:tags r:id="rId18"/>
            </p:custDataLst>
          </p:nvPr>
        </p:nvGrpSpPr>
        <p:grpSpPr>
          <a:xfrm>
            <a:off x="7691755" y="4773930"/>
            <a:ext cx="1888490" cy="511810"/>
            <a:chOff x="11810" y="3159"/>
            <a:chExt cx="2974" cy="806"/>
          </a:xfrm>
        </p:grpSpPr>
        <p:sp>
          <p:nvSpPr>
            <p:cNvPr id="29" name="Line 17"/>
            <p:cNvSpPr>
              <a:spLocks noChangeShapeType="1"/>
            </p:cNvSpPr>
            <p:nvPr>
              <p:custDataLst>
                <p:tags r:id="rId23"/>
              </p:custDataLst>
            </p:nvPr>
          </p:nvSpPr>
          <p:spPr bwMode="auto">
            <a:xfrm flipH="1" flipV="1">
              <a:off x="11810" y="3305"/>
              <a:ext cx="2974" cy="6"/>
            </a:xfrm>
            <a:prstGeom prst="line">
              <a:avLst/>
            </a:prstGeom>
            <a:noFill/>
            <a:ln w="28575">
              <a:solidFill>
                <a:srgbClr val="FF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30" name="Text Box 19"/>
            <p:cNvSpPr txBox="1">
              <a:spLocks noChangeArrowheads="1"/>
            </p:cNvSpPr>
            <p:nvPr>
              <p:custDataLst>
                <p:tags r:id="rId24"/>
              </p:custDataLst>
            </p:nvPr>
          </p:nvSpPr>
          <p:spPr bwMode="auto">
            <a:xfrm>
              <a:off x="12939" y="3159"/>
              <a:ext cx="968"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a:solidFill>
                    <a:srgbClr val="FF99FF"/>
                  </a:solidFill>
                  <a:latin typeface="Times New Roman" panose="02020603050405020304" pitchFamily="18" charset="0"/>
                  <a:cs typeface="Times New Roman" panose="02020603050405020304" pitchFamily="18" charset="0"/>
                </a:rPr>
                <a:t>Δ</a:t>
              </a:r>
              <a:r>
                <a:rPr kumimoji="1" lang="en-US" altLang="zh-CN" sz="2800" i="1">
                  <a:solidFill>
                    <a:srgbClr val="FF99FF"/>
                  </a:solidFill>
                  <a:latin typeface="Times New Roman" panose="02020603050405020304" pitchFamily="18" charset="0"/>
                  <a:cs typeface="Times New Roman" panose="02020603050405020304" pitchFamily="18" charset="0"/>
                </a:rPr>
                <a:t>v</a:t>
              </a:r>
            </a:p>
          </p:txBody>
        </p:sp>
      </p:grpSp>
      <p:sp>
        <p:nvSpPr>
          <p:cNvPr id="31" name="Text Box 23"/>
          <p:cNvSpPr txBox="1">
            <a:spLocks noChangeArrowheads="1"/>
          </p:cNvSpPr>
          <p:nvPr>
            <p:custDataLst>
              <p:tags r:id="rId19"/>
            </p:custDataLst>
          </p:nvPr>
        </p:nvSpPr>
        <p:spPr bwMode="auto">
          <a:xfrm>
            <a:off x="2345690" y="5640070"/>
            <a:ext cx="3183255" cy="572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solidFill>
                  <a:srgbClr val="FF0000"/>
                </a:solidFill>
                <a:latin typeface="Times New Roman" panose="02020603050405020304" pitchFamily="18" charset="0"/>
                <a:cs typeface="Times New Roman" panose="02020603050405020304" pitchFamily="18" charset="0"/>
              </a:rPr>
              <a:t>v</a:t>
            </a:r>
            <a:r>
              <a:rPr kumimoji="1" lang="en-US" altLang="zh-CN" sz="2800">
                <a:solidFill>
                  <a:srgbClr val="FF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0</a:t>
            </a:r>
            <a:r>
              <a:rPr lang="zh-CN" altLang="en-US" sz="2800">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Δ</a:t>
            </a:r>
            <a:r>
              <a:rPr kumimoji="1" lang="en-US" altLang="zh-CN" sz="2800" i="1">
                <a:latin typeface="Times New Roman" panose="02020603050405020304" pitchFamily="18" charset="0"/>
                <a:cs typeface="Times New Roman" panose="02020603050405020304" pitchFamily="18" charset="0"/>
              </a:rPr>
              <a:t>v=v</a:t>
            </a:r>
            <a:r>
              <a:rPr kumimoji="1" lang="en-US" altLang="zh-CN" sz="2800" i="1" baseline="-25000">
                <a:latin typeface="Times New Roman" panose="02020603050405020304" pitchFamily="18" charset="0"/>
                <a:cs typeface="Times New Roman" panose="02020603050405020304" pitchFamily="18" charset="0"/>
              </a:rPr>
              <a:t>2</a:t>
            </a:r>
            <a:r>
              <a:rPr kumimoji="1" lang="en-US" altLang="zh-CN" sz="2800" i="1">
                <a:latin typeface="Times New Roman" panose="02020603050405020304" pitchFamily="18" charset="0"/>
                <a:cs typeface="Times New Roman" panose="02020603050405020304" pitchFamily="18" charset="0"/>
              </a:rPr>
              <a:t>-v</a:t>
            </a:r>
            <a:r>
              <a:rPr kumimoji="1" lang="en-US" altLang="zh-CN" sz="2800" i="1" baseline="-25000">
                <a:latin typeface="Times New Roman" panose="02020603050405020304" pitchFamily="18" charset="0"/>
                <a:cs typeface="Times New Roman" panose="02020603050405020304" pitchFamily="18" charset="0"/>
              </a:rPr>
              <a:t>1</a:t>
            </a:r>
            <a:r>
              <a:rPr kumimoji="1" lang="en-US" altLang="zh-CN" sz="2800">
                <a:latin typeface="Times New Roman" panose="02020603050405020304" pitchFamily="18" charset="0"/>
                <a:cs typeface="Times New Roman" panose="02020603050405020304" pitchFamily="18" charset="0"/>
                <a:sym typeface="+mn-ea"/>
              </a:rPr>
              <a:t>&lt;</a:t>
            </a:r>
            <a:r>
              <a:rPr lang="en-US" altLang="zh-CN" sz="2800">
                <a:latin typeface="Times New Roman" panose="02020603050405020304" pitchFamily="18" charset="0"/>
                <a:cs typeface="Times New Roman" panose="02020603050405020304" pitchFamily="18" charset="0"/>
              </a:rPr>
              <a:t>0</a:t>
            </a:r>
            <a:endParaRPr lang="zh-CN" altLang="en-US" sz="2800">
              <a:latin typeface="Times New Roman" panose="02020603050405020304" pitchFamily="18" charset="0"/>
              <a:cs typeface="Times New Roman" panose="02020603050405020304" pitchFamily="18" charset="0"/>
            </a:endParaRPr>
          </a:p>
        </p:txBody>
      </p:sp>
      <p:sp>
        <p:nvSpPr>
          <p:cNvPr id="32" name="AutoShape 24"/>
          <p:cNvSpPr>
            <a:spLocks noChangeArrowheads="1"/>
          </p:cNvSpPr>
          <p:nvPr>
            <p:custDataLst>
              <p:tags r:id="rId20"/>
            </p:custDataLst>
          </p:nvPr>
        </p:nvSpPr>
        <p:spPr bwMode="auto">
          <a:xfrm>
            <a:off x="5696585" y="5800090"/>
            <a:ext cx="674370" cy="180340"/>
          </a:xfrm>
          <a:prstGeom prst="rightArrow">
            <a:avLst>
              <a:gd name="adj1" fmla="val 50000"/>
              <a:gd name="adj2" fmla="val 66667"/>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sp>
        <p:nvSpPr>
          <p:cNvPr id="33" name="Text Box 63"/>
          <p:cNvSpPr txBox="1">
            <a:spLocks noChangeArrowheads="1"/>
          </p:cNvSpPr>
          <p:nvPr>
            <p:custDataLst>
              <p:tags r:id="rId21"/>
            </p:custDataLst>
          </p:nvPr>
        </p:nvSpPr>
        <p:spPr bwMode="auto">
          <a:xfrm>
            <a:off x="6941185" y="5638800"/>
            <a:ext cx="1113155" cy="511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FF0000"/>
                </a:solidFill>
                <a:latin typeface="Times New Roman" panose="02020603050405020304" pitchFamily="18" charset="0"/>
                <a:cs typeface="Times New Roman" panose="02020603050405020304" pitchFamily="18" charset="0"/>
              </a:rPr>
              <a:t>a</a:t>
            </a:r>
            <a:r>
              <a:rPr lang="en-US" altLang="en-US" sz="2800">
                <a:solidFill>
                  <a:srgbClr val="FF0000"/>
                </a:solidFill>
                <a:latin typeface="Times New Roman" panose="02020603050405020304" pitchFamily="18" charset="0"/>
                <a:cs typeface="Times New Roman" panose="02020603050405020304" pitchFamily="18" charset="0"/>
              </a:rPr>
              <a:t>&lt;</a:t>
            </a:r>
            <a:r>
              <a:rPr lang="en-US" altLang="zh-CN" sz="2800">
                <a:solidFill>
                  <a:srgbClr val="FF0000"/>
                </a:solidFill>
                <a:latin typeface="Times New Roman" panose="02020603050405020304" pitchFamily="18" charset="0"/>
                <a:cs typeface="Times New Roman" panose="02020603050405020304" pitchFamily="18" charset="0"/>
              </a:rPr>
              <a:t>0</a:t>
            </a:r>
          </a:p>
        </p:txBody>
      </p:sp>
      <p:sp>
        <p:nvSpPr>
          <p:cNvPr id="34" name="Text Box 23"/>
          <p:cNvSpPr txBox="1">
            <a:spLocks noChangeArrowheads="1"/>
          </p:cNvSpPr>
          <p:nvPr>
            <p:custDataLst>
              <p:tags r:id="rId22"/>
            </p:custDataLst>
          </p:nvPr>
        </p:nvSpPr>
        <p:spPr bwMode="auto">
          <a:xfrm>
            <a:off x="8452485" y="5638800"/>
            <a:ext cx="937260" cy="51181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zh-CN" altLang="en-US" sz="2800">
                <a:solidFill>
                  <a:srgbClr val="FF0000"/>
                </a:solidFill>
                <a:latin typeface="Times New Roman" panose="02020603050405020304" pitchFamily="18" charset="0"/>
              </a:rPr>
              <a:t>减速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4002"/>
                                        </p:tgtEl>
                                        <p:attrNameLst>
                                          <p:attrName>style.visibility</p:attrName>
                                        </p:attrNameLst>
                                      </p:cBhvr>
                                      <p:to>
                                        <p:strVal val="visible"/>
                                      </p:to>
                                    </p:set>
                                    <p:animEffect transition="in" filter="wipe(left)">
                                      <p:cBhvr>
                                        <p:cTn id="17" dur="500"/>
                                        <p:tgtEl>
                                          <p:spTgt spid="124002"/>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3927"/>
                                        </p:tgtEl>
                                        <p:attrNameLst>
                                          <p:attrName>style.visibility</p:attrName>
                                        </p:attrNameLst>
                                      </p:cBhvr>
                                      <p:to>
                                        <p:strVal val="visible"/>
                                      </p:to>
                                    </p:set>
                                    <p:animEffect transition="in" filter="blinds(horizontal)">
                                      <p:cBhvr>
                                        <p:cTn id="27" dur="500"/>
                                        <p:tgtEl>
                                          <p:spTgt spid="123927"/>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928"/>
                                        </p:tgtEl>
                                        <p:attrNameLst>
                                          <p:attrName>style.visibility</p:attrName>
                                        </p:attrNameLst>
                                      </p:cBhvr>
                                      <p:to>
                                        <p:strVal val="visible"/>
                                      </p:to>
                                    </p:set>
                                    <p:animEffect transition="in" filter="wipe(left)">
                                      <p:cBhvr>
                                        <p:cTn id="32" dur="500"/>
                                        <p:tgtEl>
                                          <p:spTgt spid="123928"/>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3967"/>
                                        </p:tgtEl>
                                        <p:attrNameLst>
                                          <p:attrName>style.visibility</p:attrName>
                                        </p:attrNameLst>
                                      </p:cBhvr>
                                      <p:to>
                                        <p:strVal val="visible"/>
                                      </p:to>
                                    </p:set>
                                    <p:animEffect transition="in" filter="wipe(left)">
                                      <p:cBhvr>
                                        <p:cTn id="37" dur="500"/>
                                        <p:tgtEl>
                                          <p:spTgt spid="123967"/>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left)">
                                      <p:cBhvr>
                                        <p:cTn id="47" dur="500"/>
                                        <p:tgtEl>
                                          <p:spTgt spid="20"/>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left)">
                                      <p:cBhvr>
                                        <p:cTn id="52" dur="500"/>
                                        <p:tgtEl>
                                          <p:spTgt spid="36"/>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500"/>
                                        <p:tgtEl>
                                          <p:spTgt spid="37"/>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right)">
                                      <p:cBhvr>
                                        <p:cTn id="62" dur="500"/>
                                        <p:tgtEl>
                                          <p:spTgt spid="28"/>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blinds(horizontal)">
                                      <p:cBhvr>
                                        <p:cTn id="67" dur="500"/>
                                        <p:tgtEl>
                                          <p:spTgt spid="31"/>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left)">
                                      <p:cBhvr>
                                        <p:cTn id="72" dur="500"/>
                                        <p:tgtEl>
                                          <p:spTgt spid="32"/>
                                        </p:tgtEl>
                                      </p:cBhvr>
                                    </p:animEffect>
                                  </p:childTnLst>
                                </p:cTn>
                              </p:par>
                            </p:childTnLst>
                          </p:cTn>
                        </p:par>
                      </p:childTnLst>
                    </p:cTn>
                  </p:par>
                  <p:par>
                    <p:cTn id="73" fill="hold" nodeType="clickPar">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wipe(left)">
                                      <p:cBhvr>
                                        <p:cTn id="77" dur="500"/>
                                        <p:tgtEl>
                                          <p:spTgt spid="33"/>
                                        </p:tgtEl>
                                      </p:cBhvr>
                                    </p:animEffect>
                                  </p:childTnLst>
                                </p:cTn>
                              </p:par>
                            </p:childTnLst>
                          </p:cTn>
                        </p:par>
                      </p:childTnLst>
                    </p:cTn>
                  </p:par>
                  <p:par>
                    <p:cTn id="78" fill="hold" nodeType="clickPar">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left)">
                                      <p:cBhvr>
                                        <p:cTn id="8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27" grpId="0" animBg="1"/>
      <p:bldP spid="123928" grpId="0" animBg="1"/>
      <p:bldP spid="123967" grpId="0" animBg="1"/>
      <p:bldP spid="5" grpId="0" animBg="1"/>
      <p:bldP spid="31" grpId="0" animBg="1"/>
      <p:bldP spid="32" grpId="0" animBg="1"/>
      <p:bldP spid="33" grpId="0" animBg="1"/>
      <p:bldP spid="3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grpSp>
        <p:nvGrpSpPr>
          <p:cNvPr id="12" name="组合 11"/>
          <p:cNvGrpSpPr/>
          <p:nvPr>
            <p:custDataLst>
              <p:tags r:id="rId2"/>
            </p:custDataLst>
          </p:nvPr>
        </p:nvGrpSpPr>
        <p:grpSpPr>
          <a:xfrm flipH="1">
            <a:off x="495935" y="1941830"/>
            <a:ext cx="4460875" cy="929640"/>
            <a:chOff x="10217" y="3059"/>
            <a:chExt cx="7025" cy="1464"/>
          </a:xfrm>
        </p:grpSpPr>
        <p:grpSp>
          <p:nvGrpSpPr>
            <p:cNvPr id="10" name="组合 9"/>
            <p:cNvGrpSpPr/>
            <p:nvPr>
              <p:custDataLst>
                <p:tags r:id="rId41"/>
              </p:custDataLst>
            </p:nvPr>
          </p:nvGrpSpPr>
          <p:grpSpPr>
            <a:xfrm>
              <a:off x="10217" y="3486"/>
              <a:ext cx="4601" cy="378"/>
              <a:chOff x="10217" y="3486"/>
              <a:chExt cx="4601" cy="378"/>
            </a:xfrm>
          </p:grpSpPr>
          <p:sp>
            <p:nvSpPr>
              <p:cNvPr id="123914" name="Rectangle 10"/>
              <p:cNvSpPr>
                <a:spLocks noChangeArrowheads="1"/>
              </p:cNvSpPr>
              <p:nvPr>
                <p:custDataLst>
                  <p:tags r:id="rId43"/>
                </p:custDataLst>
              </p:nvPr>
            </p:nvSpPr>
            <p:spPr bwMode="auto">
              <a:xfrm>
                <a:off x="10217" y="3486"/>
                <a:ext cx="531" cy="379"/>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sp>
            <p:nvSpPr>
              <p:cNvPr id="123917" name="Line 13"/>
              <p:cNvSpPr>
                <a:spLocks noChangeShapeType="1"/>
              </p:cNvSpPr>
              <p:nvPr>
                <p:custDataLst>
                  <p:tags r:id="rId44"/>
                </p:custDataLst>
              </p:nvPr>
            </p:nvSpPr>
            <p:spPr bwMode="auto">
              <a:xfrm flipV="1">
                <a:off x="10748" y="3665"/>
                <a:ext cx="4070" cy="10"/>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sp>
          <p:nvSpPr>
            <p:cNvPr id="123984" name="Text Box 80"/>
            <p:cNvSpPr txBox="1">
              <a:spLocks noChangeArrowheads="1"/>
            </p:cNvSpPr>
            <p:nvPr>
              <p:custDataLst>
                <p:tags r:id="rId42"/>
              </p:custDataLst>
            </p:nvPr>
          </p:nvSpPr>
          <p:spPr bwMode="auto">
            <a:xfrm>
              <a:off x="14655" y="3059"/>
              <a:ext cx="2587" cy="1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 m/s</a:t>
              </a:r>
              <a:endParaRPr lang="zh-CN" altLang="en-US" sz="2800">
                <a:solidFill>
                  <a:srgbClr val="000000"/>
                </a:solidFill>
                <a:latin typeface="Times New Roman" panose="02020603050405020304" pitchFamily="18" charset="0"/>
                <a:cs typeface="Times New Roman" panose="02020603050405020304" pitchFamily="18" charset="0"/>
              </a:endParaRPr>
            </a:p>
          </p:txBody>
        </p:sp>
      </p:grpSp>
      <p:sp>
        <p:nvSpPr>
          <p:cNvPr id="123911" name="Rectangle 7"/>
          <p:cNvSpPr>
            <a:spLocks noChangeArrowheads="1"/>
          </p:cNvSpPr>
          <p:nvPr>
            <p:custDataLst>
              <p:tags r:id="rId3"/>
            </p:custDataLst>
          </p:nvPr>
        </p:nvSpPr>
        <p:spPr bwMode="auto">
          <a:xfrm>
            <a:off x="9462770" y="2212975"/>
            <a:ext cx="337185" cy="240665"/>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9" name="组合 8"/>
          <p:cNvGrpSpPr/>
          <p:nvPr>
            <p:custDataLst>
              <p:tags r:id="rId4"/>
            </p:custDataLst>
          </p:nvPr>
        </p:nvGrpSpPr>
        <p:grpSpPr>
          <a:xfrm flipH="1">
            <a:off x="7271385" y="1941830"/>
            <a:ext cx="2191385" cy="436880"/>
            <a:chOff x="2998" y="3167"/>
            <a:chExt cx="3451" cy="688"/>
          </a:xfrm>
        </p:grpSpPr>
        <p:sp>
          <p:nvSpPr>
            <p:cNvPr id="123912" name="Line 8"/>
            <p:cNvSpPr>
              <a:spLocks noChangeShapeType="1"/>
            </p:cNvSpPr>
            <p:nvPr>
              <p:custDataLst>
                <p:tags r:id="rId39"/>
              </p:custDataLst>
            </p:nvPr>
          </p:nvSpPr>
          <p:spPr bwMode="auto">
            <a:xfrm>
              <a:off x="2998" y="3741"/>
              <a:ext cx="929" cy="0"/>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123913" name="Text Box 9"/>
            <p:cNvSpPr txBox="1">
              <a:spLocks noChangeArrowheads="1"/>
            </p:cNvSpPr>
            <p:nvPr>
              <p:custDataLst>
                <p:tags r:id="rId40"/>
              </p:custDataLst>
            </p:nvPr>
          </p:nvSpPr>
          <p:spPr bwMode="auto">
            <a:xfrm>
              <a:off x="3927" y="3167"/>
              <a:ext cx="2522" cy="6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000000"/>
                  </a:solidFill>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 m/s</a:t>
              </a:r>
              <a:endParaRPr lang="zh-CN" altLang="en-US" sz="2800">
                <a:solidFill>
                  <a:srgbClr val="000000"/>
                </a:solidFill>
                <a:latin typeface="Times New Roman" panose="02020603050405020304" pitchFamily="18" charset="0"/>
                <a:cs typeface="Times New Roman" panose="02020603050405020304" pitchFamily="18" charset="0"/>
              </a:endParaRPr>
            </a:p>
          </p:txBody>
        </p:sp>
      </p:grpSp>
      <p:sp>
        <p:nvSpPr>
          <p:cNvPr id="123915" name="Line 11"/>
          <p:cNvSpPr>
            <a:spLocks noChangeShapeType="1"/>
          </p:cNvSpPr>
          <p:nvPr>
            <p:custDataLst>
              <p:tags r:id="rId5"/>
            </p:custDataLst>
          </p:nvPr>
        </p:nvSpPr>
        <p:spPr bwMode="auto">
          <a:xfrm flipV="1">
            <a:off x="1546225" y="2454275"/>
            <a:ext cx="8272145" cy="4381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nvGrpSpPr>
          <p:cNvPr id="124002" name="Group 98"/>
          <p:cNvGrpSpPr/>
          <p:nvPr>
            <p:custDataLst>
              <p:tags r:id="rId6"/>
            </p:custDataLst>
          </p:nvPr>
        </p:nvGrpSpPr>
        <p:grpSpPr>
          <a:xfrm flipH="1">
            <a:off x="3894445" y="1744476"/>
            <a:ext cx="735836" cy="582252"/>
            <a:chOff x="1679" y="1499"/>
            <a:chExt cx="419" cy="465"/>
          </a:xfrm>
        </p:grpSpPr>
        <p:sp>
          <p:nvSpPr>
            <p:cNvPr id="124001" name="Text Box 97"/>
            <p:cNvSpPr txBox="1">
              <a:spLocks noChangeArrowheads="1"/>
            </p:cNvSpPr>
            <p:nvPr>
              <p:custDataLst>
                <p:tags r:id="rId37"/>
              </p:custDataLst>
            </p:nvPr>
          </p:nvSpPr>
          <p:spPr bwMode="auto">
            <a:xfrm>
              <a:off x="1791" y="1499"/>
              <a:ext cx="307" cy="4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kumimoji="1" lang="en-US" altLang="zh-CN" sz="2800" baseline="-25000">
                  <a:latin typeface="Times New Roman" panose="02020603050405020304" pitchFamily="18" charset="0"/>
                  <a:cs typeface="Times New Roman" panose="02020603050405020304" pitchFamily="18" charset="0"/>
                </a:rPr>
                <a:t>1</a:t>
              </a:r>
              <a:endParaRPr kumimoji="1" lang="zh-CN" altLang="en-US" sz="2800" baseline="-25000">
                <a:latin typeface="Times New Roman" panose="02020603050405020304" pitchFamily="18" charset="0"/>
                <a:cs typeface="Times New Roman" panose="02020603050405020304" pitchFamily="18" charset="0"/>
              </a:endParaRPr>
            </a:p>
          </p:txBody>
        </p:sp>
        <p:sp>
          <p:nvSpPr>
            <p:cNvPr id="123920" name="Line 16"/>
            <p:cNvSpPr>
              <a:spLocks noChangeShapeType="1"/>
            </p:cNvSpPr>
            <p:nvPr>
              <p:custDataLst>
                <p:tags r:id="rId38"/>
              </p:custDataLst>
            </p:nvPr>
          </p:nvSpPr>
          <p:spPr bwMode="auto">
            <a:xfrm>
              <a:off x="1679" y="1963"/>
              <a:ext cx="384" cy="1"/>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
            </a:p>
          </p:txBody>
        </p:sp>
      </p:grpSp>
      <p:grpSp>
        <p:nvGrpSpPr>
          <p:cNvPr id="11" name="组合 10"/>
          <p:cNvGrpSpPr/>
          <p:nvPr>
            <p:custDataLst>
              <p:tags r:id="rId7"/>
            </p:custDataLst>
          </p:nvPr>
        </p:nvGrpSpPr>
        <p:grpSpPr>
          <a:xfrm flipH="1">
            <a:off x="2067560" y="1691005"/>
            <a:ext cx="1888490" cy="514350"/>
            <a:chOff x="11810" y="2669"/>
            <a:chExt cx="2974" cy="810"/>
          </a:xfrm>
        </p:grpSpPr>
        <p:sp>
          <p:nvSpPr>
            <p:cNvPr id="123921" name="Line 17"/>
            <p:cNvSpPr>
              <a:spLocks noChangeShapeType="1"/>
            </p:cNvSpPr>
            <p:nvPr>
              <p:custDataLst>
                <p:tags r:id="rId35"/>
              </p:custDataLst>
            </p:nvPr>
          </p:nvSpPr>
          <p:spPr bwMode="auto">
            <a:xfrm flipV="1">
              <a:off x="11810" y="3473"/>
              <a:ext cx="2974" cy="6"/>
            </a:xfrm>
            <a:prstGeom prst="line">
              <a:avLst/>
            </a:prstGeom>
            <a:noFill/>
            <a:ln w="28575">
              <a:solidFill>
                <a:srgbClr val="FF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123923" name="Text Box 19"/>
            <p:cNvSpPr txBox="1">
              <a:spLocks noChangeArrowheads="1"/>
            </p:cNvSpPr>
            <p:nvPr>
              <p:custDataLst>
                <p:tags r:id="rId36"/>
              </p:custDataLst>
            </p:nvPr>
          </p:nvSpPr>
          <p:spPr bwMode="auto">
            <a:xfrm>
              <a:off x="12813" y="2669"/>
              <a:ext cx="968"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a:solidFill>
                    <a:srgbClr val="FF99FF"/>
                  </a:solidFill>
                  <a:latin typeface="Times New Roman" panose="02020603050405020304" pitchFamily="18" charset="0"/>
                  <a:cs typeface="Times New Roman" panose="02020603050405020304" pitchFamily="18" charset="0"/>
                </a:rPr>
                <a:t>Δ</a:t>
              </a:r>
              <a:r>
                <a:rPr kumimoji="1" lang="en-US" altLang="zh-CN" sz="2800" i="1">
                  <a:solidFill>
                    <a:srgbClr val="FF99FF"/>
                  </a:solidFill>
                  <a:latin typeface="Times New Roman" panose="02020603050405020304" pitchFamily="18" charset="0"/>
                  <a:cs typeface="Times New Roman" panose="02020603050405020304" pitchFamily="18" charset="0"/>
                </a:rPr>
                <a:t>v</a:t>
              </a:r>
            </a:p>
          </p:txBody>
        </p:sp>
      </p:grpSp>
      <p:sp>
        <p:nvSpPr>
          <p:cNvPr id="123927" name="Text Box 23"/>
          <p:cNvSpPr txBox="1">
            <a:spLocks noChangeArrowheads="1"/>
          </p:cNvSpPr>
          <p:nvPr>
            <p:custDataLst>
              <p:tags r:id="rId8"/>
            </p:custDataLst>
          </p:nvPr>
        </p:nvSpPr>
        <p:spPr bwMode="auto">
          <a:xfrm>
            <a:off x="2345690" y="3091180"/>
            <a:ext cx="3183255" cy="572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solidFill>
                  <a:srgbClr val="FF0000"/>
                </a:solidFill>
                <a:latin typeface="Times New Roman" panose="02020603050405020304" pitchFamily="18" charset="0"/>
                <a:cs typeface="Times New Roman" panose="02020603050405020304" pitchFamily="18" charset="0"/>
              </a:rPr>
              <a:t>v</a:t>
            </a:r>
            <a:r>
              <a:rPr kumimoji="1" lang="en-US" altLang="zh-CN" sz="2800">
                <a:solidFill>
                  <a:srgbClr val="FF0000"/>
                </a:solidFill>
                <a:latin typeface="Times New Roman" panose="02020603050405020304" pitchFamily="18" charset="0"/>
                <a:cs typeface="Times New Roman" panose="02020603050405020304" pitchFamily="18" charset="0"/>
              </a:rPr>
              <a:t>&lt;</a:t>
            </a:r>
            <a:r>
              <a:rPr lang="en-US" altLang="zh-CN" sz="2800">
                <a:solidFill>
                  <a:srgbClr val="FF0000"/>
                </a:solidFill>
                <a:latin typeface="Times New Roman" panose="02020603050405020304" pitchFamily="18" charset="0"/>
                <a:cs typeface="Times New Roman" panose="02020603050405020304" pitchFamily="18" charset="0"/>
              </a:rPr>
              <a:t>0</a:t>
            </a:r>
            <a:r>
              <a:rPr lang="zh-CN" altLang="en-US" sz="2800">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Δ</a:t>
            </a:r>
            <a:r>
              <a:rPr kumimoji="1" lang="en-US" altLang="zh-CN" sz="2800" i="1">
                <a:latin typeface="Times New Roman" panose="02020603050405020304" pitchFamily="18" charset="0"/>
                <a:cs typeface="Times New Roman" panose="02020603050405020304" pitchFamily="18" charset="0"/>
              </a:rPr>
              <a:t>v=v</a:t>
            </a:r>
            <a:r>
              <a:rPr kumimoji="1" lang="en-US" altLang="zh-CN" sz="2800" i="1" baseline="-25000">
                <a:latin typeface="Times New Roman" panose="02020603050405020304" pitchFamily="18" charset="0"/>
                <a:cs typeface="Times New Roman" panose="02020603050405020304" pitchFamily="18" charset="0"/>
              </a:rPr>
              <a:t>2</a:t>
            </a:r>
            <a:r>
              <a:rPr kumimoji="1" lang="en-US" altLang="zh-CN" sz="2800" i="1">
                <a:latin typeface="Times New Roman" panose="02020603050405020304" pitchFamily="18" charset="0"/>
                <a:cs typeface="Times New Roman" panose="02020603050405020304" pitchFamily="18" charset="0"/>
              </a:rPr>
              <a:t>-v</a:t>
            </a:r>
            <a:r>
              <a:rPr kumimoji="1" lang="en-US" altLang="zh-CN" sz="2800" i="1" baseline="-25000">
                <a:latin typeface="Times New Roman" panose="02020603050405020304" pitchFamily="18" charset="0"/>
                <a:cs typeface="Times New Roman" panose="02020603050405020304" pitchFamily="18" charset="0"/>
              </a:rPr>
              <a:t>1</a:t>
            </a:r>
            <a:r>
              <a:rPr kumimoji="1" lang="en-US" altLang="zh-CN" sz="2800">
                <a:latin typeface="Times New Roman" panose="02020603050405020304" pitchFamily="18" charset="0"/>
                <a:cs typeface="Times New Roman" panose="02020603050405020304" pitchFamily="18" charset="0"/>
                <a:sym typeface="+mn-ea"/>
              </a:rPr>
              <a:t>&lt;</a:t>
            </a:r>
            <a:r>
              <a:rPr lang="en-US" altLang="zh-CN" sz="2800">
                <a:latin typeface="Times New Roman" panose="02020603050405020304" pitchFamily="18" charset="0"/>
                <a:cs typeface="Times New Roman" panose="02020603050405020304" pitchFamily="18" charset="0"/>
              </a:rPr>
              <a:t>0</a:t>
            </a:r>
            <a:endParaRPr lang="zh-CN" altLang="en-US" sz="2800">
              <a:latin typeface="Times New Roman" panose="02020603050405020304" pitchFamily="18" charset="0"/>
              <a:cs typeface="Times New Roman" panose="02020603050405020304" pitchFamily="18" charset="0"/>
            </a:endParaRPr>
          </a:p>
        </p:txBody>
      </p:sp>
      <p:sp>
        <p:nvSpPr>
          <p:cNvPr id="123928" name="AutoShape 24"/>
          <p:cNvSpPr>
            <a:spLocks noChangeArrowheads="1"/>
          </p:cNvSpPr>
          <p:nvPr>
            <p:custDataLst>
              <p:tags r:id="rId9"/>
            </p:custDataLst>
          </p:nvPr>
        </p:nvSpPr>
        <p:spPr bwMode="auto">
          <a:xfrm>
            <a:off x="5696585" y="3251200"/>
            <a:ext cx="674370" cy="180340"/>
          </a:xfrm>
          <a:prstGeom prst="rightArrow">
            <a:avLst>
              <a:gd name="adj1" fmla="val 50000"/>
              <a:gd name="adj2" fmla="val 66667"/>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13" name="组合 12"/>
          <p:cNvGrpSpPr/>
          <p:nvPr>
            <p:custDataLst>
              <p:tags r:id="rId10"/>
            </p:custDataLst>
          </p:nvPr>
        </p:nvGrpSpPr>
        <p:grpSpPr>
          <a:xfrm>
            <a:off x="1188085" y="1067435"/>
            <a:ext cx="1516380" cy="511810"/>
            <a:chOff x="1870" y="1685"/>
            <a:chExt cx="2388" cy="806"/>
          </a:xfrm>
        </p:grpSpPr>
        <p:sp>
          <p:nvSpPr>
            <p:cNvPr id="123959" name="Line 55"/>
            <p:cNvSpPr>
              <a:spLocks noChangeShapeType="1"/>
            </p:cNvSpPr>
            <p:nvPr>
              <p:custDataLst>
                <p:tags r:id="rId33"/>
              </p:custDataLst>
            </p:nvPr>
          </p:nvSpPr>
          <p:spPr bwMode="auto">
            <a:xfrm>
              <a:off x="2268" y="2491"/>
              <a:ext cx="1991" cy="0"/>
            </a:xfrm>
            <a:prstGeom prst="line">
              <a:avLst/>
            </a:prstGeom>
            <a:noFill/>
            <a:ln w="57150">
              <a:solidFill>
                <a:srgbClr val="4DAEFE"/>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123960" name="Text Box 56"/>
            <p:cNvSpPr txBox="1">
              <a:spLocks noChangeArrowheads="1"/>
            </p:cNvSpPr>
            <p:nvPr>
              <p:custDataLst>
                <p:tags r:id="rId34"/>
              </p:custDataLst>
            </p:nvPr>
          </p:nvSpPr>
          <p:spPr bwMode="auto">
            <a:xfrm>
              <a:off x="1870" y="1685"/>
              <a:ext cx="2389"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ctr">
                <a:spcBef>
                  <a:spcPct val="20000"/>
                </a:spcBef>
                <a:buFont typeface="Wingdings" panose="05000000000000000000" pitchFamily="2" charset="2"/>
                <a:buNone/>
              </a:pPr>
              <a:r>
                <a:rPr lang="zh-CN" altLang="en-US" sz="2800">
                  <a:latin typeface="Times New Roman" panose="02020603050405020304" pitchFamily="18" charset="0"/>
                </a:rPr>
                <a:t>正方向</a:t>
              </a:r>
            </a:p>
          </p:txBody>
        </p:sp>
      </p:grpSp>
      <p:sp>
        <p:nvSpPr>
          <p:cNvPr id="123967" name="Text Box 63"/>
          <p:cNvSpPr txBox="1">
            <a:spLocks noChangeArrowheads="1"/>
          </p:cNvSpPr>
          <p:nvPr>
            <p:custDataLst>
              <p:tags r:id="rId11"/>
            </p:custDataLst>
          </p:nvPr>
        </p:nvSpPr>
        <p:spPr bwMode="auto">
          <a:xfrm>
            <a:off x="6833870" y="3091180"/>
            <a:ext cx="1113155" cy="511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FF0000"/>
                </a:solidFill>
                <a:latin typeface="Times New Roman" panose="02020603050405020304" pitchFamily="18" charset="0"/>
                <a:cs typeface="Times New Roman" panose="02020603050405020304" pitchFamily="18" charset="0"/>
              </a:rPr>
              <a:t>a</a:t>
            </a:r>
            <a:r>
              <a:rPr lang="en-US" altLang="en-US" sz="2800">
                <a:solidFill>
                  <a:srgbClr val="FF0000"/>
                </a:solidFill>
                <a:latin typeface="Times New Roman" panose="02020603050405020304" pitchFamily="18" charset="0"/>
                <a:cs typeface="Times New Roman" panose="02020603050405020304" pitchFamily="18" charset="0"/>
              </a:rPr>
              <a:t>&lt;</a:t>
            </a:r>
            <a:r>
              <a:rPr lang="en-US" altLang="zh-CN" sz="2800">
                <a:solidFill>
                  <a:srgbClr val="FF0000"/>
                </a:solidFill>
                <a:latin typeface="Times New Roman" panose="02020603050405020304" pitchFamily="18" charset="0"/>
                <a:cs typeface="Times New Roman" panose="02020603050405020304" pitchFamily="18" charset="0"/>
              </a:rPr>
              <a:t>0</a:t>
            </a:r>
          </a:p>
        </p:txBody>
      </p:sp>
      <p:sp>
        <p:nvSpPr>
          <p:cNvPr id="5" name="Text Box 23"/>
          <p:cNvSpPr txBox="1">
            <a:spLocks noChangeArrowheads="1"/>
          </p:cNvSpPr>
          <p:nvPr>
            <p:custDataLst>
              <p:tags r:id="rId12"/>
            </p:custDataLst>
          </p:nvPr>
        </p:nvSpPr>
        <p:spPr bwMode="auto">
          <a:xfrm>
            <a:off x="8452485" y="3091180"/>
            <a:ext cx="937260" cy="51181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zh-CN" altLang="en-US" sz="2800">
                <a:solidFill>
                  <a:srgbClr val="FF0000"/>
                </a:solidFill>
                <a:latin typeface="Times New Roman" panose="02020603050405020304" pitchFamily="18" charset="0"/>
              </a:rPr>
              <a:t>加速</a:t>
            </a:r>
          </a:p>
        </p:txBody>
      </p:sp>
      <p:sp>
        <p:nvSpPr>
          <p:cNvPr id="19" name="Rectangle 7"/>
          <p:cNvSpPr>
            <a:spLocks noChangeArrowheads="1"/>
          </p:cNvSpPr>
          <p:nvPr>
            <p:custDataLst>
              <p:tags r:id="rId13"/>
            </p:custDataLst>
          </p:nvPr>
        </p:nvSpPr>
        <p:spPr bwMode="auto">
          <a:xfrm>
            <a:off x="9462770" y="4493895"/>
            <a:ext cx="337185" cy="240665"/>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20" name="组合 19"/>
          <p:cNvGrpSpPr/>
          <p:nvPr>
            <p:custDataLst>
              <p:tags r:id="rId14"/>
            </p:custDataLst>
          </p:nvPr>
        </p:nvGrpSpPr>
        <p:grpSpPr>
          <a:xfrm flipH="1">
            <a:off x="6382385" y="4135120"/>
            <a:ext cx="3080385" cy="494665"/>
            <a:chOff x="2998" y="2962"/>
            <a:chExt cx="4851" cy="779"/>
          </a:xfrm>
        </p:grpSpPr>
        <p:sp>
          <p:nvSpPr>
            <p:cNvPr id="21" name="Line 8"/>
            <p:cNvSpPr>
              <a:spLocks noChangeShapeType="1"/>
            </p:cNvSpPr>
            <p:nvPr>
              <p:custDataLst>
                <p:tags r:id="rId31"/>
              </p:custDataLst>
            </p:nvPr>
          </p:nvSpPr>
          <p:spPr bwMode="auto">
            <a:xfrm>
              <a:off x="2998" y="3741"/>
              <a:ext cx="4082" cy="0"/>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22" name="Text Box 9"/>
            <p:cNvSpPr txBox="1">
              <a:spLocks noChangeArrowheads="1"/>
            </p:cNvSpPr>
            <p:nvPr>
              <p:custDataLst>
                <p:tags r:id="rId32"/>
              </p:custDataLst>
            </p:nvPr>
          </p:nvSpPr>
          <p:spPr bwMode="auto">
            <a:xfrm>
              <a:off x="5327" y="2962"/>
              <a:ext cx="2522" cy="6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000000"/>
                  </a:solidFill>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 m/s</a:t>
              </a:r>
              <a:endParaRPr lang="zh-CN" altLang="en-US" sz="2800">
                <a:solidFill>
                  <a:srgbClr val="000000"/>
                </a:solidFill>
                <a:latin typeface="Times New Roman" panose="02020603050405020304" pitchFamily="18" charset="0"/>
                <a:cs typeface="Times New Roman" panose="02020603050405020304" pitchFamily="18" charset="0"/>
              </a:endParaRPr>
            </a:p>
          </p:txBody>
        </p:sp>
      </p:grpSp>
      <p:sp>
        <p:nvSpPr>
          <p:cNvPr id="23" name="Line 11"/>
          <p:cNvSpPr>
            <a:spLocks noChangeShapeType="1"/>
          </p:cNvSpPr>
          <p:nvPr>
            <p:custDataLst>
              <p:tags r:id="rId15"/>
            </p:custDataLst>
          </p:nvPr>
        </p:nvSpPr>
        <p:spPr bwMode="auto">
          <a:xfrm flipV="1">
            <a:off x="1528445" y="4744085"/>
            <a:ext cx="8272145" cy="43815"/>
          </a:xfrm>
          <a:prstGeom prst="line">
            <a:avLst/>
          </a:prstGeom>
          <a:noFill/>
          <a:ln w="571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nvGrpSpPr>
          <p:cNvPr id="37" name="组合 36"/>
          <p:cNvGrpSpPr/>
          <p:nvPr>
            <p:custDataLst>
              <p:tags r:id="rId16"/>
            </p:custDataLst>
          </p:nvPr>
        </p:nvGrpSpPr>
        <p:grpSpPr>
          <a:xfrm flipH="1">
            <a:off x="1575435" y="4197350"/>
            <a:ext cx="3117215" cy="576580"/>
            <a:chOff x="11051" y="6628"/>
            <a:chExt cx="4909" cy="908"/>
          </a:xfrm>
        </p:grpSpPr>
        <p:sp>
          <p:nvSpPr>
            <p:cNvPr id="18" name="Text Box 80"/>
            <p:cNvSpPr txBox="1">
              <a:spLocks noChangeArrowheads="1"/>
            </p:cNvSpPr>
            <p:nvPr>
              <p:custDataLst>
                <p:tags r:id="rId29"/>
              </p:custDataLst>
            </p:nvPr>
          </p:nvSpPr>
          <p:spPr bwMode="auto">
            <a:xfrm>
              <a:off x="15073" y="6628"/>
              <a:ext cx="887" cy="9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lang="en-US" altLang="zh-CN" sz="2800" baseline="-25000">
                  <a:solidFill>
                    <a:srgbClr val="000000"/>
                  </a:solidFill>
                  <a:latin typeface="Times New Roman" panose="02020603050405020304" pitchFamily="18" charset="0"/>
                  <a:cs typeface="Times New Roman" panose="02020603050405020304" pitchFamily="18" charset="0"/>
                </a:rPr>
                <a:t>1</a:t>
              </a:r>
              <a:endParaRPr lang="zh-CN" altLang="en-US" sz="2800">
                <a:solidFill>
                  <a:srgbClr val="000000"/>
                </a:solidFill>
                <a:latin typeface="Times New Roman" panose="02020603050405020304" pitchFamily="18" charset="0"/>
                <a:cs typeface="Times New Roman" panose="02020603050405020304" pitchFamily="18" charset="0"/>
              </a:endParaRPr>
            </a:p>
          </p:txBody>
        </p:sp>
        <p:sp>
          <p:nvSpPr>
            <p:cNvPr id="17" name="Line 13"/>
            <p:cNvSpPr>
              <a:spLocks noChangeShapeType="1"/>
            </p:cNvSpPr>
            <p:nvPr>
              <p:custDataLst>
                <p:tags r:id="rId30"/>
              </p:custDataLst>
            </p:nvPr>
          </p:nvSpPr>
          <p:spPr bwMode="auto">
            <a:xfrm flipV="1">
              <a:off x="11051" y="7272"/>
              <a:ext cx="4070" cy="10"/>
            </a:xfrm>
            <a:prstGeom prst="line">
              <a:avLst/>
            </a:prstGeom>
            <a:noFill/>
            <a:ln w="28575">
              <a:solidFill>
                <a:srgbClr val="00A249"/>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grpSp>
      <p:grpSp>
        <p:nvGrpSpPr>
          <p:cNvPr id="36" name="组合 35"/>
          <p:cNvGrpSpPr/>
          <p:nvPr>
            <p:custDataLst>
              <p:tags r:id="rId17"/>
            </p:custDataLst>
          </p:nvPr>
        </p:nvGrpSpPr>
        <p:grpSpPr>
          <a:xfrm flipH="1">
            <a:off x="2853690" y="4030345"/>
            <a:ext cx="2176145" cy="703580"/>
            <a:chOff x="10145" y="5829"/>
            <a:chExt cx="3427" cy="1108"/>
          </a:xfrm>
        </p:grpSpPr>
        <p:sp>
          <p:nvSpPr>
            <p:cNvPr id="16" name="Rectangle 10"/>
            <p:cNvSpPr>
              <a:spLocks noChangeArrowheads="1"/>
            </p:cNvSpPr>
            <p:nvPr>
              <p:custDataLst>
                <p:tags r:id="rId25"/>
              </p:custDataLst>
            </p:nvPr>
          </p:nvSpPr>
          <p:spPr bwMode="auto">
            <a:xfrm>
              <a:off x="10145" y="6559"/>
              <a:ext cx="531" cy="379"/>
            </a:xfrm>
            <a:prstGeom prst="rect">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grpSp>
          <p:nvGrpSpPr>
            <p:cNvPr id="24" name="Group 98"/>
            <p:cNvGrpSpPr/>
            <p:nvPr>
              <p:custDataLst>
                <p:tags r:id="rId26"/>
              </p:custDataLst>
            </p:nvPr>
          </p:nvGrpSpPr>
          <p:grpSpPr>
            <a:xfrm>
              <a:off x="10676" y="5829"/>
              <a:ext cx="2896" cy="917"/>
              <a:chOff x="1679" y="1499"/>
              <a:chExt cx="1047" cy="465"/>
            </a:xfrm>
          </p:grpSpPr>
          <p:sp>
            <p:nvSpPr>
              <p:cNvPr id="25" name="Text Box 97"/>
              <p:cNvSpPr txBox="1">
                <a:spLocks noChangeArrowheads="1"/>
              </p:cNvSpPr>
              <p:nvPr>
                <p:custDataLst>
                  <p:tags r:id="rId27"/>
                </p:custDataLst>
              </p:nvPr>
            </p:nvSpPr>
            <p:spPr bwMode="auto">
              <a:xfrm>
                <a:off x="1791" y="1499"/>
                <a:ext cx="935"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latin typeface="Times New Roman" panose="02020603050405020304" pitchFamily="18" charset="0"/>
                    <a:cs typeface="Times New Roman" panose="02020603050405020304" pitchFamily="18" charset="0"/>
                  </a:rPr>
                  <a:t>v</a:t>
                </a:r>
                <a:r>
                  <a:rPr kumimoji="1" lang="en-US" altLang="zh-CN" sz="2800" baseline="-25000">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sym typeface="+mn-ea"/>
                  </a:rPr>
                  <a:t>=</a:t>
                </a:r>
                <a:r>
                  <a:rPr lang="en-US" altLang="zh-CN" sz="2800">
                    <a:solidFill>
                      <a:srgbClr val="FF0000"/>
                    </a:solidFill>
                    <a:latin typeface="Times New Roman" panose="02020603050405020304" pitchFamily="18" charset="0"/>
                    <a:cs typeface="Times New Roman" panose="02020603050405020304" pitchFamily="18" charset="0"/>
                    <a:sym typeface="+mn-ea"/>
                  </a:rPr>
                  <a:t>-</a:t>
                </a:r>
                <a:r>
                  <a:rPr lang="en-US" altLang="zh-CN" sz="2800">
                    <a:solidFill>
                      <a:srgbClr val="000000"/>
                    </a:solidFill>
                    <a:latin typeface="Times New Roman" panose="02020603050405020304" pitchFamily="18" charset="0"/>
                    <a:cs typeface="Times New Roman" panose="02020603050405020304" pitchFamily="18" charset="0"/>
                    <a:sym typeface="+mn-ea"/>
                  </a:rPr>
                  <a:t>2 m/s</a:t>
                </a:r>
                <a:endParaRPr kumimoji="1" lang="zh-CN" altLang="en-US" sz="2800" baseline="-25000">
                  <a:latin typeface="Times New Roman" panose="02020603050405020304" pitchFamily="18" charset="0"/>
                  <a:cs typeface="Times New Roman" panose="02020603050405020304" pitchFamily="18" charset="0"/>
                </a:endParaRPr>
              </a:p>
            </p:txBody>
          </p:sp>
          <p:sp>
            <p:nvSpPr>
              <p:cNvPr id="26" name="Line 16"/>
              <p:cNvSpPr>
                <a:spLocks noChangeShapeType="1"/>
              </p:cNvSpPr>
              <p:nvPr>
                <p:custDataLst>
                  <p:tags r:id="rId28"/>
                </p:custDataLst>
              </p:nvPr>
            </p:nvSpPr>
            <p:spPr bwMode="auto">
              <a:xfrm>
                <a:off x="1679" y="1963"/>
                <a:ext cx="384" cy="1"/>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35"/>
              </a:p>
            </p:txBody>
          </p:sp>
        </p:grpSp>
      </p:grpSp>
      <p:grpSp>
        <p:nvGrpSpPr>
          <p:cNvPr id="28" name="组合 27"/>
          <p:cNvGrpSpPr/>
          <p:nvPr>
            <p:custDataLst>
              <p:tags r:id="rId18"/>
            </p:custDataLst>
          </p:nvPr>
        </p:nvGrpSpPr>
        <p:grpSpPr>
          <a:xfrm flipH="1">
            <a:off x="2108200" y="4870450"/>
            <a:ext cx="1888490" cy="511810"/>
            <a:chOff x="11810" y="3159"/>
            <a:chExt cx="2974" cy="806"/>
          </a:xfrm>
        </p:grpSpPr>
        <p:sp>
          <p:nvSpPr>
            <p:cNvPr id="29" name="Line 17"/>
            <p:cNvSpPr>
              <a:spLocks noChangeShapeType="1"/>
            </p:cNvSpPr>
            <p:nvPr>
              <p:custDataLst>
                <p:tags r:id="rId23"/>
              </p:custDataLst>
            </p:nvPr>
          </p:nvSpPr>
          <p:spPr bwMode="auto">
            <a:xfrm flipH="1" flipV="1">
              <a:off x="11810" y="3305"/>
              <a:ext cx="2974" cy="6"/>
            </a:xfrm>
            <a:prstGeom prst="line">
              <a:avLst/>
            </a:prstGeom>
            <a:noFill/>
            <a:ln w="28575">
              <a:solidFill>
                <a:srgbClr val="FF99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lstStyle/>
            <a:p>
              <a:endParaRPr lang="zh-CN" altLang="en-US" sz="135"/>
            </a:p>
          </p:txBody>
        </p:sp>
        <p:sp>
          <p:nvSpPr>
            <p:cNvPr id="30" name="Text Box 19"/>
            <p:cNvSpPr txBox="1">
              <a:spLocks noChangeArrowheads="1"/>
            </p:cNvSpPr>
            <p:nvPr>
              <p:custDataLst>
                <p:tags r:id="rId24"/>
              </p:custDataLst>
            </p:nvPr>
          </p:nvSpPr>
          <p:spPr bwMode="auto">
            <a:xfrm>
              <a:off x="12939" y="3159"/>
              <a:ext cx="968" cy="8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a:solidFill>
                    <a:srgbClr val="FF99FF"/>
                  </a:solidFill>
                  <a:latin typeface="Times New Roman" panose="02020603050405020304" pitchFamily="18" charset="0"/>
                  <a:cs typeface="Times New Roman" panose="02020603050405020304" pitchFamily="18" charset="0"/>
                </a:rPr>
                <a:t>Δ</a:t>
              </a:r>
              <a:r>
                <a:rPr kumimoji="1" lang="en-US" altLang="zh-CN" sz="2800" i="1">
                  <a:solidFill>
                    <a:srgbClr val="FF99FF"/>
                  </a:solidFill>
                  <a:latin typeface="Times New Roman" panose="02020603050405020304" pitchFamily="18" charset="0"/>
                  <a:cs typeface="Times New Roman" panose="02020603050405020304" pitchFamily="18" charset="0"/>
                </a:rPr>
                <a:t>v</a:t>
              </a:r>
            </a:p>
          </p:txBody>
        </p:sp>
      </p:grpSp>
      <p:sp>
        <p:nvSpPr>
          <p:cNvPr id="31" name="Text Box 23"/>
          <p:cNvSpPr txBox="1">
            <a:spLocks noChangeArrowheads="1"/>
          </p:cNvSpPr>
          <p:nvPr>
            <p:custDataLst>
              <p:tags r:id="rId19"/>
            </p:custDataLst>
          </p:nvPr>
        </p:nvSpPr>
        <p:spPr bwMode="auto">
          <a:xfrm>
            <a:off x="2345690" y="5640070"/>
            <a:ext cx="3183255" cy="572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no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kumimoji="1" lang="en-US" altLang="zh-CN" sz="2800" i="1">
                <a:solidFill>
                  <a:srgbClr val="FF0000"/>
                </a:solidFill>
                <a:latin typeface="Times New Roman" panose="02020603050405020304" pitchFamily="18" charset="0"/>
                <a:cs typeface="Times New Roman" panose="02020603050405020304" pitchFamily="18" charset="0"/>
              </a:rPr>
              <a:t>v</a:t>
            </a:r>
            <a:r>
              <a:rPr kumimoji="1" lang="en-US" altLang="zh-CN" sz="2800">
                <a:solidFill>
                  <a:srgbClr val="FF0000"/>
                </a:solidFill>
                <a:latin typeface="Times New Roman" panose="02020603050405020304" pitchFamily="18" charset="0"/>
                <a:cs typeface="Times New Roman" panose="02020603050405020304" pitchFamily="18" charset="0"/>
              </a:rPr>
              <a:t>&lt;</a:t>
            </a:r>
            <a:r>
              <a:rPr lang="en-US" altLang="zh-CN" sz="2800">
                <a:solidFill>
                  <a:srgbClr val="FF0000"/>
                </a:solidFill>
                <a:latin typeface="Times New Roman" panose="02020603050405020304" pitchFamily="18" charset="0"/>
                <a:cs typeface="Times New Roman" panose="02020603050405020304" pitchFamily="18" charset="0"/>
              </a:rPr>
              <a:t>0</a:t>
            </a:r>
            <a:r>
              <a:rPr lang="zh-CN" altLang="en-US" sz="2800">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Δ</a:t>
            </a:r>
            <a:r>
              <a:rPr kumimoji="1" lang="en-US" altLang="zh-CN" sz="2800" i="1">
                <a:latin typeface="Times New Roman" panose="02020603050405020304" pitchFamily="18" charset="0"/>
                <a:cs typeface="Times New Roman" panose="02020603050405020304" pitchFamily="18" charset="0"/>
              </a:rPr>
              <a:t>v=v</a:t>
            </a:r>
            <a:r>
              <a:rPr kumimoji="1" lang="en-US" altLang="zh-CN" sz="2800" i="1" baseline="-25000">
                <a:latin typeface="Times New Roman" panose="02020603050405020304" pitchFamily="18" charset="0"/>
                <a:cs typeface="Times New Roman" panose="02020603050405020304" pitchFamily="18" charset="0"/>
              </a:rPr>
              <a:t>2</a:t>
            </a:r>
            <a:r>
              <a:rPr kumimoji="1" lang="en-US" altLang="zh-CN" sz="2800" i="1">
                <a:latin typeface="Times New Roman" panose="02020603050405020304" pitchFamily="18" charset="0"/>
                <a:cs typeface="Times New Roman" panose="02020603050405020304" pitchFamily="18" charset="0"/>
              </a:rPr>
              <a:t>-v</a:t>
            </a:r>
            <a:r>
              <a:rPr kumimoji="1" lang="en-US" altLang="zh-CN" sz="2800" i="1" baseline="-25000">
                <a:latin typeface="Times New Roman" panose="02020603050405020304" pitchFamily="18" charset="0"/>
                <a:cs typeface="Times New Roman" panose="02020603050405020304" pitchFamily="18" charset="0"/>
              </a:rPr>
              <a:t>1</a:t>
            </a:r>
            <a:r>
              <a:rPr kumimoji="1" lang="en-US" altLang="zh-CN" sz="2800">
                <a:latin typeface="Times New Roman" panose="02020603050405020304" pitchFamily="18" charset="0"/>
                <a:cs typeface="Times New Roman" panose="02020603050405020304" pitchFamily="18" charset="0"/>
                <a:sym typeface="+mn-ea"/>
              </a:rPr>
              <a:t>&gt;</a:t>
            </a:r>
            <a:r>
              <a:rPr lang="en-US" altLang="zh-CN" sz="2800">
                <a:latin typeface="Times New Roman" panose="02020603050405020304" pitchFamily="18" charset="0"/>
                <a:cs typeface="Times New Roman" panose="02020603050405020304" pitchFamily="18" charset="0"/>
              </a:rPr>
              <a:t>0</a:t>
            </a:r>
            <a:endParaRPr lang="zh-CN" altLang="en-US" sz="2800">
              <a:latin typeface="Times New Roman" panose="02020603050405020304" pitchFamily="18" charset="0"/>
              <a:cs typeface="Times New Roman" panose="02020603050405020304" pitchFamily="18" charset="0"/>
            </a:endParaRPr>
          </a:p>
        </p:txBody>
      </p:sp>
      <p:sp>
        <p:nvSpPr>
          <p:cNvPr id="32" name="AutoShape 24"/>
          <p:cNvSpPr>
            <a:spLocks noChangeArrowheads="1"/>
          </p:cNvSpPr>
          <p:nvPr>
            <p:custDataLst>
              <p:tags r:id="rId20"/>
            </p:custDataLst>
          </p:nvPr>
        </p:nvSpPr>
        <p:spPr bwMode="auto">
          <a:xfrm>
            <a:off x="5696585" y="5800090"/>
            <a:ext cx="674370" cy="180340"/>
          </a:xfrm>
          <a:prstGeom prst="rightArrow">
            <a:avLst>
              <a:gd name="adj1" fmla="val 50000"/>
              <a:gd name="adj2" fmla="val 66667"/>
            </a:avLst>
          </a:prstGeom>
          <a:solidFill>
            <a:srgbClr val="4DAEFE"/>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1386" tIns="40693" rIns="81386" bIns="40693" anchor="ctr"/>
          <a:lstStyle/>
          <a:p>
            <a:endParaRPr lang="zh-CN" altLang="en-US" sz="2800">
              <a:latin typeface="Times New Roman" panose="02020603050405020304" pitchFamily="18" charset="0"/>
              <a:ea typeface="黑体" panose="02010609060101010101" charset="-122"/>
              <a:cs typeface="Times New Roman" panose="02020603050405020304" pitchFamily="18" charset="0"/>
            </a:endParaRPr>
          </a:p>
        </p:txBody>
      </p:sp>
      <p:sp>
        <p:nvSpPr>
          <p:cNvPr id="33" name="Text Box 63"/>
          <p:cNvSpPr txBox="1">
            <a:spLocks noChangeArrowheads="1"/>
          </p:cNvSpPr>
          <p:nvPr>
            <p:custDataLst>
              <p:tags r:id="rId21"/>
            </p:custDataLst>
          </p:nvPr>
        </p:nvSpPr>
        <p:spPr bwMode="auto">
          <a:xfrm>
            <a:off x="6941185" y="5638800"/>
            <a:ext cx="1113155" cy="511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en-US" altLang="zh-CN" sz="2800" i="1">
                <a:solidFill>
                  <a:srgbClr val="FF0000"/>
                </a:solidFill>
                <a:latin typeface="Times New Roman" panose="02020603050405020304" pitchFamily="18" charset="0"/>
                <a:cs typeface="Times New Roman" panose="02020603050405020304" pitchFamily="18" charset="0"/>
              </a:rPr>
              <a:t>a</a:t>
            </a:r>
            <a:r>
              <a:rPr lang="en-US" altLang="en-US" sz="2800">
                <a:solidFill>
                  <a:srgbClr val="FF0000"/>
                </a:solidFill>
                <a:latin typeface="Times New Roman" panose="02020603050405020304" pitchFamily="18" charset="0"/>
                <a:cs typeface="Times New Roman" panose="02020603050405020304" pitchFamily="18" charset="0"/>
              </a:rPr>
              <a:t>&gt;</a:t>
            </a:r>
            <a:r>
              <a:rPr lang="en-US" altLang="zh-CN" sz="2800">
                <a:solidFill>
                  <a:srgbClr val="FF0000"/>
                </a:solidFill>
                <a:latin typeface="Times New Roman" panose="02020603050405020304" pitchFamily="18" charset="0"/>
                <a:cs typeface="Times New Roman" panose="02020603050405020304" pitchFamily="18" charset="0"/>
              </a:rPr>
              <a:t>0</a:t>
            </a:r>
          </a:p>
        </p:txBody>
      </p:sp>
      <p:sp>
        <p:nvSpPr>
          <p:cNvPr id="34" name="Text Box 23"/>
          <p:cNvSpPr txBox="1">
            <a:spLocks noChangeArrowheads="1"/>
          </p:cNvSpPr>
          <p:nvPr>
            <p:custDataLst>
              <p:tags r:id="rId22"/>
            </p:custDataLst>
          </p:nvPr>
        </p:nvSpPr>
        <p:spPr bwMode="auto">
          <a:xfrm>
            <a:off x="8452485" y="5638800"/>
            <a:ext cx="937260" cy="51181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81386" tIns="40693" rIns="81386" bIns="40693">
            <a:spAutoFit/>
          </a:bodyPr>
          <a:lstStyle>
            <a:lvl1pPr marL="342900" indent="-342900" algn="ctr">
              <a:spcBef>
                <a:spcPct val="0"/>
              </a:spcBef>
              <a:defRPr b="1">
                <a:solidFill>
                  <a:schemeClr val="tx1"/>
                </a:solidFill>
                <a:latin typeface="Arial" panose="020B0604020202020204" pitchFamily="34" charset="0"/>
                <a:ea typeface="黑体" panose="02010609060101010101" charset="-122"/>
              </a:defRPr>
            </a:lvl1pPr>
            <a:lvl2pPr algn="ctr">
              <a:spcBef>
                <a:spcPct val="0"/>
              </a:spcBef>
              <a:defRPr b="1">
                <a:solidFill>
                  <a:schemeClr val="tx1"/>
                </a:solidFill>
                <a:latin typeface="Arial" panose="020B0604020202020204" pitchFamily="34" charset="0"/>
                <a:ea typeface="黑体" panose="02010609060101010101" charset="-122"/>
              </a:defRPr>
            </a:lvl2pPr>
            <a:lvl3pPr algn="ctr">
              <a:spcBef>
                <a:spcPct val="0"/>
              </a:spcBef>
              <a:defRPr b="1">
                <a:solidFill>
                  <a:schemeClr val="tx1"/>
                </a:solidFill>
                <a:latin typeface="Arial" panose="020B0604020202020204" pitchFamily="34" charset="0"/>
                <a:ea typeface="黑体" panose="02010609060101010101" charset="-122"/>
              </a:defRPr>
            </a:lvl3pPr>
            <a:lvl4pPr algn="ctr">
              <a:spcBef>
                <a:spcPct val="0"/>
              </a:spcBef>
              <a:defRPr b="1">
                <a:solidFill>
                  <a:schemeClr val="tx1"/>
                </a:solidFill>
                <a:latin typeface="Arial" panose="020B0604020202020204" pitchFamily="34" charset="0"/>
                <a:ea typeface="黑体" panose="02010609060101010101" charset="-122"/>
              </a:defRPr>
            </a:lvl4pPr>
            <a:lvl5pPr algn="ctr">
              <a:spcBef>
                <a:spcPct val="0"/>
              </a:spcBef>
              <a:defRPr b="1">
                <a:solidFill>
                  <a:schemeClr val="tx1"/>
                </a:solidFill>
                <a:latin typeface="Arial" panose="020B0604020202020204" pitchFamily="34" charset="0"/>
                <a:ea typeface="黑体" panose="02010609060101010101" charset="-122"/>
              </a:defRPr>
            </a:lvl5pPr>
            <a:lvl6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6pPr>
            <a:lvl7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7pPr>
            <a:lvl8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8pPr>
            <a:lvl9pPr algn="ctr" eaLnBrk="0" fontAlgn="base" hangingPunct="0">
              <a:spcBef>
                <a:spcPct val="0"/>
              </a:spcBef>
              <a:spcAft>
                <a:spcPct val="0"/>
              </a:spcAft>
              <a:defRPr b="1">
                <a:solidFill>
                  <a:schemeClr val="tx1"/>
                </a:solidFill>
                <a:latin typeface="Arial" panose="020B0604020202020204" pitchFamily="34" charset="0"/>
                <a:ea typeface="黑体" panose="02010609060101010101" charset="-122"/>
              </a:defRPr>
            </a:lvl9pPr>
          </a:lstStyle>
          <a:p>
            <a:pPr algn="l">
              <a:spcBef>
                <a:spcPct val="20000"/>
              </a:spcBef>
              <a:buFont typeface="Wingdings" panose="05000000000000000000" pitchFamily="2" charset="2"/>
              <a:buNone/>
            </a:pPr>
            <a:r>
              <a:rPr lang="zh-CN" altLang="en-US" sz="2800">
                <a:solidFill>
                  <a:srgbClr val="FF0000"/>
                </a:solidFill>
                <a:latin typeface="Times New Roman" panose="02020603050405020304" pitchFamily="18" charset="0"/>
              </a:rPr>
              <a:t>减速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right)">
                                      <p:cBhvr>
                                        <p:cTn id="7" dur="500"/>
                                        <p:tgtEl>
                                          <p:spTgt spid="9"/>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500"/>
                                        <p:tgtEl>
                                          <p:spTgt spid="12"/>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124002"/>
                                        </p:tgtEl>
                                        <p:attrNameLst>
                                          <p:attrName>style.visibility</p:attrName>
                                        </p:attrNameLst>
                                      </p:cBhvr>
                                      <p:to>
                                        <p:strVal val="visible"/>
                                      </p:to>
                                    </p:set>
                                    <p:animEffect transition="in" filter="wipe(right)">
                                      <p:cBhvr>
                                        <p:cTn id="17" dur="500"/>
                                        <p:tgtEl>
                                          <p:spTgt spid="124002"/>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500"/>
                                        <p:tgtEl>
                                          <p:spTgt spid="11"/>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3927"/>
                                        </p:tgtEl>
                                        <p:attrNameLst>
                                          <p:attrName>style.visibility</p:attrName>
                                        </p:attrNameLst>
                                      </p:cBhvr>
                                      <p:to>
                                        <p:strVal val="visible"/>
                                      </p:to>
                                    </p:set>
                                    <p:animEffect transition="in" filter="blinds(horizontal)">
                                      <p:cBhvr>
                                        <p:cTn id="27" dur="500"/>
                                        <p:tgtEl>
                                          <p:spTgt spid="123927"/>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928"/>
                                        </p:tgtEl>
                                        <p:attrNameLst>
                                          <p:attrName>style.visibility</p:attrName>
                                        </p:attrNameLst>
                                      </p:cBhvr>
                                      <p:to>
                                        <p:strVal val="visible"/>
                                      </p:to>
                                    </p:set>
                                    <p:animEffect transition="in" filter="wipe(left)">
                                      <p:cBhvr>
                                        <p:cTn id="32" dur="500"/>
                                        <p:tgtEl>
                                          <p:spTgt spid="123928"/>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3967"/>
                                        </p:tgtEl>
                                        <p:attrNameLst>
                                          <p:attrName>style.visibility</p:attrName>
                                        </p:attrNameLst>
                                      </p:cBhvr>
                                      <p:to>
                                        <p:strVal val="visible"/>
                                      </p:to>
                                    </p:set>
                                    <p:animEffect transition="in" filter="wipe(left)">
                                      <p:cBhvr>
                                        <p:cTn id="37" dur="500"/>
                                        <p:tgtEl>
                                          <p:spTgt spid="123967"/>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right)">
                                      <p:cBhvr>
                                        <p:cTn id="47" dur="500"/>
                                        <p:tgtEl>
                                          <p:spTgt spid="20"/>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right)">
                                      <p:cBhvr>
                                        <p:cTn id="52" dur="500"/>
                                        <p:tgtEl>
                                          <p:spTgt spid="36"/>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right)">
                                      <p:cBhvr>
                                        <p:cTn id="57" dur="500"/>
                                        <p:tgtEl>
                                          <p:spTgt spid="37"/>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blinds(horizontal)">
                                      <p:cBhvr>
                                        <p:cTn id="67" dur="500"/>
                                        <p:tgtEl>
                                          <p:spTgt spid="31"/>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left)">
                                      <p:cBhvr>
                                        <p:cTn id="72" dur="500"/>
                                        <p:tgtEl>
                                          <p:spTgt spid="32"/>
                                        </p:tgtEl>
                                      </p:cBhvr>
                                    </p:animEffect>
                                  </p:childTnLst>
                                </p:cTn>
                              </p:par>
                            </p:childTnLst>
                          </p:cTn>
                        </p:par>
                      </p:childTnLst>
                    </p:cTn>
                  </p:par>
                  <p:par>
                    <p:cTn id="73" fill="hold" nodeType="clickPar">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wipe(left)">
                                      <p:cBhvr>
                                        <p:cTn id="77" dur="500"/>
                                        <p:tgtEl>
                                          <p:spTgt spid="33"/>
                                        </p:tgtEl>
                                      </p:cBhvr>
                                    </p:animEffect>
                                  </p:childTnLst>
                                </p:cTn>
                              </p:par>
                            </p:childTnLst>
                          </p:cTn>
                        </p:par>
                      </p:childTnLst>
                    </p:cTn>
                  </p:par>
                  <p:par>
                    <p:cTn id="78" fill="hold" nodeType="clickPar">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left)">
                                      <p:cBhvr>
                                        <p:cTn id="8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27" grpId="0" animBg="1"/>
      <p:bldP spid="123928" grpId="0" animBg="1"/>
      <p:bldP spid="123967" grpId="0" animBg="1"/>
      <p:bldP spid="5" grpId="0" animBg="1"/>
      <p:bldP spid="31" grpId="0" animBg="1"/>
      <p:bldP spid="32" grpId="0" animBg="1"/>
      <p:bldP spid="33" grpId="0" animBg="1"/>
      <p:bldP spid="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sp>
        <p:nvSpPr>
          <p:cNvPr id="16392" name="矩形 16391"/>
          <p:cNvSpPr/>
          <p:nvPr>
            <p:custDataLst>
              <p:tags r:id="rId2"/>
            </p:custDataLst>
          </p:nvPr>
        </p:nvSpPr>
        <p:spPr>
          <a:xfrm>
            <a:off x="396875" y="831215"/>
            <a:ext cx="11414125" cy="855980"/>
          </a:xfrm>
          <a:prstGeom prst="rect">
            <a:avLst/>
          </a:prstGeom>
          <a:noFill/>
          <a:ln w="9525">
            <a:noFill/>
          </a:ln>
        </p:spPr>
        <p:txBody>
          <a:bodyPr vert="horz" wrap="square" anchor="t">
            <a:noAutofit/>
          </a:bodyPr>
          <a:lstStyle/>
          <a:p>
            <a:pPr>
              <a:lnSpc>
                <a:spcPct val="150000"/>
              </a:lnSpc>
            </a:pPr>
            <a:r>
              <a:rPr lang="zh-CN" altLang="en-US" sz="2800">
                <a:latin typeface="Times New Roman" panose="02020603050405020304" pitchFamily="18" charset="0"/>
                <a:ea typeface="黑体" panose="02010609060101010101" charset="-122"/>
                <a:cs typeface="微软雅黑" panose="020B0503020204020204" pitchFamily="34" charset="-122"/>
              </a:rPr>
              <a:t>加速度在减小，而速度在增大，有可能吗？</a:t>
            </a:r>
          </a:p>
        </p:txBody>
      </p:sp>
      <p:sp>
        <p:nvSpPr>
          <p:cNvPr id="3" name="矩形 2"/>
          <p:cNvSpPr/>
          <p:nvPr>
            <p:custDataLst>
              <p:tags r:id="rId3"/>
            </p:custDataLst>
          </p:nvPr>
        </p:nvSpPr>
        <p:spPr>
          <a:xfrm>
            <a:off x="396875" y="3271520"/>
            <a:ext cx="9011285" cy="838835"/>
          </a:xfrm>
          <a:prstGeom prst="rect">
            <a:avLst/>
          </a:prstGeom>
          <a:noFill/>
          <a:ln w="9525">
            <a:noFill/>
          </a:ln>
        </p:spPr>
        <p:txBody>
          <a:bodyPr vert="horz" wrap="square" anchor="t">
            <a:noAutofit/>
          </a:bodyPr>
          <a:lstStyle/>
          <a:p>
            <a:pPr>
              <a:lnSpc>
                <a:spcPct val="150000"/>
              </a:lnSpc>
            </a:pPr>
            <a:r>
              <a:rPr lang="zh-CN" altLang="en-US" sz="2800">
                <a:latin typeface="Times New Roman" panose="02020603050405020304" pitchFamily="18" charset="0"/>
                <a:ea typeface="黑体" panose="02010609060101010101" charset="-122"/>
                <a:cs typeface="微软雅黑" panose="020B0503020204020204" pitchFamily="34" charset="-122"/>
                <a:sym typeface="+mn-ea"/>
              </a:rPr>
              <a:t>加速度在增大，而速度在减小，有可能吗？</a:t>
            </a:r>
          </a:p>
        </p:txBody>
      </p:sp>
      <p:sp>
        <p:nvSpPr>
          <p:cNvPr id="5" name="文本框 4"/>
          <p:cNvSpPr txBox="1"/>
          <p:nvPr>
            <p:custDataLst>
              <p:tags r:id="rId4"/>
            </p:custDataLst>
          </p:nvPr>
        </p:nvSpPr>
        <p:spPr>
          <a:xfrm>
            <a:off x="462280" y="1398905"/>
            <a:ext cx="10712450" cy="2030095"/>
          </a:xfrm>
          <a:prstGeom prst="rect">
            <a:avLst/>
          </a:prstGeom>
          <a:noFill/>
          <a:ln w="9525">
            <a:noFill/>
          </a:ln>
        </p:spPr>
        <p:txBody>
          <a:bodyPr wrap="square" anchor="t">
            <a:spAutoFit/>
          </a:bodyPr>
          <a:lstStyle/>
          <a:p>
            <a:pPr>
              <a:lnSpc>
                <a:spcPct val="150000"/>
              </a:lnSpc>
              <a:spcBef>
                <a:spcPct val="50000"/>
              </a:spcBef>
            </a:pP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加速度减小而速度增大是可能的</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，这种情况发生在加速度方向与速度方向相同时，即使加速度数值减小，只要保持与速度同向，速度就会持续增加。</a:t>
            </a:r>
          </a:p>
        </p:txBody>
      </p:sp>
      <p:sp>
        <p:nvSpPr>
          <p:cNvPr id="6" name="文本框 5"/>
          <p:cNvSpPr txBox="1"/>
          <p:nvPr>
            <p:custDataLst>
              <p:tags r:id="rId5"/>
            </p:custDataLst>
          </p:nvPr>
        </p:nvSpPr>
        <p:spPr>
          <a:xfrm>
            <a:off x="462280" y="3777615"/>
            <a:ext cx="10713085" cy="2030095"/>
          </a:xfrm>
          <a:prstGeom prst="rect">
            <a:avLst/>
          </a:prstGeom>
          <a:noFill/>
          <a:ln w="9525">
            <a:noFill/>
          </a:ln>
        </p:spPr>
        <p:txBody>
          <a:bodyPr wrap="square" anchor="t">
            <a:spAutoFit/>
          </a:bodyPr>
          <a:lstStyle/>
          <a:p>
            <a:pPr>
              <a:lnSpc>
                <a:spcPct val="150000"/>
              </a:lnSpc>
              <a:spcBef>
                <a:spcPct val="50000"/>
              </a:spcBef>
            </a:pP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当物体的加速度（即速度变化率）方向与其当前运动方向相反时，物体会做减速运动。此时若加速度的数值增大，意味着速度减小的速率加快，但速度本身仍在减小</a:t>
            </a:r>
          </a:p>
        </p:txBody>
      </p:sp>
      <p:sp>
        <p:nvSpPr>
          <p:cNvPr id="7" name="矩形 6"/>
          <p:cNvSpPr/>
          <p:nvPr>
            <p:custDataLst>
              <p:tags r:id="rId6"/>
            </p:custDataLst>
          </p:nvPr>
        </p:nvSpPr>
        <p:spPr>
          <a:xfrm>
            <a:off x="462280" y="5565775"/>
            <a:ext cx="11041380" cy="1292225"/>
          </a:xfrm>
          <a:prstGeom prst="rect">
            <a:avLst/>
          </a:prstGeom>
          <a:noFill/>
          <a:ln w="9525">
            <a:noFill/>
          </a:ln>
        </p:spPr>
        <p:txBody>
          <a:bodyPr vert="horz" wrap="square" anchor="t">
            <a:noAutofit/>
          </a:bodyPr>
          <a:lstStyle/>
          <a:p>
            <a:pPr>
              <a:lnSpc>
                <a:spcPct val="150000"/>
              </a:lnSpc>
              <a:spcBef>
                <a:spcPct val="20000"/>
              </a:spcBef>
              <a:buClr>
                <a:schemeClr val="hlink"/>
              </a:buClr>
              <a:buSzPct val="75000"/>
              <a:buFont typeface="Wingdings" panose="05000000000000000000" pitchFamily="2" charset="2"/>
            </a:pPr>
            <a:r>
              <a:rPr lang="zh-CN" altLang="en-US" sz="2800">
                <a:latin typeface="黑体" panose="02010609060101010101" charset="-122"/>
                <a:ea typeface="黑体" panose="02010609060101010101" charset="-122"/>
                <a:cs typeface="黑体" panose="02010609060101010101" charset="-122"/>
                <a:sym typeface="+mn-ea"/>
              </a:rPr>
              <a:t>通过以上分析，你是否可以总结一下如何判断直线运动中</a:t>
            </a:r>
            <a:r>
              <a:rPr lang="en-US" altLang="zh-CN" sz="2800">
                <a:latin typeface="黑体" panose="02010609060101010101" charset="-122"/>
                <a:ea typeface="黑体" panose="02010609060101010101" charset="-122"/>
                <a:cs typeface="黑体" panose="02010609060101010101" charset="-122"/>
                <a:sym typeface="+mn-ea"/>
              </a:rPr>
              <a:t>“</a:t>
            </a:r>
            <a:r>
              <a:rPr lang="zh-CN" altLang="en-US" sz="2800">
                <a:latin typeface="黑体" panose="02010609060101010101" charset="-122"/>
                <a:ea typeface="黑体" panose="02010609060101010101" charset="-122"/>
                <a:cs typeface="黑体" panose="02010609060101010101" charset="-122"/>
                <a:sym typeface="+mn-ea"/>
              </a:rPr>
              <a:t>加速</a:t>
            </a:r>
            <a:r>
              <a:rPr lang="en-US" altLang="zh-CN" sz="2800">
                <a:latin typeface="黑体" panose="02010609060101010101" charset="-122"/>
                <a:ea typeface="黑体" panose="02010609060101010101" charset="-122"/>
                <a:cs typeface="黑体" panose="02010609060101010101" charset="-122"/>
                <a:sym typeface="+mn-ea"/>
              </a:rPr>
              <a:t>”</a:t>
            </a:r>
            <a:r>
              <a:rPr lang="zh-CN" altLang="en-US" sz="2800">
                <a:latin typeface="黑体" panose="02010609060101010101" charset="-122"/>
                <a:ea typeface="黑体" panose="02010609060101010101" charset="-122"/>
                <a:cs typeface="黑体" panose="02010609060101010101" charset="-122"/>
                <a:sym typeface="+mn-ea"/>
              </a:rPr>
              <a:t>或</a:t>
            </a:r>
            <a:r>
              <a:rPr lang="en-US" altLang="zh-CN" sz="2800">
                <a:latin typeface="黑体" panose="02010609060101010101" charset="-122"/>
                <a:ea typeface="黑体" panose="02010609060101010101" charset="-122"/>
                <a:cs typeface="黑体" panose="02010609060101010101" charset="-122"/>
                <a:sym typeface="+mn-ea"/>
              </a:rPr>
              <a:t>“</a:t>
            </a:r>
            <a:r>
              <a:rPr lang="zh-CN" altLang="en-US" sz="2800">
                <a:latin typeface="黑体" panose="02010609060101010101" charset="-122"/>
                <a:ea typeface="黑体" panose="02010609060101010101" charset="-122"/>
                <a:cs typeface="黑体" panose="02010609060101010101" charset="-122"/>
                <a:sym typeface="+mn-ea"/>
              </a:rPr>
              <a:t>减速</a:t>
            </a:r>
            <a:r>
              <a:rPr lang="en-US" altLang="zh-CN" sz="2800">
                <a:latin typeface="黑体" panose="02010609060101010101" charset="-122"/>
                <a:ea typeface="黑体" panose="02010609060101010101" charset="-122"/>
                <a:cs typeface="黑体" panose="02010609060101010101" charset="-122"/>
                <a:sym typeface="+mn-ea"/>
              </a:rPr>
              <a:t>”</a:t>
            </a:r>
            <a:r>
              <a:rPr lang="zh-CN" altLang="en-US" sz="2800">
                <a:latin typeface="黑体" panose="02010609060101010101" charset="-122"/>
                <a:ea typeface="黑体" panose="02010609060101010101" charset="-122"/>
                <a:cs typeface="黑体" panose="02010609060101010101" charset="-122"/>
                <a:sym typeface="+mn-ea"/>
              </a:rPr>
              <a:t>的情况</a:t>
            </a:r>
            <a:r>
              <a:rPr lang="en-US" altLang="zh-CN" sz="2800">
                <a:latin typeface="黑体" panose="02010609060101010101" charset="-122"/>
                <a:ea typeface="黑体" panose="02010609060101010101" charset="-122"/>
                <a:cs typeface="黑体" panose="02010609060101010101" charset="-122"/>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sp>
        <p:nvSpPr>
          <p:cNvPr id="5122" name="文本框 2"/>
          <p:cNvSpPr txBox="1"/>
          <p:nvPr>
            <p:custDataLst>
              <p:tags r:id="rId2"/>
            </p:custDataLst>
          </p:nvPr>
        </p:nvSpPr>
        <p:spPr>
          <a:xfrm>
            <a:off x="391160" y="896620"/>
            <a:ext cx="11471910" cy="1383665"/>
          </a:xfrm>
          <a:prstGeom prst="rect">
            <a:avLst/>
          </a:prstGeom>
          <a:noFill/>
          <a:ln w="9525">
            <a:noFill/>
          </a:ln>
        </p:spPr>
        <p:txBody>
          <a:bodyPr wrap="square" anchor="t">
            <a:spAutoFit/>
          </a:bodyPr>
          <a:lstStyle/>
          <a:p>
            <a:pPr>
              <a:lnSpc>
                <a:spcPct val="150000"/>
              </a:lnSpc>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1.</a:t>
            </a:r>
            <a:r>
              <a:rPr lang="zh-CN"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物体做加速运动还是减速运动，关键是看物体的</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加速度与速度的方向关系，</a:t>
            </a:r>
            <a:r>
              <a:rPr lang="zh-CN"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而不是看加速度的大小，加速度的大小只是反映速度变化的快慢。</a:t>
            </a:r>
          </a:p>
        </p:txBody>
      </p:sp>
      <p:grpSp>
        <p:nvGrpSpPr>
          <p:cNvPr id="5" name="组合 11"/>
          <p:cNvGrpSpPr/>
          <p:nvPr>
            <p:custDataLst>
              <p:tags r:id="rId3"/>
            </p:custDataLst>
          </p:nvPr>
        </p:nvGrpSpPr>
        <p:grpSpPr>
          <a:xfrm>
            <a:off x="391160" y="2932638"/>
            <a:ext cx="11229059" cy="2671285"/>
            <a:chOff x="594" y="2765"/>
            <a:chExt cx="12698" cy="5620"/>
          </a:xfrm>
        </p:grpSpPr>
        <p:sp>
          <p:nvSpPr>
            <p:cNvPr id="5124" name="文本框 4"/>
            <p:cNvSpPr txBox="1"/>
            <p:nvPr>
              <p:custDataLst>
                <p:tags r:id="rId4"/>
              </p:custDataLst>
            </p:nvPr>
          </p:nvSpPr>
          <p:spPr>
            <a:xfrm>
              <a:off x="594" y="4504"/>
              <a:ext cx="5952" cy="1925"/>
            </a:xfrm>
            <a:prstGeom prst="rect">
              <a:avLst/>
            </a:prstGeom>
            <a:noFill/>
            <a:ln w="9525">
              <a:noFill/>
            </a:ln>
          </p:spPr>
          <p:txBody>
            <a:bodyPr wrap="square" anchor="t">
              <a:noAutofit/>
            </a:bodyPr>
            <a:lstStyle/>
            <a:p>
              <a:pPr lvl="0" indent="0">
                <a:lnSpc>
                  <a:spcPct val="150000"/>
                </a:lnSpc>
              </a:pP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1</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与</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同向（加速直线运动）</a:t>
              </a:r>
            </a:p>
          </p:txBody>
        </p:sp>
        <p:sp>
          <p:nvSpPr>
            <p:cNvPr id="7" name="左大括号 6"/>
            <p:cNvSpPr/>
            <p:nvPr>
              <p:custDataLst>
                <p:tags r:id="rId5"/>
              </p:custDataLst>
            </p:nvPr>
          </p:nvSpPr>
          <p:spPr>
            <a:xfrm>
              <a:off x="6433" y="3415"/>
              <a:ext cx="414" cy="4101"/>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lnSpc>
                  <a:spcPct val="150000"/>
                </a:lnSpc>
              </a:pPr>
              <a:endParaRPr lang="zh-CN" altLang="en-US" sz="2800" strike="noStrike" noProof="1">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5126" name="文本框 6"/>
            <p:cNvSpPr txBox="1"/>
            <p:nvPr>
              <p:custDataLst>
                <p:tags r:id="rId6"/>
              </p:custDataLst>
            </p:nvPr>
          </p:nvSpPr>
          <p:spPr>
            <a:xfrm>
              <a:off x="6908" y="2765"/>
              <a:ext cx="6384" cy="1551"/>
            </a:xfrm>
            <a:prstGeom prst="rect">
              <a:avLst/>
            </a:prstGeom>
            <a:noFill/>
            <a:ln w="9525">
              <a:noFill/>
            </a:ln>
          </p:spPr>
          <p:txBody>
            <a:bodyPr wrap="square" anchor="t">
              <a:spAutoFit/>
            </a:bodyPr>
            <a:lstStyle/>
            <a:p>
              <a:pPr lvl="0" indent="0">
                <a:lnSpc>
                  <a:spcPct val="150000"/>
                </a:lnSpc>
              </a:pP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不变，</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随时间均匀增加</a:t>
              </a:r>
            </a:p>
          </p:txBody>
        </p:sp>
        <p:sp>
          <p:nvSpPr>
            <p:cNvPr id="5127" name="文本框 7"/>
            <p:cNvSpPr txBox="1"/>
            <p:nvPr>
              <p:custDataLst>
                <p:tags r:id="rId7"/>
              </p:custDataLst>
            </p:nvPr>
          </p:nvSpPr>
          <p:spPr>
            <a:xfrm>
              <a:off x="6968" y="6679"/>
              <a:ext cx="6324" cy="1706"/>
            </a:xfrm>
            <a:prstGeom prst="rect">
              <a:avLst/>
            </a:prstGeom>
            <a:noFill/>
            <a:ln w="9525">
              <a:noFill/>
            </a:ln>
          </p:spPr>
          <p:txBody>
            <a:bodyPr wrap="square" anchor="t">
              <a:noAutofit/>
            </a:bodyPr>
            <a:lstStyle/>
            <a:p>
              <a:pPr lvl="0" indent="0">
                <a:lnSpc>
                  <a:spcPct val="150000"/>
                </a:lnSpc>
              </a:pP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增大，</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增加的越来越快</a:t>
              </a:r>
            </a:p>
          </p:txBody>
        </p:sp>
        <p:sp>
          <p:nvSpPr>
            <p:cNvPr id="5128" name="文本框 8"/>
            <p:cNvSpPr txBox="1"/>
            <p:nvPr>
              <p:custDataLst>
                <p:tags r:id="rId8"/>
              </p:custDataLst>
            </p:nvPr>
          </p:nvSpPr>
          <p:spPr>
            <a:xfrm>
              <a:off x="6908" y="4787"/>
              <a:ext cx="6384" cy="1551"/>
            </a:xfrm>
            <a:prstGeom prst="rect">
              <a:avLst/>
            </a:prstGeom>
            <a:noFill/>
            <a:ln w="9525">
              <a:noFill/>
            </a:ln>
          </p:spPr>
          <p:txBody>
            <a:bodyPr wrap="square" anchor="t">
              <a:spAutoFit/>
            </a:bodyPr>
            <a:lstStyle/>
            <a:p>
              <a:pPr lvl="0" indent="0">
                <a:lnSpc>
                  <a:spcPct val="150000"/>
                </a:lnSpc>
              </a:pP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减小，</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增加的越来越慢</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linds(horizontal)">
                                      <p:cBhvr>
                                        <p:cTn id="7" dur="500"/>
                                        <p:tgtEl>
                                          <p:spTgt spid="512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grpSp>
        <p:nvGrpSpPr>
          <p:cNvPr id="5129" name="组合 12"/>
          <p:cNvGrpSpPr/>
          <p:nvPr>
            <p:custDataLst>
              <p:tags r:id="rId2"/>
            </p:custDataLst>
          </p:nvPr>
        </p:nvGrpSpPr>
        <p:grpSpPr>
          <a:xfrm>
            <a:off x="405821" y="1240790"/>
            <a:ext cx="11407084" cy="2498813"/>
            <a:chOff x="230" y="3669"/>
            <a:chExt cx="13002" cy="3358"/>
          </a:xfrm>
        </p:grpSpPr>
        <p:sp>
          <p:nvSpPr>
            <p:cNvPr id="5130" name="文本框 13"/>
            <p:cNvSpPr txBox="1"/>
            <p:nvPr>
              <p:custDataLst>
                <p:tags r:id="rId4"/>
              </p:custDataLst>
            </p:nvPr>
          </p:nvSpPr>
          <p:spPr>
            <a:xfrm>
              <a:off x="230" y="5006"/>
              <a:ext cx="5884" cy="828"/>
            </a:xfrm>
            <a:prstGeom prst="rect">
              <a:avLst/>
            </a:prstGeom>
            <a:noFill/>
            <a:ln w="9525">
              <a:noFill/>
            </a:ln>
          </p:spPr>
          <p:txBody>
            <a:bodyPr wrap="square" anchor="t">
              <a:noAutofit/>
            </a:bodyPr>
            <a:lstStyle/>
            <a:p>
              <a:pPr lvl="0" indent="0"/>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2</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与</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反向（减速直线运动）</a:t>
              </a:r>
            </a:p>
          </p:txBody>
        </p:sp>
        <p:sp>
          <p:nvSpPr>
            <p:cNvPr id="15" name="左大括号 14"/>
            <p:cNvSpPr/>
            <p:nvPr>
              <p:custDataLst>
                <p:tags r:id="rId5"/>
              </p:custDataLst>
            </p:nvPr>
          </p:nvSpPr>
          <p:spPr>
            <a:xfrm>
              <a:off x="6205" y="3903"/>
              <a:ext cx="415" cy="289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endParaRPr lang="zh-CN" altLang="en-US" sz="2800" b="1" strike="noStrike" noProof="1">
                <a:latin typeface="Times New Roman" panose="02020603050405020304" pitchFamily="18" charset="0"/>
                <a:ea typeface="黑体" panose="02010609060101010101" charset="-122"/>
                <a:cs typeface="Times New Roman" panose="02020603050405020304" pitchFamily="18" charset="0"/>
              </a:endParaRPr>
            </a:p>
          </p:txBody>
        </p:sp>
        <p:sp>
          <p:nvSpPr>
            <p:cNvPr id="5132" name="文本框 15"/>
            <p:cNvSpPr txBox="1"/>
            <p:nvPr>
              <p:custDataLst>
                <p:tags r:id="rId6"/>
              </p:custDataLst>
            </p:nvPr>
          </p:nvSpPr>
          <p:spPr>
            <a:xfrm>
              <a:off x="6848" y="3669"/>
              <a:ext cx="6384" cy="701"/>
            </a:xfrm>
            <a:prstGeom prst="rect">
              <a:avLst/>
            </a:prstGeom>
            <a:noFill/>
            <a:ln w="9525">
              <a:noFill/>
            </a:ln>
          </p:spPr>
          <p:txBody>
            <a:bodyPr wrap="square" anchor="t">
              <a:spAutoFit/>
            </a:bodyPr>
            <a:lstStyle/>
            <a:p>
              <a:pPr lvl="0" indent="0"/>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不变，</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随时间均匀减小</a:t>
              </a:r>
            </a:p>
          </p:txBody>
        </p:sp>
        <p:sp>
          <p:nvSpPr>
            <p:cNvPr id="5133" name="文本框 16"/>
            <p:cNvSpPr txBox="1"/>
            <p:nvPr>
              <p:custDataLst>
                <p:tags r:id="rId7"/>
              </p:custDataLst>
            </p:nvPr>
          </p:nvSpPr>
          <p:spPr>
            <a:xfrm>
              <a:off x="6786" y="4917"/>
              <a:ext cx="6384" cy="701"/>
            </a:xfrm>
            <a:prstGeom prst="rect">
              <a:avLst/>
            </a:prstGeom>
            <a:noFill/>
            <a:ln w="9525">
              <a:noFill/>
            </a:ln>
          </p:spPr>
          <p:txBody>
            <a:bodyPr wrap="square" anchor="t">
              <a:spAutoFit/>
            </a:bodyPr>
            <a:lstStyle/>
            <a:p>
              <a:pPr lvl="0" indent="0"/>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增大，</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减小的越来越快</a:t>
              </a:r>
            </a:p>
          </p:txBody>
        </p:sp>
        <p:sp>
          <p:nvSpPr>
            <p:cNvPr id="5134" name="文本框 17"/>
            <p:cNvSpPr txBox="1"/>
            <p:nvPr>
              <p:custDataLst>
                <p:tags r:id="rId8"/>
              </p:custDataLst>
            </p:nvPr>
          </p:nvSpPr>
          <p:spPr>
            <a:xfrm>
              <a:off x="6786" y="6326"/>
              <a:ext cx="6384" cy="701"/>
            </a:xfrm>
            <a:prstGeom prst="rect">
              <a:avLst/>
            </a:prstGeom>
            <a:noFill/>
            <a:ln w="9525">
              <a:noFill/>
            </a:ln>
          </p:spPr>
          <p:txBody>
            <a:bodyPr wrap="square" anchor="t">
              <a:spAutoFit/>
            </a:bodyPr>
            <a:lstStyle/>
            <a:p>
              <a:pPr lvl="0" indent="0"/>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减小，</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减小的越来越慢</a:t>
              </a:r>
            </a:p>
          </p:txBody>
        </p:sp>
      </p:grpSp>
      <p:sp>
        <p:nvSpPr>
          <p:cNvPr id="5135" name="文本框 18"/>
          <p:cNvSpPr txBox="1"/>
          <p:nvPr>
            <p:custDataLst>
              <p:tags r:id="rId3"/>
            </p:custDataLst>
          </p:nvPr>
        </p:nvSpPr>
        <p:spPr>
          <a:xfrm>
            <a:off x="520065" y="4549775"/>
            <a:ext cx="11238230" cy="1383665"/>
          </a:xfrm>
          <a:prstGeom prst="rect">
            <a:avLst/>
          </a:prstGeom>
          <a:noFill/>
          <a:ln w="9525">
            <a:noFill/>
          </a:ln>
        </p:spPr>
        <p:txBody>
          <a:bodyPr wrap="square" anchor="t">
            <a:spAutoFit/>
          </a:bodyPr>
          <a:lstStyle/>
          <a:p>
            <a:pPr>
              <a:lnSpc>
                <a:spcPct val="150000"/>
              </a:lnSpc>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2.</a:t>
            </a: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a</a:t>
            </a:r>
            <a:r>
              <a:rPr lang="zh-CN" altLang="en-US" sz="2800">
                <a:solidFill>
                  <a:schemeClr val="tx1"/>
                </a:solidFill>
                <a:latin typeface="Times New Roman" panose="02020603050405020304" pitchFamily="18" charset="0"/>
                <a:ea typeface="黑体" panose="02010609060101010101" charset="-122"/>
                <a:cs typeface="Times New Roman" panose="02020603050405020304" pitchFamily="18" charset="0"/>
              </a:rPr>
              <a:t>的正负，只表示加速度的方向与正方向的关系，不表示物体是加速还是减速。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9"/>
                                        </p:tgtEl>
                                        <p:attrNameLst>
                                          <p:attrName>style.visibility</p:attrName>
                                        </p:attrNameLst>
                                      </p:cBhvr>
                                      <p:to>
                                        <p:strVal val="visible"/>
                                      </p:to>
                                    </p:set>
                                    <p:animEffect transition="in" filter="blinds(horizontal)">
                                      <p:cBhvr>
                                        <p:cTn id="7" dur="500"/>
                                        <p:tgtEl>
                                          <p:spTgt spid="5129"/>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35"/>
                                        </p:tgtEl>
                                        <p:attrNameLst>
                                          <p:attrName>style.visibility</p:attrName>
                                        </p:attrNameLst>
                                      </p:cBhvr>
                                      <p:to>
                                        <p:strVal val="visible"/>
                                      </p:to>
                                    </p:set>
                                    <p:animEffect transition="in" filter="blinds(horizontal)">
                                      <p:cBhvr>
                                        <p:cTn id="12" dur="500"/>
                                        <p:tgtEl>
                                          <p:spTgt spid="5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sp>
        <p:nvSpPr>
          <p:cNvPr id="3" name="矩形 2"/>
          <p:cNvSpPr/>
          <p:nvPr>
            <p:custDataLst>
              <p:tags r:id="rId2"/>
            </p:custDataLst>
          </p:nvPr>
        </p:nvSpPr>
        <p:spPr>
          <a:xfrm>
            <a:off x="389206" y="802069"/>
            <a:ext cx="11412000" cy="3322955"/>
          </a:xfrm>
          <a:prstGeom prst="rect">
            <a:avLst/>
          </a:prstGeom>
        </p:spPr>
        <p:txBody>
          <a:bodyPr>
            <a:spAutoFit/>
          </a:bodyPr>
          <a:lstStyle/>
          <a:p>
            <a:pPr indent="0" fontAlgn="auto">
              <a:lnSpc>
                <a:spcPct val="125000"/>
              </a:lnSpc>
              <a:spcAft>
                <a:spcPct val="0"/>
              </a:spcAft>
              <a:tabLst>
                <a:tab pos="2250440" algn="l"/>
                <a:tab pos="6481445" algn="r"/>
              </a:tabLst>
            </a:pP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5</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一质点自原点开始在</a:t>
            </a:r>
            <a:r>
              <a:rPr lang="en-US" altLang="zh-CN" sz="2800" i="1">
                <a:solidFill>
                  <a:srgbClr val="FF0000"/>
                </a:solidFill>
                <a:latin typeface="Times New Roman" panose="02020603050405020304" pitchFamily="18" charset="0"/>
                <a:ea typeface="黑体" panose="02010609060101010101" charset="-122"/>
                <a:cs typeface="Times New Roman" panose="02020603050405020304" pitchFamily="18" charset="0"/>
              </a:rPr>
              <a:t>x</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轴上运动</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初速度</a:t>
            </a:r>
            <a:r>
              <a:rPr lang="en-US" altLang="zh-CN" sz="2800" i="1">
                <a:solidFill>
                  <a:srgbClr val="FF0000"/>
                </a:solidFill>
                <a:latin typeface="Times New Roman" panose="02020603050405020304" pitchFamily="18" charset="0"/>
                <a:ea typeface="黑体" panose="02010609060101010101" charset="-122"/>
                <a:cs typeface="Times New Roman" panose="02020603050405020304" pitchFamily="18" charset="0"/>
              </a:rPr>
              <a:t>v</a:t>
            </a:r>
            <a:r>
              <a:rPr lang="en-US" altLang="zh-CN" sz="2800" baseline="-25000">
                <a:solidFill>
                  <a:srgbClr val="FF0000"/>
                </a:solidFill>
                <a:latin typeface="Times New Roman" panose="02020603050405020304" pitchFamily="18" charset="0"/>
                <a:ea typeface="黑体" panose="02010609060101010101" charset="-122"/>
                <a:cs typeface="Times New Roman" panose="02020603050405020304" pitchFamily="18" charset="0"/>
              </a:rPr>
              <a:t>0</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&gt;0,</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加速度</a:t>
            </a:r>
            <a:r>
              <a:rPr lang="en-US" altLang="zh-CN" sz="2800" i="1">
                <a:solidFill>
                  <a:srgbClr val="FF0000"/>
                </a:solidFill>
                <a:latin typeface="Times New Roman" panose="02020603050405020304" pitchFamily="18" charset="0"/>
                <a:ea typeface="黑体" panose="02010609060101010101" charset="-122"/>
                <a:cs typeface="Times New Roman" panose="02020603050405020304" pitchFamily="18" charset="0"/>
              </a:rPr>
              <a:t>a</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&gt;0,</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且</a:t>
            </a:r>
            <a:r>
              <a:rPr lang="en-US" altLang="zh-CN" sz="2800" i="1">
                <a:solidFill>
                  <a:srgbClr val="FF0000"/>
                </a:solidFill>
                <a:latin typeface="Times New Roman" panose="02020603050405020304" pitchFamily="18" charset="0"/>
                <a:ea typeface="黑体" panose="02010609060101010101" charset="-122"/>
                <a:cs typeface="Times New Roman" panose="02020603050405020304" pitchFamily="18" charset="0"/>
              </a:rPr>
              <a:t>a</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值不断减小直至为零</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则质点的</a:t>
            </a:r>
            <a:endParaRPr lang="zh-CN" altLang="zh-CN" sz="3200">
              <a:solidFill>
                <a:srgbClr val="FF0000"/>
              </a:solidFill>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25000"/>
              </a:lnSpc>
              <a:spcAft>
                <a:spcPct val="0"/>
              </a:spcAft>
              <a:tabLst>
                <a:tab pos="2250440" algn="l"/>
              </a:tabLst>
            </a:pP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速度不断减小</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位移不断减小</a:t>
            </a:r>
            <a:endParaRPr lang="zh-CN" altLang="zh-CN" sz="3200">
              <a:solidFill>
                <a:srgbClr val="FF0000"/>
              </a:solidFill>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25000"/>
              </a:lnSpc>
              <a:spcAft>
                <a:spcPct val="0"/>
              </a:spcAft>
              <a:tabLst>
                <a:tab pos="2250440" algn="l"/>
              </a:tabLst>
            </a:pP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B.</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速度不断减小</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位移继续增大</a:t>
            </a:r>
            <a:endParaRPr lang="zh-CN" altLang="zh-CN" sz="3200">
              <a:solidFill>
                <a:srgbClr val="FF0000"/>
              </a:solidFill>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25000"/>
              </a:lnSpc>
              <a:spcAft>
                <a:spcPct val="0"/>
              </a:spcAft>
              <a:tabLst>
                <a:tab pos="2250440" algn="l"/>
              </a:tabLst>
            </a:pP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C.</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速度不断增大</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当</a:t>
            </a:r>
            <a:r>
              <a:rPr lang="en-US" altLang="zh-CN" sz="2800" i="1">
                <a:solidFill>
                  <a:srgbClr val="FF0000"/>
                </a:solidFill>
                <a:latin typeface="Times New Roman" panose="02020603050405020304" pitchFamily="18" charset="0"/>
                <a:ea typeface="黑体" panose="02010609060101010101" charset="-122"/>
                <a:cs typeface="Times New Roman" panose="02020603050405020304" pitchFamily="18" charset="0"/>
              </a:rPr>
              <a:t>a</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=0</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时</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速度达到最大</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位移不断增大</a:t>
            </a:r>
            <a:endParaRPr lang="zh-CN" altLang="zh-CN" sz="3200">
              <a:solidFill>
                <a:srgbClr val="FF0000"/>
              </a:solidFill>
              <a:latin typeface="Times New Roman" panose="02020603050405020304" pitchFamily="18" charset="0"/>
              <a:ea typeface="黑体" panose="02010609060101010101" charset="-122"/>
              <a:cs typeface="Times New Roman" panose="02020603050405020304" pitchFamily="18" charset="0"/>
            </a:endParaRPr>
          </a:p>
          <a:p>
            <a:pPr indent="0" fontAlgn="auto">
              <a:lnSpc>
                <a:spcPct val="125000"/>
              </a:lnSpc>
              <a:spcAft>
                <a:spcPct val="0"/>
              </a:spcAft>
              <a:tabLst>
                <a:tab pos="2250440" algn="l"/>
              </a:tabLst>
            </a:pP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D.</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速度不断减小</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当</a:t>
            </a:r>
            <a:r>
              <a:rPr lang="en-US" altLang="zh-CN" sz="2800" i="1">
                <a:solidFill>
                  <a:srgbClr val="FF0000"/>
                </a:solidFill>
                <a:latin typeface="Times New Roman" panose="02020603050405020304" pitchFamily="18" charset="0"/>
                <a:ea typeface="黑体" panose="02010609060101010101" charset="-122"/>
                <a:cs typeface="Times New Roman" panose="02020603050405020304" pitchFamily="18" charset="0"/>
              </a:rPr>
              <a:t>a</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=0</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时</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位移达到最大值</a:t>
            </a:r>
            <a:endParaRPr lang="zh-CN" altLang="zh-CN" sz="2800">
              <a:solidFill>
                <a:srgbClr val="FF0000"/>
              </a:solidFill>
              <a:effectLst/>
              <a:latin typeface="Times New Roman" panose="02020603050405020304" pitchFamily="18" charset="0"/>
              <a:ea typeface="黑体" panose="02010609060101010101" charset="-122"/>
              <a:cs typeface="Times New Roman" panose="02020603050405020304" pitchFamily="18" charset="0"/>
            </a:endParaRPr>
          </a:p>
        </p:txBody>
      </p:sp>
      <p:sp>
        <p:nvSpPr>
          <p:cNvPr id="5" name="矩形 4"/>
          <p:cNvSpPr/>
          <p:nvPr>
            <p:custDataLst>
              <p:tags r:id="rId3"/>
            </p:custDataLst>
          </p:nvPr>
        </p:nvSpPr>
        <p:spPr>
          <a:xfrm>
            <a:off x="0" y="4324350"/>
            <a:ext cx="12192000" cy="2479675"/>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a:lnSpc>
                <a:spcPct val="150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由于初速度</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a:t>
            </a:r>
            <a:r>
              <a:rPr lang="en-US" altLang="zh-CN" sz="2600" baseline="-250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0</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&gt;0,</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加速度</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&gt;0,</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即速度和加速度同向</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不管加速度大小如何变化</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速度都是在增大的</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当加速度减小时</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速度增加得慢了</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当</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=0</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时</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速度不再增加</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速度达到最大值</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位移不断增大</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故选</a:t>
            </a:r>
            <a:r>
              <a:rPr lang="en-US" altLang="zh-CN" sz="2600">
                <a:solidFill>
                  <a:srgbClr val="FFFF00"/>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C</a:t>
            </a:r>
            <a:r>
              <a:rPr lang="zh-CN"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custDataLst>
              <p:tags r:id="rId1"/>
            </p:custDataLst>
          </p:nvPr>
        </p:nvSpPr>
        <p:spPr>
          <a:xfrm>
            <a:off x="0" y="-9525"/>
            <a:ext cx="359473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微软雅黑" panose="020B0503020204020204" pitchFamily="34" charset="-122"/>
                <a:ea typeface="微软雅黑" panose="020B0503020204020204" pitchFamily="34" charset="-122"/>
                <a:cs typeface="+mn-cs"/>
                <a:sym typeface="思源黑体" panose="020B0500000000000000" pitchFamily="34" charset="-122"/>
              </a:rPr>
              <a:t>二、加速度的方向</a:t>
            </a:r>
          </a:p>
        </p:txBody>
      </p:sp>
      <p:sp>
        <p:nvSpPr>
          <p:cNvPr id="2" name="矩形 1"/>
          <p:cNvSpPr/>
          <p:nvPr>
            <p:custDataLst>
              <p:tags r:id="rId2"/>
            </p:custDataLst>
          </p:nvPr>
        </p:nvSpPr>
        <p:spPr>
          <a:xfrm>
            <a:off x="377999" y="1659230"/>
            <a:ext cx="11405839" cy="335216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b="1" kern="100">
                <a:solidFill>
                  <a:srgbClr val="FF0000"/>
                </a:solidFill>
                <a:latin typeface="Times New Roman" panose="02020603050405020304" pitchFamily="18" charset="0"/>
                <a:ea typeface="黑体" panose="02010609060101010101" charset="-122"/>
                <a:cs typeface="Times New Roman" panose="02020603050405020304" pitchFamily="18" charset="0"/>
              </a:rPr>
              <a:t>拓展</a:t>
            </a:r>
            <a:r>
              <a:rPr lang="zh-CN" altLang="zh-CN" sz="2800">
                <a:latin typeface="Times New Roman" panose="02020603050405020304" pitchFamily="18" charset="0"/>
                <a:ea typeface="黑体" panose="02010609060101010101" charset="-122"/>
                <a:cs typeface="Times New Roman" panose="02020603050405020304" pitchFamily="18" charset="0"/>
              </a:rPr>
              <a:t>　</a:t>
            </a: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zh-CN" altLang="zh-CN" sz="2800">
                <a:latin typeface="Times New Roman" panose="02020603050405020304" pitchFamily="18" charset="0"/>
                <a:ea typeface="黑体" panose="02010609060101010101" charset="-122"/>
                <a:cs typeface="Times New Roman" panose="02020603050405020304" pitchFamily="18" charset="0"/>
              </a:rPr>
              <a:t>若</a:t>
            </a:r>
            <a:r>
              <a:rPr lang="en-US" altLang="zh-CN" sz="2800" i="1">
                <a:latin typeface="Times New Roman" panose="02020603050405020304" pitchFamily="18" charset="0"/>
                <a:ea typeface="黑体" panose="02010609060101010101" charset="-122"/>
                <a:cs typeface="Times New Roman" panose="02020603050405020304" pitchFamily="18" charset="0"/>
              </a:rPr>
              <a:t>v</a:t>
            </a:r>
            <a:r>
              <a:rPr lang="en-US" altLang="zh-CN" sz="2800" baseline="-25000">
                <a:latin typeface="Times New Roman" panose="02020603050405020304" pitchFamily="18" charset="0"/>
                <a:ea typeface="黑体" panose="02010609060101010101" charset="-122"/>
                <a:cs typeface="Times New Roman" panose="02020603050405020304" pitchFamily="18" charset="0"/>
              </a:rPr>
              <a:t>0</a:t>
            </a:r>
            <a:r>
              <a:rPr lang="en-US" altLang="zh-CN" sz="2800">
                <a:latin typeface="Times New Roman" panose="02020603050405020304" pitchFamily="18" charset="0"/>
                <a:ea typeface="黑体" panose="02010609060101010101" charset="-122"/>
                <a:cs typeface="Times New Roman" panose="02020603050405020304" pitchFamily="18" charset="0"/>
              </a:rPr>
              <a:t>&gt;0,</a:t>
            </a:r>
            <a:r>
              <a:rPr lang="en-US" altLang="zh-CN" sz="2800" i="1">
                <a:latin typeface="Times New Roman" panose="02020603050405020304" pitchFamily="18" charset="0"/>
                <a:ea typeface="黑体" panose="02010609060101010101" charset="-122"/>
                <a:cs typeface="Times New Roman" panose="02020603050405020304" pitchFamily="18" charset="0"/>
              </a:rPr>
              <a:t>a</a:t>
            </a:r>
            <a:r>
              <a:rPr lang="en-US" altLang="zh-CN" sz="2800">
                <a:latin typeface="Times New Roman" panose="02020603050405020304" pitchFamily="18" charset="0"/>
                <a:ea typeface="黑体" panose="02010609060101010101" charset="-122"/>
                <a:cs typeface="Times New Roman" panose="02020603050405020304" pitchFamily="18" charset="0"/>
              </a:rPr>
              <a:t>&gt;0,</a:t>
            </a:r>
            <a:r>
              <a:rPr lang="zh-CN" altLang="zh-CN" sz="2800">
                <a:latin typeface="Times New Roman" panose="02020603050405020304" pitchFamily="18" charset="0"/>
                <a:ea typeface="黑体" panose="02010609060101010101" charset="-122"/>
                <a:cs typeface="Times New Roman" panose="02020603050405020304" pitchFamily="18" charset="0"/>
              </a:rPr>
              <a:t>当加速度</a:t>
            </a:r>
            <a:r>
              <a:rPr lang="en-US" altLang="zh-CN" sz="2800" i="1">
                <a:latin typeface="Times New Roman" panose="02020603050405020304" pitchFamily="18" charset="0"/>
                <a:ea typeface="黑体" panose="02010609060101010101" charset="-122"/>
                <a:cs typeface="Times New Roman" panose="02020603050405020304" pitchFamily="18" charset="0"/>
              </a:rPr>
              <a:t>a</a:t>
            </a:r>
            <a:r>
              <a:rPr lang="zh-CN" altLang="zh-CN" sz="2800">
                <a:latin typeface="Times New Roman" panose="02020603050405020304" pitchFamily="18" charset="0"/>
                <a:ea typeface="黑体" panose="02010609060101010101" charset="-122"/>
                <a:cs typeface="Times New Roman" panose="02020603050405020304" pitchFamily="18" charset="0"/>
              </a:rPr>
              <a:t>的值先不断增大然后又逐渐减为零的过程中</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质点的速度</a:t>
            </a:r>
            <a:r>
              <a:rPr lang="en-US" altLang="zh-CN" sz="2800" u="sng">
                <a:latin typeface="Times New Roman" panose="02020603050405020304" pitchFamily="18" charset="0"/>
                <a:ea typeface="黑体" panose="02010609060101010101" charset="-122"/>
                <a:cs typeface="Times New Roman" panose="02020603050405020304" pitchFamily="18" charset="0"/>
              </a:rPr>
              <a:t>                    </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位移</a:t>
            </a:r>
            <a:r>
              <a:rPr lang="en-US" altLang="zh-CN" sz="2800" u="sng">
                <a:latin typeface="Times New Roman" panose="02020603050405020304" pitchFamily="18" charset="0"/>
                <a:ea typeface="黑体" panose="02010609060101010101" charset="-122"/>
                <a:cs typeface="Times New Roman" panose="02020603050405020304" pitchFamily="18" charset="0"/>
              </a:rPr>
              <a:t>                     </a:t>
            </a:r>
            <a:r>
              <a:rPr lang="zh-CN"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(2)</a:t>
            </a:r>
            <a:r>
              <a:rPr lang="zh-CN" altLang="zh-CN" sz="2800">
                <a:latin typeface="Times New Roman" panose="02020603050405020304" pitchFamily="18" charset="0"/>
                <a:ea typeface="黑体" panose="02010609060101010101" charset="-122"/>
                <a:cs typeface="Times New Roman" panose="02020603050405020304" pitchFamily="18" charset="0"/>
              </a:rPr>
              <a:t>若</a:t>
            </a:r>
            <a:r>
              <a:rPr lang="en-US" altLang="zh-CN" sz="2800" i="1">
                <a:latin typeface="Times New Roman" panose="02020603050405020304" pitchFamily="18" charset="0"/>
                <a:ea typeface="黑体" panose="02010609060101010101" charset="-122"/>
                <a:cs typeface="Times New Roman" panose="02020603050405020304" pitchFamily="18" charset="0"/>
              </a:rPr>
              <a:t>v</a:t>
            </a:r>
            <a:r>
              <a:rPr lang="en-US" altLang="zh-CN" sz="2800" baseline="-25000">
                <a:latin typeface="Times New Roman" panose="02020603050405020304" pitchFamily="18" charset="0"/>
                <a:ea typeface="黑体" panose="02010609060101010101" charset="-122"/>
                <a:cs typeface="Times New Roman" panose="02020603050405020304" pitchFamily="18" charset="0"/>
              </a:rPr>
              <a:t>0</a:t>
            </a:r>
            <a:r>
              <a:rPr lang="en-US" altLang="zh-CN" sz="2800">
                <a:latin typeface="Times New Roman" panose="02020603050405020304" pitchFamily="18" charset="0"/>
                <a:ea typeface="黑体" panose="02010609060101010101" charset="-122"/>
                <a:cs typeface="Times New Roman" panose="02020603050405020304" pitchFamily="18" charset="0"/>
              </a:rPr>
              <a:t>&gt;0,</a:t>
            </a:r>
            <a:r>
              <a:rPr lang="en-US" altLang="zh-CN" sz="2800" i="1">
                <a:latin typeface="Times New Roman" panose="02020603050405020304" pitchFamily="18" charset="0"/>
                <a:ea typeface="黑体" panose="02010609060101010101" charset="-122"/>
                <a:cs typeface="Times New Roman" panose="02020603050405020304" pitchFamily="18" charset="0"/>
              </a:rPr>
              <a:t>a</a:t>
            </a:r>
            <a:r>
              <a:rPr lang="en-US" altLang="zh-CN" sz="2800">
                <a:latin typeface="Times New Roman" panose="02020603050405020304" pitchFamily="18" charset="0"/>
                <a:ea typeface="黑体" panose="02010609060101010101" charset="-122"/>
                <a:cs typeface="Times New Roman" panose="02020603050405020304" pitchFamily="18" charset="0"/>
              </a:rPr>
              <a:t>&lt;0,</a:t>
            </a:r>
            <a:r>
              <a:rPr lang="zh-CN" altLang="zh-CN" sz="2800">
                <a:latin typeface="Times New Roman" panose="02020603050405020304" pitchFamily="18" charset="0"/>
                <a:ea typeface="黑体" panose="02010609060101010101" charset="-122"/>
                <a:cs typeface="Times New Roman" panose="02020603050405020304" pitchFamily="18" charset="0"/>
              </a:rPr>
              <a:t>且</a:t>
            </a:r>
            <a:r>
              <a:rPr lang="en-US" altLang="zh-CN" sz="2800" i="1">
                <a:latin typeface="Times New Roman" panose="02020603050405020304" pitchFamily="18" charset="0"/>
                <a:ea typeface="黑体" panose="02010609060101010101" charset="-122"/>
                <a:cs typeface="Times New Roman" panose="02020603050405020304" pitchFamily="18" charset="0"/>
              </a:rPr>
              <a:t>a</a:t>
            </a:r>
            <a:r>
              <a:rPr lang="zh-CN" altLang="zh-CN" sz="2800">
                <a:latin typeface="Times New Roman" panose="02020603050405020304" pitchFamily="18" charset="0"/>
                <a:ea typeface="黑体" panose="02010609060101010101" charset="-122"/>
                <a:cs typeface="Times New Roman" panose="02020603050405020304" pitchFamily="18" charset="0"/>
              </a:rPr>
              <a:t>值不断减小直到减为零</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质点运动方向不变且始终运动</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则质点的速度</a:t>
            </a:r>
            <a:r>
              <a:rPr lang="en-US" altLang="zh-CN" sz="2800" u="sng">
                <a:latin typeface="Times New Roman" panose="02020603050405020304" pitchFamily="18" charset="0"/>
                <a:ea typeface="黑体" panose="02010609060101010101" charset="-122"/>
                <a:cs typeface="Times New Roman" panose="02020603050405020304" pitchFamily="18" charset="0"/>
              </a:rPr>
              <a:t>                    </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当</a:t>
            </a:r>
            <a:r>
              <a:rPr lang="en-US" altLang="zh-CN" sz="2800" i="1">
                <a:latin typeface="Times New Roman" panose="02020603050405020304" pitchFamily="18" charset="0"/>
                <a:ea typeface="黑体" panose="02010609060101010101" charset="-122"/>
                <a:cs typeface="Times New Roman" panose="02020603050405020304" pitchFamily="18" charset="0"/>
              </a:rPr>
              <a:t>a</a:t>
            </a:r>
            <a:r>
              <a:rPr lang="en-US" altLang="zh-CN" sz="2800">
                <a:latin typeface="Times New Roman" panose="02020603050405020304" pitchFamily="18" charset="0"/>
                <a:ea typeface="黑体" panose="02010609060101010101" charset="-122"/>
                <a:cs typeface="Times New Roman" panose="02020603050405020304" pitchFamily="18" charset="0"/>
              </a:rPr>
              <a:t>=0</a:t>
            </a:r>
            <a:r>
              <a:rPr lang="zh-CN" altLang="zh-CN" sz="2800">
                <a:latin typeface="Times New Roman" panose="02020603050405020304" pitchFamily="18" charset="0"/>
                <a:ea typeface="黑体" panose="02010609060101010101" charset="-122"/>
                <a:cs typeface="Times New Roman" panose="02020603050405020304" pitchFamily="18" charset="0"/>
              </a:rPr>
              <a:t>时</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速度达到</a:t>
            </a:r>
            <a:r>
              <a:rPr lang="en-US" altLang="zh-CN" sz="2800" u="sng">
                <a:latin typeface="Times New Roman" panose="02020603050405020304" pitchFamily="18" charset="0"/>
                <a:ea typeface="黑体" panose="02010609060101010101" charset="-122"/>
                <a:cs typeface="Times New Roman" panose="02020603050405020304" pitchFamily="18" charset="0"/>
              </a:rPr>
              <a:t>           </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然后做</a:t>
            </a:r>
            <a:r>
              <a:rPr lang="en-US" altLang="zh-CN" sz="2800" u="sng">
                <a:latin typeface="Times New Roman" panose="02020603050405020304" pitchFamily="18" charset="0"/>
                <a:ea typeface="黑体" panose="02010609060101010101" charset="-122"/>
                <a:cs typeface="Times New Roman" panose="02020603050405020304" pitchFamily="18" charset="0"/>
              </a:rPr>
              <a:t>                  </a:t>
            </a:r>
            <a:r>
              <a:rPr lang="zh-CN" altLang="zh-CN" sz="2800">
                <a:latin typeface="Times New Roman" panose="02020603050405020304" pitchFamily="18" charset="0"/>
                <a:ea typeface="黑体" panose="02010609060101010101" charset="-122"/>
                <a:cs typeface="Times New Roman" panose="02020603050405020304" pitchFamily="18" charset="0"/>
              </a:rPr>
              <a:t>运动</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质点的位移</a:t>
            </a:r>
            <a:r>
              <a:rPr lang="en-US" altLang="zh-CN" sz="2800" u="sng">
                <a:latin typeface="Times New Roman" panose="02020603050405020304" pitchFamily="18" charset="0"/>
                <a:ea typeface="黑体" panose="02010609060101010101" charset="-122"/>
                <a:cs typeface="Times New Roman" panose="02020603050405020304" pitchFamily="18" charset="0"/>
              </a:rPr>
              <a:t>                    </a:t>
            </a:r>
            <a:r>
              <a:rPr lang="zh-CN"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3" name="矩形 2"/>
          <p:cNvSpPr/>
          <p:nvPr>
            <p:custDataLst>
              <p:tags r:id="rId3"/>
            </p:custDataLst>
          </p:nvPr>
        </p:nvSpPr>
        <p:spPr>
          <a:xfrm>
            <a:off x="3142878" y="2421682"/>
            <a:ext cx="1620957" cy="523220"/>
          </a:xfrm>
          <a:prstGeom prst="rect">
            <a:avLst/>
          </a:prstGeom>
        </p:spPr>
        <p:txBody>
          <a:bodyPr wrap="none">
            <a:spAutoFit/>
          </a:bodyPr>
          <a:lstStyle/>
          <a:p>
            <a:r>
              <a:rPr lang="zh-CN" altLang="zh-CN" sz="2800">
                <a:solidFill>
                  <a:srgbClr val="C00000"/>
                </a:solidFill>
                <a:latin typeface="Times New Roman" panose="02020603050405020304" pitchFamily="18" charset="0"/>
                <a:ea typeface="黑体" panose="02010609060101010101" charset="-122"/>
                <a:cs typeface="Times New Roman" panose="02020603050405020304" pitchFamily="18" charset="0"/>
              </a:rPr>
              <a:t>一直增大</a:t>
            </a:r>
          </a:p>
        </p:txBody>
      </p:sp>
      <p:sp>
        <p:nvSpPr>
          <p:cNvPr id="11" name="矩形 10"/>
          <p:cNvSpPr/>
          <p:nvPr>
            <p:custDataLst>
              <p:tags r:id="rId4"/>
            </p:custDataLst>
          </p:nvPr>
        </p:nvSpPr>
        <p:spPr>
          <a:xfrm>
            <a:off x="5842401" y="2421682"/>
            <a:ext cx="1620957" cy="523220"/>
          </a:xfrm>
          <a:prstGeom prst="rect">
            <a:avLst/>
          </a:prstGeom>
        </p:spPr>
        <p:txBody>
          <a:bodyPr wrap="none">
            <a:spAutoFit/>
          </a:bodyPr>
          <a:lstStyle/>
          <a:p>
            <a:r>
              <a:rPr lang="zh-CN" altLang="zh-CN" sz="2800">
                <a:solidFill>
                  <a:srgbClr val="C00000"/>
                </a:solidFill>
                <a:latin typeface="Times New Roman" panose="02020603050405020304" pitchFamily="18" charset="0"/>
                <a:ea typeface="黑体" panose="02010609060101010101" charset="-122"/>
                <a:cs typeface="Times New Roman" panose="02020603050405020304" pitchFamily="18" charset="0"/>
              </a:rPr>
              <a:t>一直增大</a:t>
            </a:r>
          </a:p>
        </p:txBody>
      </p:sp>
      <p:sp>
        <p:nvSpPr>
          <p:cNvPr id="12" name="矩形 11"/>
          <p:cNvSpPr/>
          <p:nvPr>
            <p:custDataLst>
              <p:tags r:id="rId5"/>
            </p:custDataLst>
          </p:nvPr>
        </p:nvSpPr>
        <p:spPr>
          <a:xfrm>
            <a:off x="2722705" y="3705951"/>
            <a:ext cx="1620957" cy="523220"/>
          </a:xfrm>
          <a:prstGeom prst="rect">
            <a:avLst/>
          </a:prstGeom>
        </p:spPr>
        <p:txBody>
          <a:bodyPr wrap="none">
            <a:spAutoFit/>
          </a:bodyPr>
          <a:lstStyle/>
          <a:p>
            <a:r>
              <a:rPr lang="zh-CN" altLang="zh-CN" sz="2800">
                <a:solidFill>
                  <a:srgbClr val="C00000"/>
                </a:solidFill>
                <a:latin typeface="Times New Roman" panose="02020603050405020304" pitchFamily="18" charset="0"/>
                <a:ea typeface="黑体" panose="02010609060101010101" charset="-122"/>
                <a:cs typeface="Times New Roman" panose="02020603050405020304" pitchFamily="18" charset="0"/>
              </a:rPr>
              <a:t>逐渐减小</a:t>
            </a:r>
          </a:p>
        </p:txBody>
      </p:sp>
      <p:sp>
        <p:nvSpPr>
          <p:cNvPr id="13" name="矩形 12"/>
          <p:cNvSpPr/>
          <p:nvPr>
            <p:custDataLst>
              <p:tags r:id="rId6"/>
            </p:custDataLst>
          </p:nvPr>
        </p:nvSpPr>
        <p:spPr>
          <a:xfrm>
            <a:off x="7292502" y="3705951"/>
            <a:ext cx="902811" cy="523220"/>
          </a:xfrm>
          <a:prstGeom prst="rect">
            <a:avLst/>
          </a:prstGeom>
        </p:spPr>
        <p:txBody>
          <a:bodyPr wrap="none">
            <a:spAutoFit/>
          </a:bodyPr>
          <a:lstStyle/>
          <a:p>
            <a:r>
              <a:rPr lang="zh-CN" altLang="zh-CN" sz="2800">
                <a:solidFill>
                  <a:srgbClr val="C00000"/>
                </a:solidFill>
                <a:latin typeface="Times New Roman" panose="02020603050405020304" pitchFamily="18" charset="0"/>
                <a:ea typeface="黑体" panose="02010609060101010101" charset="-122"/>
                <a:cs typeface="Times New Roman" panose="02020603050405020304" pitchFamily="18" charset="0"/>
              </a:rPr>
              <a:t>最小</a:t>
            </a:r>
          </a:p>
        </p:txBody>
      </p:sp>
      <p:sp>
        <p:nvSpPr>
          <p:cNvPr id="14" name="矩形 13"/>
          <p:cNvSpPr/>
          <p:nvPr>
            <p:custDataLst>
              <p:tags r:id="rId7"/>
            </p:custDataLst>
          </p:nvPr>
        </p:nvSpPr>
        <p:spPr>
          <a:xfrm>
            <a:off x="9407574" y="3682201"/>
            <a:ext cx="1620957" cy="523220"/>
          </a:xfrm>
          <a:prstGeom prst="rect">
            <a:avLst/>
          </a:prstGeom>
        </p:spPr>
        <p:txBody>
          <a:bodyPr wrap="none">
            <a:spAutoFit/>
          </a:bodyPr>
          <a:lstStyle/>
          <a:p>
            <a:r>
              <a:rPr lang="zh-CN" altLang="zh-CN" sz="2800">
                <a:solidFill>
                  <a:srgbClr val="C00000"/>
                </a:solidFill>
                <a:latin typeface="Times New Roman" panose="02020603050405020304" pitchFamily="18" charset="0"/>
                <a:ea typeface="黑体" panose="02010609060101010101" charset="-122"/>
                <a:cs typeface="Times New Roman" panose="02020603050405020304" pitchFamily="18" charset="0"/>
              </a:rPr>
              <a:t>匀速直线</a:t>
            </a:r>
          </a:p>
        </p:txBody>
      </p:sp>
      <p:sp>
        <p:nvSpPr>
          <p:cNvPr id="15" name="矩形 14"/>
          <p:cNvSpPr/>
          <p:nvPr>
            <p:custDataLst>
              <p:tags r:id="rId8"/>
            </p:custDataLst>
          </p:nvPr>
        </p:nvSpPr>
        <p:spPr>
          <a:xfrm>
            <a:off x="2770205" y="4338249"/>
            <a:ext cx="1620957" cy="523220"/>
          </a:xfrm>
          <a:prstGeom prst="rect">
            <a:avLst/>
          </a:prstGeom>
        </p:spPr>
        <p:txBody>
          <a:bodyPr wrap="none">
            <a:spAutoFit/>
          </a:bodyPr>
          <a:lstStyle/>
          <a:p>
            <a:r>
              <a:rPr lang="zh-CN" altLang="zh-CN" sz="2800">
                <a:solidFill>
                  <a:srgbClr val="C00000"/>
                </a:solidFill>
                <a:latin typeface="Times New Roman" panose="02020603050405020304" pitchFamily="18" charset="0"/>
                <a:ea typeface="黑体" panose="02010609060101010101" charset="-122"/>
                <a:cs typeface="Times New Roman" panose="02020603050405020304" pitchFamily="18" charset="0"/>
              </a:rPr>
              <a:t>一直增大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blinds(horizontal)">
                                      <p:cBhvr>
                                        <p:cTn id="17" dur="500"/>
                                        <p:tgtEl>
                                          <p:spTgt spid="12">
                                            <p:txEl>
                                              <p:pRg st="0" end="0"/>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blinds(horizontal)">
                                      <p:cBhvr>
                                        <p:cTn id="22" dur="500"/>
                                        <p:tgtEl>
                                          <p:spTgt spid="13">
                                            <p:txEl>
                                              <p:pRg st="0" end="0"/>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animEffect transition="in" filter="blinds(horizontal)">
                                      <p:cBhvr>
                                        <p:cTn id="27" dur="500"/>
                                        <p:tgtEl>
                                          <p:spTgt spid="14">
                                            <p:txEl>
                                              <p:pRg st="0" end="0"/>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blinds(horizontal)">
                                      <p:cBhvr>
                                        <p:cTn id="3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p:sp>
        <p:nvSpPr>
          <p:cNvPr id="3" name="矩形 2"/>
          <p:cNvSpPr/>
          <p:nvPr>
            <p:custDataLst>
              <p:tags r:id="rId2"/>
            </p:custDataLst>
          </p:nvPr>
        </p:nvSpPr>
        <p:spPr>
          <a:xfrm>
            <a:off x="511200" y="739597"/>
            <a:ext cx="11488293"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a:latin typeface="Times New Roman" panose="02020603050405020304" pitchFamily="18" charset="0"/>
                <a:ea typeface="黑体" panose="02010609060101010101" charset="-122"/>
                <a:cs typeface="Times New Roman" panose="02020603050405020304" pitchFamily="18" charset="0"/>
              </a:rPr>
              <a:t>如图所示是甲、乙两个质点的</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6" name="矩形 5"/>
          <p:cNvSpPr/>
          <p:nvPr>
            <p:custDataLst>
              <p:tags r:id="rId3"/>
            </p:custDataLst>
          </p:nvPr>
        </p:nvSpPr>
        <p:spPr>
          <a:xfrm>
            <a:off x="511200" y="1435927"/>
            <a:ext cx="11488293"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a:latin typeface="黑体" panose="02010609060101010101" charset="-122"/>
                <a:ea typeface="黑体" panose="02010609060101010101" charset="-122"/>
                <a:cs typeface="黑体" panose="02010609060101010101" charset="-122"/>
              </a:rPr>
              <a:t>(1)</a:t>
            </a:r>
            <a:r>
              <a:rPr lang="zh-CN" altLang="zh-CN" sz="2800">
                <a:latin typeface="黑体" panose="02010609060101010101" charset="-122"/>
                <a:ea typeface="黑体" panose="02010609060101010101" charset="-122"/>
                <a:cs typeface="黑体" panose="02010609060101010101" charset="-122"/>
              </a:rPr>
              <a:t>根据图中数据求出图像的斜率</a:t>
            </a:r>
            <a:r>
              <a:rPr lang="en-US" altLang="zh-CN" sz="2800">
                <a:latin typeface="黑体" panose="02010609060101010101" charset="-122"/>
                <a:ea typeface="黑体" panose="02010609060101010101" charset="-122"/>
                <a:cs typeface="黑体" panose="02010609060101010101" charset="-122"/>
              </a:rPr>
              <a:t>;</a:t>
            </a:r>
            <a:endParaRPr lang="zh-CN" altLang="zh-CN" sz="3200">
              <a:effectLst/>
              <a:latin typeface="黑体" panose="02010609060101010101" charset="-122"/>
              <a:ea typeface="黑体" panose="02010609060101010101" charset="-122"/>
              <a:cs typeface="黑体" panose="02010609060101010101" charset="-122"/>
            </a:endParaRPr>
          </a:p>
        </p:txBody>
      </p:sp>
      <mc:AlternateContent xmlns:mc="http://schemas.openxmlformats.org/markup-compatibility/2006" xmlns:a14="http://schemas.microsoft.com/office/drawing/2010/main">
        <mc:Choice Requires="a14">
          <p:sp>
            <p:nvSpPr>
              <p:cNvPr id="7" name="矩形 6"/>
              <p:cNvSpPr/>
              <p:nvPr>
                <p:custDataLst>
                  <p:tags r:id="rId4"/>
                </p:custDataLst>
              </p:nvPr>
            </p:nvSpPr>
            <p:spPr>
              <a:xfrm>
                <a:off x="511200" y="2107749"/>
                <a:ext cx="11488293" cy="1228090"/>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i="1"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k</a:t>
                </a:r>
                <a:r>
                  <a:rPr lang="zh-CN" altLang="zh-CN" sz="2800" kern="100" baseline="-250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甲</a:t>
                </a:r>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a:t>
                </a:r>
                <a14:m>
                  <m:oMath xmlns:m="http://schemas.openxmlformats.org/officeDocument/2006/math">
                    <m:f>
                      <m:f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1</m:t>
                            </m:r>
                          </m:sub>
                        </m:sSub>
                      </m:num>
                      <m:den>
                        <m:r>
                          <m:rPr>
                            <m:sty m:val="p"/>
                          </m:rP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𝑡</m:t>
                            </m:r>
                          </m:e>
                          <m:sub>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1</m:t>
                            </m:r>
                          </m:sub>
                        </m:sSub>
                      </m:den>
                    </m:f>
                  </m:oMath>
                </a14:m>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a:t>
                </a:r>
                <a14:m>
                  <m:oMath xmlns:m="http://schemas.openxmlformats.org/officeDocument/2006/math">
                    <m:f>
                      <m:f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r>
                          <a:rPr lang="en-US" altLang="zh-CN" sz="2800" i="1"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0</m:t>
                        </m:r>
                      </m:num>
                      <m:den>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5</m:t>
                        </m:r>
                      </m:den>
                    </m:f>
                  </m:oMath>
                </a14:m>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 m/s</a:t>
                </a:r>
                <a:r>
                  <a:rPr lang="en-US" altLang="zh-CN" sz="2800" kern="100" baseline="300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2</a:t>
                </a:r>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=2 m/s</a:t>
                </a:r>
                <a:r>
                  <a:rPr lang="en-US" altLang="zh-CN" sz="2800" kern="100" baseline="300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2</a:t>
                </a:r>
                <a:r>
                  <a:rPr lang="zh-CN" altLang="en-US" sz="2800" kern="100" baseline="300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a:t>
                </a:r>
                <a:r>
                  <a:rPr lang="en-US" altLang="zh-CN" sz="2800" i="1"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k</a:t>
                </a:r>
                <a:r>
                  <a:rPr lang="zh-CN" altLang="zh-CN" sz="2800" kern="100" baseline="-250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乙</a:t>
                </a:r>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a:t>
                </a:r>
                <a14:m>
                  <m:oMath xmlns:m="http://schemas.openxmlformats.org/officeDocument/2006/math">
                    <m:f>
                      <m:f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2</m:t>
                            </m:r>
                          </m:sub>
                        </m:sSub>
                      </m:num>
                      <m:den>
                        <m:r>
                          <m:rPr>
                            <m:sty m:val="p"/>
                          </m:rP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sSub>
                          <m:sSub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𝑡</m:t>
                            </m:r>
                          </m:e>
                          <m:sub>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2</m:t>
                            </m:r>
                          </m:sub>
                        </m:sSub>
                      </m:den>
                    </m:f>
                  </m:oMath>
                </a14:m>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a:t>
                </a:r>
                <a14:m>
                  <m:oMath xmlns:m="http://schemas.openxmlformats.org/officeDocument/2006/math">
                    <m:f>
                      <m:fPr>
                        <m:ctrlPr>
                          <a:rPr lang="zh-CN" altLang="zh-CN" sz="28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15</m:t>
                        </m:r>
                        <m:r>
                          <a:rPr lang="en-US" altLang="zh-CN" sz="2800" i="1"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5</m:t>
                        </m:r>
                      </m:num>
                      <m:den>
                        <m:r>
                          <a:rPr lang="en-US" altLang="zh-CN" sz="2800" kern="100">
                            <a:solidFill>
                              <a:srgbClr val="FF0000"/>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den>
                    </m:f>
                  </m:oMath>
                </a14:m>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 m/s</a:t>
                </a:r>
                <a:r>
                  <a:rPr lang="en-US" altLang="zh-CN" sz="2800" kern="100" baseline="300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2</a:t>
                </a:r>
                <a:r>
                  <a:rPr lang="en-US"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=1 m/s</a:t>
                </a:r>
                <a:r>
                  <a:rPr lang="en-US" altLang="zh-CN" sz="2800" kern="100" baseline="300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2</a:t>
                </a:r>
                <a:r>
                  <a:rPr lang="zh-CN" altLang="zh-CN" sz="2800" kern="100">
                    <a:solidFill>
                      <a:srgbClr val="FF0000"/>
                    </a:solidFill>
                    <a:effectLst/>
                    <a:latin typeface="Times New Roman" panose="02020603050405020304" pitchFamily="18" charset="0"/>
                    <a:ea typeface="方正中等线简体" panose="03000509000000000000" pitchFamily="65" charset="-122"/>
                    <a:cs typeface="Times New Roman" panose="02020603050405020304" pitchFamily="18" charset="0"/>
                  </a:rPr>
                  <a:t>。</a:t>
                </a:r>
              </a:p>
            </p:txBody>
          </p:sp>
        </mc:Choice>
        <mc:Fallback xmlns="">
          <p:sp>
            <p:nvSpPr>
              <p:cNvPr id="7" name="矩形 6"/>
              <p:cNvSpPr>
                <a:spLocks noRot="1" noChangeAspect="1" noMove="1" noResize="1" noEditPoints="1" noAdjustHandles="1" noChangeArrowheads="1" noChangeShapeType="1" noTextEdit="1"/>
              </p:cNvSpPr>
              <p:nvPr>
                <p:custDataLst>
                  <p:tags r:id="rId12"/>
                </p:custDataLst>
              </p:nvPr>
            </p:nvSpPr>
            <p:spPr>
              <a:xfrm>
                <a:off x="511200" y="2107749"/>
                <a:ext cx="11488293" cy="1228090"/>
              </a:xfrm>
              <a:prstGeom prst="rect">
                <a:avLst/>
              </a:prstGeom>
              <a:blipFill>
                <a:blip r:embed="rId13"/>
                <a:stretch>
                  <a:fillRect l="-884"/>
                </a:stretch>
              </a:blipFill>
            </p:spPr>
            <p:txBody>
              <a:bodyPr/>
              <a:lstStyle/>
              <a:p>
                <a:r>
                  <a:rPr lang="zh-CN" altLang="en-US">
                    <a:noFill/>
                  </a:rPr>
                  <a:t> </a:t>
                </a:r>
              </a:p>
            </p:txBody>
          </p:sp>
        </mc:Fallback>
      </mc:AlternateContent>
      <p:sp>
        <p:nvSpPr>
          <p:cNvPr id="8" name="矩形 7"/>
          <p:cNvSpPr/>
          <p:nvPr>
            <p:custDataLst>
              <p:tags r:id="rId5"/>
            </p:custDataLst>
          </p:nvPr>
        </p:nvSpPr>
        <p:spPr>
          <a:xfrm>
            <a:off x="511175" y="3238500"/>
            <a:ext cx="7946390"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(2)</a:t>
            </a:r>
            <a:r>
              <a:rPr lang="zh-CN" altLang="zh-CN" sz="2800">
                <a:latin typeface="Times New Roman" panose="02020603050405020304" pitchFamily="18" charset="0"/>
                <a:ea typeface="黑体" panose="02010609060101010101" charset="-122"/>
                <a:cs typeface="Times New Roman" panose="02020603050405020304" pitchFamily="18" charset="0"/>
              </a:rPr>
              <a:t>由加速度定义分析在</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图像中</a:t>
            </a:r>
            <a:r>
              <a:rPr lang="en-US" altLang="zh-CN" sz="2800" i="1">
                <a:latin typeface="Times New Roman" panose="02020603050405020304" pitchFamily="18" charset="0"/>
                <a:ea typeface="黑体" panose="02010609060101010101" charset="-122"/>
                <a:cs typeface="Times New Roman" panose="02020603050405020304" pitchFamily="18" charset="0"/>
              </a:rPr>
              <a:t>a</a:t>
            </a:r>
            <a:r>
              <a:rPr lang="zh-CN" altLang="zh-CN" sz="2800">
                <a:latin typeface="Times New Roman" panose="02020603050405020304" pitchFamily="18" charset="0"/>
                <a:ea typeface="黑体" panose="02010609060101010101" charset="-122"/>
                <a:cs typeface="Times New Roman" panose="02020603050405020304" pitchFamily="18" charset="0"/>
              </a:rPr>
              <a:t>与斜率的关系</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p:cNvSpPr/>
              <p:nvPr>
                <p:custDataLst>
                  <p:tags r:id="rId6"/>
                </p:custDataLst>
              </p:nvPr>
            </p:nvSpPr>
            <p:spPr>
              <a:xfrm>
                <a:off x="511175" y="3937000"/>
                <a:ext cx="7750175" cy="103949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rPr>
                  <a:t>在</a:t>
                </a:r>
                <a:r>
                  <a:rPr lang="en-US" altLang="zh-CN" sz="2800" i="1" kern="100">
                    <a:solidFill>
                      <a:srgbClr val="FF0000"/>
                    </a:solidFill>
                    <a:effectLst/>
                    <a:latin typeface="Times New Roman" panose="02020603050405020304" pitchFamily="18" charset="0"/>
                    <a:ea typeface="黑体" panose="02010609060101010101" charset="-122"/>
                    <a:cs typeface="Times New Roman" panose="02020603050405020304" pitchFamily="18" charset="0"/>
                  </a:rPr>
                  <a:t>v-t</a:t>
                </a:r>
                <a:r>
                  <a:rPr lang="zh-CN"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rPr>
                  <a:t>图像中</a:t>
                </a:r>
                <a:r>
                  <a:rPr lang="en-US" altLang="zh-CN" sz="2800" i="1" kern="100">
                    <a:solidFill>
                      <a:srgbClr val="FF0000"/>
                    </a:solidFill>
                    <a:effectLst/>
                    <a:latin typeface="Times New Roman" panose="02020603050405020304" pitchFamily="18" charset="0"/>
                    <a:ea typeface="黑体" panose="02010609060101010101" charset="-122"/>
                    <a:cs typeface="Times New Roman" panose="02020603050405020304" pitchFamily="18" charset="0"/>
                  </a:rPr>
                  <a:t>k</a:t>
                </a:r>
                <a:r>
                  <a:rPr lang="en-US"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rPr>
                  <a:t>=</a:t>
                </a:r>
                <a14:m>
                  <m:oMath xmlns:m="http://schemas.openxmlformats.org/officeDocument/2006/math">
                    <m:f>
                      <m:fPr>
                        <m:ctrlPr>
                          <a:rPr lang="zh-CN" altLang="zh-CN" sz="2800" i="1" kern="100">
                            <a:solidFill>
                              <a:srgbClr val="FF0000"/>
                            </a:solidFill>
                            <a:effectLst/>
                            <a:latin typeface="Cambria Math" panose="02040503050406030204" pitchFamily="18" charset="0"/>
                            <a:ea typeface="黑体" panose="02010609060101010101" charset="-122"/>
                            <a:cs typeface="Cambria Math" panose="02040503050406030204" pitchFamily="18" charset="0"/>
                          </a:rPr>
                        </m:ctrlPr>
                      </m:fPr>
                      <m:num>
                        <m:r>
                          <m:rPr>
                            <m:sty m:val="p"/>
                          </m:rPr>
                          <a:rPr lang="en-US" altLang="zh-CN" sz="2800" kern="100">
                            <a:solidFill>
                              <a:srgbClr val="FF0000"/>
                            </a:solidFill>
                            <a:effectLst/>
                            <a:latin typeface="Cambria Math" panose="02040503050406030204" pitchFamily="18" charset="0"/>
                            <a:ea typeface="黑体" panose="02010609060101010101" charset="-122"/>
                            <a:cs typeface="Cambria Math" panose="02040503050406030204" pitchFamily="18" charset="0"/>
                          </a:rPr>
                          <m:t>Δ</m:t>
                        </m:r>
                        <m:r>
                          <a:rPr lang="en-US" altLang="zh-CN" sz="2800" i="1" kern="100">
                            <a:solidFill>
                              <a:srgbClr val="FF0000"/>
                            </a:solidFill>
                            <a:effectLst/>
                            <a:latin typeface="Cambria Math" panose="02040503050406030204" pitchFamily="18" charset="0"/>
                            <a:ea typeface="黑体" panose="02010609060101010101" charset="-122"/>
                            <a:cs typeface="Cambria Math" panose="02040503050406030204" pitchFamily="18" charset="0"/>
                          </a:rPr>
                          <m:t>𝑣</m:t>
                        </m:r>
                      </m:num>
                      <m:den>
                        <m:r>
                          <m:rPr>
                            <m:sty m:val="p"/>
                          </m:rPr>
                          <a:rPr lang="en-US" altLang="zh-CN" sz="2800" kern="100">
                            <a:solidFill>
                              <a:srgbClr val="FF0000"/>
                            </a:solidFill>
                            <a:effectLst/>
                            <a:latin typeface="Cambria Math" panose="02040503050406030204" pitchFamily="18" charset="0"/>
                            <a:ea typeface="黑体" panose="02010609060101010101" charset="-122"/>
                            <a:cs typeface="Cambria Math" panose="02040503050406030204" pitchFamily="18" charset="0"/>
                          </a:rPr>
                          <m:t>Δ</m:t>
                        </m:r>
                        <m:r>
                          <a:rPr lang="en-US" altLang="zh-CN" sz="2800" i="1" kern="100">
                            <a:solidFill>
                              <a:srgbClr val="FF0000"/>
                            </a:solidFill>
                            <a:effectLst/>
                            <a:latin typeface="Cambria Math" panose="02040503050406030204" pitchFamily="18" charset="0"/>
                            <a:ea typeface="黑体" panose="02010609060101010101" charset="-122"/>
                            <a:cs typeface="Cambria Math" panose="02040503050406030204" pitchFamily="18" charset="0"/>
                          </a:rPr>
                          <m:t>𝑡</m:t>
                        </m:r>
                      </m:den>
                    </m:f>
                  </m:oMath>
                </a14:m>
                <a:r>
                  <a:rPr lang="en-US"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rPr>
                  <a:t>,</a:t>
                </a:r>
                <a:r>
                  <a:rPr lang="zh-CN"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rPr>
                  <a:t>故可用斜率表示加速度。</a:t>
                </a:r>
              </a:p>
            </p:txBody>
          </p:sp>
        </mc:Choice>
        <mc:Fallback xmlns="">
          <p:sp>
            <p:nvSpPr>
              <p:cNvPr id="9" name="矩形 8"/>
              <p:cNvSpPr>
                <a:spLocks noRot="1" noChangeAspect="1" noMove="1" noResize="1" noEditPoints="1" noAdjustHandles="1" noChangeArrowheads="1" noChangeShapeType="1" noTextEdit="1"/>
              </p:cNvSpPr>
              <p:nvPr>
                <p:custDataLst>
                  <p:tags r:id="rId14"/>
                </p:custDataLst>
              </p:nvPr>
            </p:nvSpPr>
            <p:spPr>
              <a:xfrm>
                <a:off x="511175" y="3937000"/>
                <a:ext cx="7750175" cy="1039495"/>
              </a:xfrm>
              <a:prstGeom prst="rect">
                <a:avLst/>
              </a:prstGeom>
              <a:blipFill>
                <a:blip r:embed="rId15"/>
                <a:stretch>
                  <a:fillRect l="-1309" b="-1220"/>
                </a:stretch>
              </a:blipFill>
            </p:spPr>
            <p:txBody>
              <a:bodyPr/>
              <a:lstStyle/>
              <a:p>
                <a:r>
                  <a:rPr lang="zh-CN" altLang="en-US">
                    <a:noFill/>
                  </a:rPr>
                  <a:t> </a:t>
                </a:r>
              </a:p>
            </p:txBody>
          </p:sp>
        </mc:Fallback>
      </mc:AlternateContent>
      <p:sp>
        <p:nvSpPr>
          <p:cNvPr id="4" name="矩形 3"/>
          <p:cNvSpPr/>
          <p:nvPr>
            <p:custDataLst>
              <p:tags r:id="rId7"/>
            </p:custDataLst>
          </p:nvPr>
        </p:nvSpPr>
        <p:spPr>
          <a:xfrm>
            <a:off x="630580" y="4975044"/>
            <a:ext cx="11488293"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(3)</a:t>
            </a:r>
            <a:r>
              <a:rPr lang="zh-CN" altLang="zh-CN" sz="2800">
                <a:latin typeface="Times New Roman" panose="02020603050405020304" pitchFamily="18" charset="0"/>
                <a:ea typeface="黑体" panose="02010609060101010101" charset="-122"/>
                <a:cs typeface="Times New Roman" panose="02020603050405020304" pitchFamily="18" charset="0"/>
              </a:rPr>
              <a:t>试说明</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图像中图线的</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陡</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和</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缓</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与加速度有什么关系</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11" name="矩形 10"/>
          <p:cNvSpPr/>
          <p:nvPr>
            <p:custDataLst>
              <p:tags r:id="rId8"/>
            </p:custDataLst>
          </p:nvPr>
        </p:nvSpPr>
        <p:spPr>
          <a:xfrm>
            <a:off x="703580" y="5737225"/>
            <a:ext cx="8674735" cy="76644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kern="100">
                <a:solidFill>
                  <a:srgbClr val="FF0000"/>
                </a:solidFill>
                <a:latin typeface="黑体" panose="02010609060101010101" charset="-122"/>
                <a:ea typeface="黑体" panose="02010609060101010101" charset="-122"/>
                <a:cs typeface="黑体" panose="02010609060101010101" charset="-122"/>
              </a:rPr>
              <a:t>图像</a:t>
            </a:r>
            <a:r>
              <a:rPr lang="en-US" altLang="zh-CN" sz="2800" kern="100">
                <a:solidFill>
                  <a:srgbClr val="FF0000"/>
                </a:solidFill>
                <a:latin typeface="黑体" panose="02010609060101010101" charset="-122"/>
                <a:ea typeface="黑体" panose="02010609060101010101" charset="-122"/>
                <a:cs typeface="黑体" panose="02010609060101010101" charset="-122"/>
              </a:rPr>
              <a:t>“</a:t>
            </a:r>
            <a:r>
              <a:rPr lang="zh-CN" altLang="zh-CN" sz="2800" kern="100">
                <a:solidFill>
                  <a:srgbClr val="FF0000"/>
                </a:solidFill>
                <a:latin typeface="黑体" panose="02010609060101010101" charset="-122"/>
                <a:ea typeface="黑体" panose="02010609060101010101" charset="-122"/>
                <a:cs typeface="黑体" panose="02010609060101010101" charset="-122"/>
              </a:rPr>
              <a:t>陡</a:t>
            </a:r>
            <a:r>
              <a:rPr lang="en-US" altLang="zh-CN" sz="2800" kern="100">
                <a:solidFill>
                  <a:srgbClr val="FF0000"/>
                </a:solidFill>
                <a:latin typeface="黑体" panose="02010609060101010101" charset="-122"/>
                <a:ea typeface="黑体" panose="02010609060101010101" charset="-122"/>
                <a:cs typeface="黑体" panose="02010609060101010101" charset="-122"/>
              </a:rPr>
              <a:t>”</a:t>
            </a:r>
            <a:r>
              <a:rPr lang="zh-CN" altLang="zh-CN" sz="2800" kern="100">
                <a:solidFill>
                  <a:srgbClr val="FF0000"/>
                </a:solidFill>
                <a:latin typeface="黑体" panose="02010609060101010101" charset="-122"/>
                <a:ea typeface="黑体" panose="02010609060101010101" charset="-122"/>
                <a:cs typeface="黑体" panose="02010609060101010101" charset="-122"/>
              </a:rPr>
              <a:t>说明加速度大</a:t>
            </a:r>
            <a:r>
              <a:rPr lang="en-US" altLang="zh-CN" sz="2800" kern="100">
                <a:solidFill>
                  <a:srgbClr val="FF0000"/>
                </a:solidFill>
                <a:latin typeface="黑体" panose="02010609060101010101" charset="-122"/>
                <a:ea typeface="黑体" panose="02010609060101010101" charset="-122"/>
                <a:cs typeface="黑体" panose="02010609060101010101" charset="-122"/>
              </a:rPr>
              <a:t>,</a:t>
            </a:r>
            <a:r>
              <a:rPr lang="zh-CN" altLang="zh-CN" sz="2800" kern="100">
                <a:solidFill>
                  <a:srgbClr val="FF0000"/>
                </a:solidFill>
                <a:latin typeface="黑体" panose="02010609060101010101" charset="-122"/>
                <a:ea typeface="黑体" panose="02010609060101010101" charset="-122"/>
                <a:cs typeface="黑体" panose="02010609060101010101" charset="-122"/>
              </a:rPr>
              <a:t>图像</a:t>
            </a:r>
            <a:r>
              <a:rPr lang="en-US" altLang="zh-CN" sz="2800" kern="100">
                <a:solidFill>
                  <a:srgbClr val="FF0000"/>
                </a:solidFill>
                <a:latin typeface="黑体" panose="02010609060101010101" charset="-122"/>
                <a:ea typeface="黑体" panose="02010609060101010101" charset="-122"/>
                <a:cs typeface="黑体" panose="02010609060101010101" charset="-122"/>
              </a:rPr>
              <a:t>“</a:t>
            </a:r>
            <a:r>
              <a:rPr lang="zh-CN" altLang="zh-CN" sz="2800" kern="100">
                <a:solidFill>
                  <a:srgbClr val="FF0000"/>
                </a:solidFill>
                <a:latin typeface="黑体" panose="02010609060101010101" charset="-122"/>
                <a:ea typeface="黑体" panose="02010609060101010101" charset="-122"/>
                <a:cs typeface="黑体" panose="02010609060101010101" charset="-122"/>
              </a:rPr>
              <a:t>缓</a:t>
            </a:r>
            <a:r>
              <a:rPr lang="en-US" altLang="zh-CN" sz="2800" kern="100">
                <a:solidFill>
                  <a:srgbClr val="FF0000"/>
                </a:solidFill>
                <a:latin typeface="黑体" panose="02010609060101010101" charset="-122"/>
                <a:ea typeface="黑体" panose="02010609060101010101" charset="-122"/>
                <a:cs typeface="黑体" panose="02010609060101010101" charset="-122"/>
              </a:rPr>
              <a:t>”</a:t>
            </a:r>
            <a:r>
              <a:rPr lang="zh-CN" altLang="zh-CN" sz="2800" kern="100">
                <a:solidFill>
                  <a:srgbClr val="FF0000"/>
                </a:solidFill>
                <a:latin typeface="黑体" panose="02010609060101010101" charset="-122"/>
                <a:ea typeface="黑体" panose="02010609060101010101" charset="-122"/>
                <a:cs typeface="黑体" panose="02010609060101010101" charset="-122"/>
              </a:rPr>
              <a:t>说明加速度小。</a:t>
            </a:r>
            <a:endParaRPr lang="zh-CN" altLang="zh-CN" sz="2800" kern="100">
              <a:solidFill>
                <a:srgbClr val="FF0000"/>
              </a:solidFill>
              <a:effectLst/>
              <a:latin typeface="黑体" panose="02010609060101010101" charset="-122"/>
              <a:ea typeface="黑体" panose="02010609060101010101" charset="-122"/>
              <a:cs typeface="黑体" panose="02010609060101010101" charset="-122"/>
            </a:endParaRPr>
          </a:p>
        </p:txBody>
      </p:sp>
      <p:pic>
        <p:nvPicPr>
          <p:cNvPr id="5" name="image300.jpeg"/>
          <p:cNvPicPr/>
          <p:nvPr>
            <p:custDataLst>
              <p:tags r:id="rId9"/>
            </p:custDataLst>
          </p:nvPr>
        </p:nvPicPr>
        <p:blipFill>
          <a:blip r:embed="rId1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8831580" y="962025"/>
            <a:ext cx="3168015" cy="313563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blinds(horizontal)">
                                      <p:cBhvr>
                                        <p:cTn id="12" dur="500"/>
                                        <p:tgtEl>
                                          <p:spTgt spid="9">
                                            <p:txEl>
                                              <p:pRg st="0" end="0"/>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blinds(horizontal)">
                                      <p:cBhvr>
                                        <p:cTn id="1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mc:AlternateContent xmlns:mc="http://schemas.openxmlformats.org/markup-compatibility/2006" xmlns:a14="http://schemas.microsoft.com/office/drawing/2010/main">
        <mc:Choice Requires="a14">
          <p:sp>
            <p:nvSpPr>
              <p:cNvPr id="2" name="矩形 1"/>
              <p:cNvSpPr/>
              <p:nvPr>
                <p:custDataLst>
                  <p:tags r:id="rId2"/>
                </p:custDataLst>
              </p:nvPr>
            </p:nvSpPr>
            <p:spPr>
              <a:xfrm>
                <a:off x="511175" y="837565"/>
                <a:ext cx="7762875" cy="2053590"/>
              </a:xfrm>
              <a:prstGeom prst="rect">
                <a:avLst/>
              </a:prstGeom>
            </p:spPr>
            <p:txBody>
              <a:bodyPr wrap="square" lIns="121898" tIns="60948" rIns="121898" bIns="60948">
                <a:spAutoFit/>
              </a:bodyPr>
              <a:lstStyle/>
              <a:p>
                <a:pPr indent="0" fontAlgn="auto">
                  <a:lnSpc>
                    <a:spcPct val="125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zh-CN" altLang="zh-CN" sz="2800">
                    <a:effectLst/>
                    <a:latin typeface="Times New Roman" panose="02020603050405020304" pitchFamily="18" charset="0"/>
                    <a:ea typeface="黑体" panose="02010609060101010101" charset="-122"/>
                    <a:cs typeface="Times New Roman" panose="02020603050405020304" pitchFamily="18" charset="0"/>
                  </a:rPr>
                  <a:t>利用</a:t>
                </a:r>
                <a:r>
                  <a:rPr lang="en-US" altLang="zh-CN" sz="2800" i="1">
                    <a:effectLst/>
                    <a:latin typeface="Times New Roman" panose="02020603050405020304" pitchFamily="18" charset="0"/>
                    <a:ea typeface="黑体" panose="02010609060101010101" charset="-122"/>
                    <a:cs typeface="Times New Roman" panose="02020603050405020304" pitchFamily="18" charset="0"/>
                  </a:rPr>
                  <a:t>v-t</a:t>
                </a:r>
                <a:r>
                  <a:rPr lang="zh-CN" altLang="zh-CN" sz="2800">
                    <a:effectLst/>
                    <a:latin typeface="Times New Roman" panose="02020603050405020304" pitchFamily="18" charset="0"/>
                    <a:ea typeface="黑体" panose="02010609060101010101" charset="-122"/>
                    <a:cs typeface="Times New Roman" panose="02020603050405020304" pitchFamily="18" charset="0"/>
                  </a:rPr>
                  <a:t>图像求解加速度的方法</a:t>
                </a:r>
                <a:r>
                  <a:rPr lang="en-US" altLang="zh-CN" sz="2800" i="1">
                    <a:effectLst/>
                    <a:latin typeface="Times New Roman" panose="02020603050405020304" pitchFamily="18" charset="0"/>
                    <a:ea typeface="黑体" panose="02010609060101010101" charset="-122"/>
                    <a:cs typeface="Times New Roman" panose="02020603050405020304" pitchFamily="18" charset="0"/>
                  </a:rPr>
                  <a:t>v-t</a:t>
                </a:r>
                <a:r>
                  <a:rPr lang="zh-CN" altLang="zh-CN" sz="2800">
                    <a:effectLst/>
                    <a:latin typeface="Times New Roman" panose="02020603050405020304" pitchFamily="18" charset="0"/>
                    <a:ea typeface="黑体" panose="02010609060101010101" charset="-122"/>
                    <a:cs typeface="Times New Roman" panose="02020603050405020304" pitchFamily="18" charset="0"/>
                  </a:rPr>
                  <a:t>图像为直线</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如图所示</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在图线上取两点</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坐标分别为</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effectLst/>
                    <a:latin typeface="Times New Roman" panose="02020603050405020304" pitchFamily="18" charset="0"/>
                    <a:ea typeface="黑体" panose="02010609060101010101" charset="-122"/>
                    <a:cs typeface="Times New Roman" panose="02020603050405020304" pitchFamily="18" charset="0"/>
                  </a:rPr>
                  <a:t>t</a:t>
                </a:r>
                <a:r>
                  <a:rPr lang="en-US" altLang="zh-CN" sz="2800" baseline="-25000">
                    <a:effectLst/>
                    <a:latin typeface="Times New Roman" panose="02020603050405020304" pitchFamily="18" charset="0"/>
                    <a:ea typeface="黑体" panose="02010609060101010101" charset="-122"/>
                    <a:cs typeface="Times New Roman" panose="02020603050405020304" pitchFamily="18" charset="0"/>
                  </a:rPr>
                  <a:t>1</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effectLst/>
                    <a:latin typeface="Times New Roman" panose="02020603050405020304" pitchFamily="18" charset="0"/>
                    <a:ea typeface="黑体" panose="02010609060101010101" charset="-122"/>
                    <a:cs typeface="Times New Roman" panose="02020603050405020304" pitchFamily="18" charset="0"/>
                  </a:rPr>
                  <a:t>v</a:t>
                </a:r>
                <a:r>
                  <a:rPr lang="en-US" altLang="zh-CN" sz="2800" baseline="-25000">
                    <a:effectLst/>
                    <a:latin typeface="Times New Roman" panose="02020603050405020304" pitchFamily="18" charset="0"/>
                    <a:ea typeface="黑体" panose="02010609060101010101" charset="-122"/>
                    <a:cs typeface="Times New Roman" panose="02020603050405020304" pitchFamily="18" charset="0"/>
                  </a:rPr>
                  <a:t>1</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effectLst/>
                    <a:latin typeface="Times New Roman" panose="02020603050405020304" pitchFamily="18" charset="0"/>
                    <a:ea typeface="黑体" panose="02010609060101010101" charset="-122"/>
                    <a:cs typeface="Times New Roman" panose="02020603050405020304" pitchFamily="18" charset="0"/>
                  </a:rPr>
                  <a:t>t</a:t>
                </a:r>
                <a:r>
                  <a:rPr lang="en-US" altLang="zh-CN" sz="2800" baseline="-25000">
                    <a:effectLst/>
                    <a:latin typeface="Times New Roman" panose="02020603050405020304" pitchFamily="18" charset="0"/>
                    <a:ea typeface="黑体" panose="02010609060101010101" charset="-122"/>
                    <a:cs typeface="Times New Roman" panose="02020603050405020304" pitchFamily="18" charset="0"/>
                  </a:rPr>
                  <a:t>2</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en-US" altLang="zh-CN" sz="2800" i="1">
                    <a:effectLst/>
                    <a:latin typeface="Times New Roman" panose="02020603050405020304" pitchFamily="18" charset="0"/>
                    <a:ea typeface="黑体" panose="02010609060101010101" charset="-122"/>
                    <a:cs typeface="Times New Roman" panose="02020603050405020304" pitchFamily="18" charset="0"/>
                  </a:rPr>
                  <a:t>v</a:t>
                </a:r>
                <a:r>
                  <a:rPr lang="en-US" altLang="zh-CN" sz="2800" baseline="-25000">
                    <a:effectLst/>
                    <a:latin typeface="Times New Roman" panose="02020603050405020304" pitchFamily="18" charset="0"/>
                    <a:ea typeface="黑体" panose="02010609060101010101" charset="-122"/>
                    <a:cs typeface="Times New Roman" panose="02020603050405020304" pitchFamily="18" charset="0"/>
                  </a:rPr>
                  <a:t>2</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r>
                  <a:rPr lang="zh-CN" altLang="zh-CN" sz="2800">
                    <a:effectLst/>
                    <a:latin typeface="Times New Roman" panose="02020603050405020304" pitchFamily="18" charset="0"/>
                    <a:ea typeface="黑体" panose="02010609060101010101" charset="-122"/>
                    <a:cs typeface="Times New Roman" panose="02020603050405020304" pitchFamily="18" charset="0"/>
                  </a:rPr>
                  <a:t>则</a:t>
                </a:r>
                <a:r>
                  <a:rPr lang="en-US" altLang="zh-CN" sz="2800" i="1">
                    <a:effectLst/>
                    <a:latin typeface="Times New Roman" panose="02020603050405020304" pitchFamily="18" charset="0"/>
                    <a:ea typeface="黑体" panose="02010609060101010101" charset="-122"/>
                    <a:cs typeface="Times New Roman" panose="02020603050405020304" pitchFamily="18" charset="0"/>
                  </a:rPr>
                  <a:t>a</a:t>
                </a:r>
                <a:r>
                  <a:rPr lang="en-US" altLang="zh-CN" sz="2800">
                    <a:effectLst/>
                    <a:latin typeface="Times New Roman" panose="02020603050405020304" pitchFamily="18" charset="0"/>
                    <a:ea typeface="黑体" panose="02010609060101010101" charset="-122"/>
                    <a:cs typeface="Times New Roman" panose="02020603050405020304" pitchFamily="18" charset="0"/>
                  </a:rPr>
                  <a:t>=</a:t>
                </a:r>
                <a14:m>
                  <m:oMath xmlns:m="http://schemas.openxmlformats.org/officeDocument/2006/math">
                    <m:f>
                      <m:fPr>
                        <m:ctrlPr>
                          <a:rPr lang="zh-CN" altLang="zh-CN" sz="2800" i="1" smtClean="0">
                            <a:solidFill>
                              <a:srgbClr val="C00000"/>
                            </a:solidFill>
                            <a:latin typeface="Cambria Math" panose="02040503050406030204" pitchFamily="18" charset="0"/>
                            <a:ea typeface="黑体" panose="02010609060101010101" charset="-122"/>
                            <a:cs typeface="Cambria Math" panose="02040503050406030204" pitchFamily="18" charset="0"/>
                          </a:rPr>
                        </m:ctrlPr>
                      </m:fPr>
                      <m:num>
                        <m:r>
                          <m:rPr>
                            <m:sty m:val="p"/>
                          </m:rPr>
                          <a:rPr lang="en-US" altLang="zh-CN" sz="2800">
                            <a:solidFill>
                              <a:srgbClr val="C00000"/>
                            </a:solidFill>
                            <a:latin typeface="Cambria Math" panose="02040503050406030204" pitchFamily="18" charset="0"/>
                            <a:ea typeface="黑体" panose="02010609060101010101" charset="-122"/>
                            <a:cs typeface="Cambria Math" panose="02040503050406030204" pitchFamily="18" charset="0"/>
                          </a:rPr>
                          <m:t>Δ</m:t>
                        </m:r>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𝑣</m:t>
                        </m:r>
                      </m:num>
                      <m:den>
                        <m:r>
                          <m:rPr>
                            <m:sty m:val="p"/>
                          </m:rPr>
                          <a:rPr lang="en-US" altLang="zh-CN" sz="2800">
                            <a:solidFill>
                              <a:srgbClr val="C00000"/>
                            </a:solidFill>
                            <a:latin typeface="Cambria Math" panose="02040503050406030204" pitchFamily="18" charset="0"/>
                            <a:ea typeface="黑体" panose="02010609060101010101" charset="-122"/>
                            <a:cs typeface="Cambria Math" panose="02040503050406030204" pitchFamily="18" charset="0"/>
                          </a:rPr>
                          <m:t>Δ</m:t>
                        </m:r>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𝑡</m:t>
                        </m:r>
                      </m:den>
                    </m:f>
                  </m:oMath>
                </a14:m>
                <a:r>
                  <a:rPr lang="en-US" altLang="zh-CN" sz="2800">
                    <a:effectLst/>
                    <a:latin typeface="Times New Roman" panose="02020603050405020304" pitchFamily="18" charset="0"/>
                    <a:ea typeface="黑体" panose="02010609060101010101" charset="-122"/>
                    <a:cs typeface="Times New Roman" panose="02020603050405020304" pitchFamily="18" charset="0"/>
                  </a:rPr>
                  <a:t>=</a:t>
                </a:r>
                <a14:m>
                  <m:oMath xmlns:m="http://schemas.openxmlformats.org/officeDocument/2006/math">
                    <m:f>
                      <m:fPr>
                        <m:ctrlPr>
                          <a:rPr lang="zh-CN" altLang="zh-CN" sz="2800" i="1" smtClean="0">
                            <a:solidFill>
                              <a:srgbClr val="C00000"/>
                            </a:solidFill>
                            <a:latin typeface="Cambria Math" panose="02040503050406030204" pitchFamily="18" charset="0"/>
                            <a:ea typeface="黑体" panose="02010609060101010101" charset="-122"/>
                            <a:cs typeface="Cambria Math" panose="02040503050406030204" pitchFamily="18" charset="0"/>
                          </a:rPr>
                        </m:ctrlPr>
                      </m:fPr>
                      <m:num>
                        <m:sSub>
                          <m:sSubPr>
                            <m:ctrlPr>
                              <a:rPr lang="zh-CN"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ctrlPr>
                          </m:sSubPr>
                          <m:e>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𝑣</m:t>
                            </m:r>
                          </m:e>
                          <m:sub>
                            <m:r>
                              <a:rPr lang="en-US" altLang="zh-CN" sz="2800">
                                <a:solidFill>
                                  <a:srgbClr val="C00000"/>
                                </a:solidFill>
                                <a:latin typeface="Cambria Math" panose="02040503050406030204" pitchFamily="18" charset="0"/>
                                <a:ea typeface="MS Mincho" charset="0"/>
                                <a:cs typeface="Cambria Math" panose="02040503050406030204" pitchFamily="18" charset="0"/>
                              </a:rPr>
                              <m:t>2</m:t>
                            </m:r>
                          </m:sub>
                        </m:sSub>
                        <m:r>
                          <a:rPr lang="en-US" altLang="zh-CN" sz="2800" i="1">
                            <a:solidFill>
                              <a:srgbClr val="C00000"/>
                            </a:solidFill>
                            <a:latin typeface="Cambria Math" panose="02040503050406030204" pitchFamily="18" charset="0"/>
                            <a:ea typeface="MS Mincho" charset="0"/>
                            <a:cs typeface="Cambria Math" panose="02040503050406030204" pitchFamily="18" charset="0"/>
                          </a:rPr>
                          <m:t>−</m:t>
                        </m:r>
                        <m:sSub>
                          <m:sSubPr>
                            <m:ctrlPr>
                              <a:rPr lang="zh-CN"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ctrlPr>
                          </m:sSubPr>
                          <m:e>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𝑣</m:t>
                            </m:r>
                          </m:e>
                          <m:sub>
                            <m:r>
                              <a:rPr lang="en-US" altLang="zh-CN" sz="2800">
                                <a:solidFill>
                                  <a:srgbClr val="C00000"/>
                                </a:solidFill>
                                <a:latin typeface="Cambria Math" panose="02040503050406030204" pitchFamily="18" charset="0"/>
                                <a:ea typeface="MS Mincho" charset="0"/>
                                <a:cs typeface="Cambria Math" panose="02040503050406030204" pitchFamily="18" charset="0"/>
                              </a:rPr>
                              <m:t>1</m:t>
                            </m:r>
                          </m:sub>
                        </m:sSub>
                      </m:num>
                      <m:den>
                        <m:sSub>
                          <m:sSubPr>
                            <m:ctrlPr>
                              <a:rPr lang="zh-CN"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ctrlPr>
                          </m:sSubPr>
                          <m:e>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𝑡</m:t>
                            </m:r>
                          </m:e>
                          <m:sub>
                            <m:r>
                              <a:rPr lang="en-US" altLang="zh-CN" sz="2800">
                                <a:solidFill>
                                  <a:srgbClr val="C00000"/>
                                </a:solidFill>
                                <a:latin typeface="Cambria Math" panose="02040503050406030204" pitchFamily="18" charset="0"/>
                                <a:ea typeface="MS Mincho" charset="0"/>
                                <a:cs typeface="Cambria Math" panose="02040503050406030204" pitchFamily="18" charset="0"/>
                              </a:rPr>
                              <m:t>2</m:t>
                            </m:r>
                          </m:sub>
                        </m:sSub>
                        <m:r>
                          <a:rPr lang="en-US" altLang="zh-CN" sz="2800" i="1">
                            <a:solidFill>
                              <a:srgbClr val="C00000"/>
                            </a:solidFill>
                            <a:latin typeface="Cambria Math" panose="02040503050406030204" pitchFamily="18" charset="0"/>
                            <a:ea typeface="MS Mincho" charset="0"/>
                            <a:cs typeface="Cambria Math" panose="02040503050406030204" pitchFamily="18" charset="0"/>
                          </a:rPr>
                          <m:t>−</m:t>
                        </m:r>
                        <m:sSub>
                          <m:sSubPr>
                            <m:ctrlPr>
                              <a:rPr lang="zh-CN"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ctrlPr>
                          </m:sSubPr>
                          <m:e>
                            <m:r>
                              <a:rPr lang="en-US" altLang="zh-CN" sz="2800" i="1">
                                <a:solidFill>
                                  <a:srgbClr val="C00000"/>
                                </a:solidFill>
                                <a:latin typeface="Cambria Math" panose="02040503050406030204" pitchFamily="18" charset="0"/>
                                <a:ea typeface="黑体" panose="02010609060101010101" charset="-122"/>
                                <a:cs typeface="Cambria Math" panose="02040503050406030204" pitchFamily="18" charset="0"/>
                              </a:rPr>
                              <m:t>𝑡</m:t>
                            </m:r>
                          </m:e>
                          <m:sub>
                            <m:r>
                              <a:rPr lang="en-US" altLang="zh-CN" sz="2800">
                                <a:solidFill>
                                  <a:srgbClr val="C00000"/>
                                </a:solidFill>
                                <a:latin typeface="Cambria Math" panose="02040503050406030204" pitchFamily="18" charset="0"/>
                                <a:ea typeface="MS Mincho" charset="0"/>
                                <a:cs typeface="Cambria Math" panose="02040503050406030204" pitchFamily="18" charset="0"/>
                              </a:rPr>
                              <m:t>1</m:t>
                            </m:r>
                          </m:sub>
                        </m:sSub>
                      </m:den>
                    </m:f>
                  </m:oMath>
                </a14:m>
                <a:r>
                  <a:rPr lang="zh-CN" altLang="zh-CN" sz="2800">
                    <a:effectLst/>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custDataLst>
                  <p:tags r:id="rId7"/>
                </p:custDataLst>
              </p:nvPr>
            </p:nvSpPr>
            <p:spPr>
              <a:xfrm>
                <a:off x="511175" y="837565"/>
                <a:ext cx="7762875" cy="2053590"/>
              </a:xfrm>
              <a:prstGeom prst="rect">
                <a:avLst/>
              </a:prstGeom>
              <a:blipFill>
                <a:blip r:embed="rId8"/>
                <a:stretch>
                  <a:fillRect l="-1307" t="-613" r="-1307"/>
                </a:stretch>
              </a:blipFill>
            </p:spPr>
            <p:txBody>
              <a:bodyPr/>
              <a:lstStyle/>
              <a:p>
                <a:r>
                  <a:rPr lang="zh-CN" altLang="en-US">
                    <a:noFill/>
                  </a:rPr>
                  <a:t> </a:t>
                </a:r>
              </a:p>
            </p:txBody>
          </p:sp>
        </mc:Fallback>
      </mc:AlternateContent>
      <p:sp>
        <p:nvSpPr>
          <p:cNvPr id="14" name="矩形 13"/>
          <p:cNvSpPr/>
          <p:nvPr>
            <p:custDataLst>
              <p:tags r:id="rId3"/>
            </p:custDataLst>
          </p:nvPr>
        </p:nvSpPr>
        <p:spPr>
          <a:xfrm>
            <a:off x="511080" y="3161778"/>
            <a:ext cx="11504785" cy="2705735"/>
          </a:xfrm>
          <a:prstGeom prst="rect">
            <a:avLst/>
          </a:prstGeom>
        </p:spPr>
        <p:txBody>
          <a:bodyPr wrap="square" lIns="121898" tIns="60948" rIns="121898" bIns="60948">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2.</a:t>
            </a:r>
            <a:r>
              <a:rPr lang="zh-CN" altLang="zh-CN" sz="2800">
                <a:latin typeface="Times New Roman" panose="02020603050405020304" pitchFamily="18" charset="0"/>
                <a:ea typeface="黑体" panose="02010609060101010101" charset="-122"/>
                <a:cs typeface="Times New Roman" panose="02020603050405020304" pitchFamily="18" charset="0"/>
              </a:rPr>
              <a:t>对</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图线的斜率的理解</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图像为直线时</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斜率的绝对值表示</a:t>
            </a:r>
            <a:r>
              <a:rPr lang="zh-CN" altLang="zh-CN" sz="2800">
                <a:solidFill>
                  <a:srgbClr val="C00000"/>
                </a:solidFill>
                <a:latin typeface="Times New Roman" panose="02020603050405020304" pitchFamily="18" charset="0"/>
                <a:ea typeface="黑体" panose="02010609060101010101" charset="-122"/>
                <a:cs typeface="Times New Roman" panose="02020603050405020304" pitchFamily="18" charset="0"/>
                <a:sym typeface="+mn-ea"/>
              </a:rPr>
              <a:t>加速度的大小</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斜率的正负表示加速度的方向。</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(2)</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图像为曲线时</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曲线上某点的切线的斜率表示此时的加速度。</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pic>
        <p:nvPicPr>
          <p:cNvPr id="13" name="image306.jpeg"/>
          <p:cNvPicPr/>
          <p:nvPr>
            <p:custDataLst>
              <p:tags r:id="rId4"/>
            </p:custDataLst>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8808085" y="1182370"/>
            <a:ext cx="2820670" cy="271589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p:sp>
        <p:nvSpPr>
          <p:cNvPr id="5" name="矩形 4"/>
          <p:cNvSpPr/>
          <p:nvPr>
            <p:custDataLst>
              <p:tags r:id="rId2"/>
            </p:custDataLst>
          </p:nvPr>
        </p:nvSpPr>
        <p:spPr>
          <a:xfrm>
            <a:off x="511200" y="853878"/>
            <a:ext cx="11476256" cy="737235"/>
          </a:xfrm>
          <a:prstGeom prst="rect">
            <a:avLst/>
          </a:prstGeom>
        </p:spPr>
        <p:txBody>
          <a:bodyPr wrap="square">
            <a:spAutoFit/>
          </a:bodyPr>
          <a:lstStyle/>
          <a:p>
            <a:pPr>
              <a:lnSpc>
                <a:spcPct val="150000"/>
              </a:lnSpc>
              <a:spcAft>
                <a:spcPct val="0"/>
              </a:spcAft>
              <a:tabLst>
                <a:tab pos="2250440" algn="l"/>
              </a:tabLst>
            </a:pPr>
            <a:r>
              <a:rPr lang="zh-CN" altLang="zh-CN" sz="2800">
                <a:latin typeface="Times New Roman" panose="02020603050405020304" pitchFamily="18" charset="0"/>
                <a:ea typeface="黑体" panose="02010609060101010101" charset="-122"/>
                <a:cs typeface="Times New Roman" panose="02020603050405020304" pitchFamily="18" charset="0"/>
              </a:rPr>
              <a:t>如图</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某物体的</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图像是曲线</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思考下列问题</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14" name="矩形 13"/>
          <p:cNvSpPr/>
          <p:nvPr>
            <p:custDataLst>
              <p:tags r:id="rId3"/>
            </p:custDataLst>
          </p:nvPr>
        </p:nvSpPr>
        <p:spPr>
          <a:xfrm>
            <a:off x="608330" y="2421890"/>
            <a:ext cx="11379200" cy="737235"/>
          </a:xfrm>
          <a:prstGeom prst="rect">
            <a:avLst/>
          </a:prstGeom>
        </p:spPr>
        <p:txBody>
          <a:bodyPr wrap="square">
            <a:spAutoFit/>
          </a:bodyPr>
          <a:lstStyle/>
          <a:p>
            <a:pPr>
              <a:lnSpc>
                <a:spcPct val="150000"/>
              </a:lnSpc>
              <a:spcAft>
                <a:spcPct val="0"/>
              </a:spcAft>
              <a:tabLst>
                <a:tab pos="2250440" algn="l"/>
              </a:tabLst>
            </a:pP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　</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变大　变小</a:t>
            </a:r>
            <a:endParaRPr lang="zh-CN"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endParaRPr>
          </a:p>
        </p:txBody>
      </p:sp>
      <p:pic>
        <p:nvPicPr>
          <p:cNvPr id="7" name="image312.jpeg"/>
          <p:cNvPicPr/>
          <p:nvPr>
            <p:custDataLst>
              <p:tags r:id="rId4"/>
            </p:custDataLst>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7900035" y="3733165"/>
            <a:ext cx="3022600" cy="2704465"/>
          </a:xfrm>
          <a:prstGeom prst="rect">
            <a:avLst/>
          </a:prstGeom>
          <a:noFill/>
          <a:ln>
            <a:noFill/>
          </a:ln>
        </p:spPr>
      </p:pic>
      <p:sp>
        <p:nvSpPr>
          <p:cNvPr id="8" name="矩形 7"/>
          <p:cNvSpPr/>
          <p:nvPr>
            <p:custDataLst>
              <p:tags r:id="rId5"/>
            </p:custDataLst>
          </p:nvPr>
        </p:nvSpPr>
        <p:spPr>
          <a:xfrm>
            <a:off x="511200" y="1591533"/>
            <a:ext cx="11476256" cy="669542"/>
          </a:xfrm>
          <a:prstGeom prst="rect">
            <a:avLst/>
          </a:prstGeom>
        </p:spPr>
        <p:txBody>
          <a:bodyPr wrap="square">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zh-CN" altLang="zh-CN" sz="2800">
                <a:latin typeface="Times New Roman" panose="02020603050405020304" pitchFamily="18" charset="0"/>
                <a:ea typeface="黑体" panose="02010609060101010101" charset="-122"/>
                <a:cs typeface="Times New Roman" panose="02020603050405020304" pitchFamily="18" charset="0"/>
              </a:rPr>
              <a:t>此过程中</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物体的速度大小如何变化</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加速度怎么变化</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9" name="矩形 8"/>
          <p:cNvSpPr/>
          <p:nvPr>
            <p:custDataLst>
              <p:tags r:id="rId6"/>
            </p:custDataLst>
          </p:nvPr>
        </p:nvSpPr>
        <p:spPr>
          <a:xfrm>
            <a:off x="511200" y="3063557"/>
            <a:ext cx="11476256" cy="669542"/>
          </a:xfrm>
          <a:prstGeom prst="rect">
            <a:avLst/>
          </a:prstGeom>
        </p:spPr>
        <p:txBody>
          <a:bodyPr wrap="square">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(2)</a:t>
            </a:r>
            <a:r>
              <a:rPr lang="zh-CN" altLang="zh-CN" sz="2800">
                <a:latin typeface="Times New Roman" panose="02020603050405020304" pitchFamily="18" charset="0"/>
                <a:ea typeface="黑体" panose="02010609060101010101" charset="-122"/>
                <a:cs typeface="Times New Roman" panose="02020603050405020304" pitchFamily="18" charset="0"/>
              </a:rPr>
              <a:t>如何得到</a:t>
            </a:r>
            <a:r>
              <a:rPr lang="en-US" altLang="zh-CN" sz="2800" i="1">
                <a:latin typeface="Times New Roman" panose="02020603050405020304" pitchFamily="18" charset="0"/>
                <a:ea typeface="黑体" panose="02010609060101010101" charset="-122"/>
                <a:cs typeface="Times New Roman" panose="02020603050405020304" pitchFamily="18" charset="0"/>
              </a:rPr>
              <a:t>A</a:t>
            </a:r>
            <a:r>
              <a:rPr lang="zh-CN" altLang="zh-CN" sz="2800">
                <a:latin typeface="Times New Roman" panose="02020603050405020304" pitchFamily="18" charset="0"/>
                <a:ea typeface="黑体" panose="02010609060101010101" charset="-122"/>
                <a:cs typeface="Times New Roman" panose="02020603050405020304" pitchFamily="18" charset="0"/>
              </a:rPr>
              <a:t>点对应时刻的加速度</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13" name="矩形 12"/>
          <p:cNvSpPr/>
          <p:nvPr>
            <p:custDataLst>
              <p:tags r:id="rId7"/>
            </p:custDataLst>
          </p:nvPr>
        </p:nvSpPr>
        <p:spPr>
          <a:xfrm>
            <a:off x="1007110" y="3870325"/>
            <a:ext cx="6228715" cy="737235"/>
          </a:xfrm>
          <a:prstGeom prst="rect">
            <a:avLst/>
          </a:prstGeom>
        </p:spPr>
        <p:txBody>
          <a:bodyPr wrap="square">
            <a:spAutoFit/>
          </a:bodyPr>
          <a:lstStyle/>
          <a:p>
            <a:pPr>
              <a:lnSpc>
                <a:spcPct val="150000"/>
              </a:lnSpc>
              <a:spcAft>
                <a:spcPct val="0"/>
              </a:spcAft>
              <a:tabLst>
                <a:tab pos="2250440" algn="l"/>
              </a:tabLst>
            </a:pPr>
            <a:r>
              <a:rPr lang="en-US" altLang="zh-CN" sz="2800" i="1" kern="100">
                <a:solidFill>
                  <a:srgbClr val="FF0000"/>
                </a:solidFill>
                <a:latin typeface="Times New Roman" panose="02020603050405020304" pitchFamily="18" charset="0"/>
                <a:ea typeface="黑体" panose="02010609060101010101" charset="-122"/>
                <a:cs typeface="Times New Roman" panose="02020603050405020304" pitchFamily="18" charset="0"/>
              </a:rPr>
              <a:t>A</a:t>
            </a:r>
            <a:r>
              <a:rPr lang="zh-CN" altLang="zh-CN" sz="2800" kern="100">
                <a:solidFill>
                  <a:srgbClr val="FF0000"/>
                </a:solidFill>
                <a:latin typeface="Times New Roman" panose="02020603050405020304" pitchFamily="18" charset="0"/>
                <a:ea typeface="黑体" panose="02010609060101010101" charset="-122"/>
                <a:cs typeface="Times New Roman" panose="02020603050405020304" pitchFamily="18" charset="0"/>
              </a:rPr>
              <a:t>点的切线的斜率表示该时刻的加速度</a:t>
            </a:r>
            <a:endParaRPr lang="zh-CN" altLang="zh-CN" sz="2800" kern="100">
              <a:solidFill>
                <a:srgbClr val="FF0000"/>
              </a:solidFill>
              <a:effectLst/>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p:sp>
        <p:nvSpPr>
          <p:cNvPr id="3" name="矩形 2"/>
          <p:cNvSpPr/>
          <p:nvPr>
            <p:custDataLst>
              <p:tags r:id="rId2"/>
            </p:custDataLst>
          </p:nvPr>
        </p:nvSpPr>
        <p:spPr>
          <a:xfrm>
            <a:off x="389206" y="829370"/>
            <a:ext cx="11412000" cy="737235"/>
          </a:xfrm>
          <a:prstGeom prst="rect">
            <a:avLst/>
          </a:prstGeom>
        </p:spPr>
        <p:txBody>
          <a:bodyPr>
            <a:spAutoFit/>
          </a:bodyPr>
          <a:lstStyle/>
          <a:p>
            <a:pPr>
              <a:lnSpc>
                <a:spcPct val="150000"/>
              </a:lnSpc>
              <a:spcAft>
                <a:spcPct val="0"/>
              </a:spcAft>
              <a:tabLst>
                <a:tab pos="2250440" algn="l"/>
              </a:tabLst>
            </a:pP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rPr>
              <a:t>6</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如图是做直线运动的某质点的</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请分析</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2800">
              <a:latin typeface="Times New Roman" panose="02020603050405020304" pitchFamily="18" charset="0"/>
              <a:ea typeface="黑体" panose="02010609060101010101" charset="-122"/>
              <a:cs typeface="Times New Roman" panose="02020603050405020304" pitchFamily="18" charset="0"/>
            </a:endParaRPr>
          </a:p>
        </p:txBody>
      </p:sp>
      <p:sp>
        <p:nvSpPr>
          <p:cNvPr id="9" name="矩形 8"/>
          <p:cNvSpPr/>
          <p:nvPr>
            <p:custDataLst>
              <p:tags r:id="rId3"/>
            </p:custDataLst>
          </p:nvPr>
        </p:nvSpPr>
        <p:spPr>
          <a:xfrm>
            <a:off x="497840" y="1485265"/>
            <a:ext cx="9620250" cy="737235"/>
          </a:xfrm>
          <a:prstGeom prst="rect">
            <a:avLst/>
          </a:prstGeom>
        </p:spPr>
        <p:txBody>
          <a:bodyPr wrap="square">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(1)</a:t>
            </a:r>
            <a:r>
              <a:rPr lang="zh-CN" altLang="zh-CN" sz="2800">
                <a:latin typeface="Times New Roman" panose="02020603050405020304" pitchFamily="18" charset="0"/>
                <a:ea typeface="黑体" panose="02010609060101010101" charset="-122"/>
                <a:cs typeface="Times New Roman" panose="02020603050405020304" pitchFamily="18" charset="0"/>
              </a:rPr>
              <a:t>质点在</a:t>
            </a:r>
            <a:r>
              <a:rPr lang="en-US" altLang="zh-CN" sz="2800">
                <a:latin typeface="Times New Roman" panose="02020603050405020304" pitchFamily="18" charset="0"/>
                <a:ea typeface="黑体" panose="02010609060101010101" charset="-122"/>
                <a:cs typeface="Times New Roman" panose="02020603050405020304" pitchFamily="18" charset="0"/>
              </a:rPr>
              <a:t>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4 s</a:t>
            </a:r>
            <a:r>
              <a:rPr lang="zh-CN" altLang="zh-CN" sz="2800">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4</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8 s</a:t>
            </a:r>
            <a:r>
              <a:rPr lang="zh-CN" altLang="zh-CN" sz="2800">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8</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10 s</a:t>
            </a:r>
            <a:r>
              <a:rPr lang="zh-CN" altLang="zh-CN" sz="2800">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12 s</a:t>
            </a:r>
            <a:r>
              <a:rPr lang="zh-CN" altLang="zh-CN" sz="2800">
                <a:latin typeface="Times New Roman" panose="02020603050405020304" pitchFamily="18" charset="0"/>
                <a:ea typeface="黑体" panose="02010609060101010101" charset="-122"/>
                <a:cs typeface="Times New Roman" panose="02020603050405020304" pitchFamily="18" charset="0"/>
              </a:rPr>
              <a:t>内分别做什么运动</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pic>
        <p:nvPicPr>
          <p:cNvPr id="8" name="image316.jpeg"/>
          <p:cNvPicPr/>
          <p:nvPr>
            <p:custDataLst>
              <p:tags r:id="rId4"/>
            </p:custDataLst>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8143875" y="3126740"/>
            <a:ext cx="3858895" cy="3445510"/>
          </a:xfrm>
          <a:prstGeom prst="rect">
            <a:avLst/>
          </a:prstGeom>
          <a:noFill/>
          <a:ln>
            <a:noFill/>
          </a:ln>
        </p:spPr>
      </p:pic>
      <p:sp>
        <p:nvSpPr>
          <p:cNvPr id="11" name="矩形 10"/>
          <p:cNvSpPr/>
          <p:nvPr>
            <p:custDataLst>
              <p:tags r:id="rId5"/>
            </p:custDataLst>
          </p:nvPr>
        </p:nvSpPr>
        <p:spPr>
          <a:xfrm>
            <a:off x="599391" y="2223529"/>
            <a:ext cx="7544581" cy="737235"/>
          </a:xfrm>
          <a:prstGeom prst="rect">
            <a:avLst/>
          </a:prstGeom>
        </p:spPr>
        <p:txBody>
          <a:bodyPr wrap="square">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(2)</a:t>
            </a:r>
            <a:r>
              <a:rPr lang="zh-CN" altLang="zh-CN" sz="2800">
                <a:latin typeface="Times New Roman" panose="02020603050405020304" pitchFamily="18" charset="0"/>
                <a:ea typeface="黑体" panose="02010609060101010101" charset="-122"/>
                <a:cs typeface="Times New Roman" panose="02020603050405020304" pitchFamily="18" charset="0"/>
              </a:rPr>
              <a:t>在</a:t>
            </a:r>
            <a:r>
              <a:rPr lang="en-US" altLang="zh-CN" sz="2800">
                <a:latin typeface="Times New Roman" panose="02020603050405020304" pitchFamily="18" charset="0"/>
                <a:ea typeface="黑体" panose="02010609060101010101" charset="-122"/>
                <a:cs typeface="Times New Roman" panose="02020603050405020304" pitchFamily="18" charset="0"/>
              </a:rPr>
              <a:t>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12 s</a:t>
            </a:r>
            <a:r>
              <a:rPr lang="zh-CN" altLang="zh-CN" sz="2800">
                <a:latin typeface="Times New Roman" panose="02020603050405020304" pitchFamily="18" charset="0"/>
                <a:ea typeface="黑体" panose="02010609060101010101" charset="-122"/>
                <a:cs typeface="Times New Roman" panose="02020603050405020304" pitchFamily="18" charset="0"/>
              </a:rPr>
              <a:t>内</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哪段时间该质点的加速度最大</a:t>
            </a:r>
            <a:r>
              <a:rPr lang="en-US" altLang="zh-CN" sz="2800">
                <a:latin typeface="Times New Roman" panose="02020603050405020304" pitchFamily="18" charset="0"/>
                <a:ea typeface="黑体" panose="02010609060101010101" charset="-122"/>
                <a:cs typeface="Times New Roman" panose="02020603050405020304" pitchFamily="18" charset="0"/>
              </a:rPr>
              <a:t>?</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
        <p:nvSpPr>
          <p:cNvPr id="2" name="矩形 1"/>
          <p:cNvSpPr/>
          <p:nvPr>
            <p:custDataLst>
              <p:tags r:id="rId6"/>
            </p:custDataLst>
          </p:nvPr>
        </p:nvSpPr>
        <p:spPr>
          <a:xfrm>
            <a:off x="599440" y="3288030"/>
            <a:ext cx="7544435" cy="1383665"/>
          </a:xfrm>
          <a:prstGeom prst="rect">
            <a:avLst/>
          </a:prstGeom>
        </p:spPr>
        <p:txBody>
          <a:bodyPr wrap="square">
            <a:spAutoFit/>
          </a:bodyPr>
          <a:lstStyle/>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(3)</a:t>
            </a:r>
            <a:r>
              <a:rPr lang="zh-CN" altLang="zh-CN" sz="2800">
                <a:latin typeface="Times New Roman" panose="02020603050405020304" pitchFamily="18" charset="0"/>
                <a:ea typeface="黑体" panose="02010609060101010101" charset="-122"/>
                <a:cs typeface="Times New Roman" panose="02020603050405020304" pitchFamily="18" charset="0"/>
              </a:rPr>
              <a:t>在</a:t>
            </a:r>
            <a:r>
              <a:rPr lang="en-US" altLang="zh-CN" sz="2800">
                <a:latin typeface="Times New Roman" panose="02020603050405020304" pitchFamily="18" charset="0"/>
                <a:ea typeface="黑体" panose="02010609060101010101" charset="-122"/>
                <a:cs typeface="Times New Roman" panose="02020603050405020304" pitchFamily="18" charset="0"/>
              </a:rPr>
              <a:t>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4 s</a:t>
            </a:r>
            <a:r>
              <a:rPr lang="zh-CN" altLang="zh-CN" sz="2800">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8</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10 s</a:t>
            </a:r>
            <a:r>
              <a:rPr lang="zh-CN" altLang="zh-CN" sz="2800">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12 s</a:t>
            </a:r>
            <a:r>
              <a:rPr lang="zh-CN" altLang="zh-CN" sz="2800">
                <a:latin typeface="Times New Roman" panose="02020603050405020304" pitchFamily="18" charset="0"/>
                <a:ea typeface="黑体" panose="02010609060101010101" charset="-122"/>
                <a:cs typeface="Times New Roman" panose="02020603050405020304" pitchFamily="18" charset="0"/>
              </a:rPr>
              <a:t>内质点的加速度分别为多少</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并说明加速度的方向。</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mc:AlternateContent xmlns:mc="http://schemas.openxmlformats.org/markup-compatibility/2006" xmlns:a14="http://schemas.microsoft.com/office/drawing/2010/main">
        <mc:Choice Requires="a14">
          <p:sp>
            <p:nvSpPr>
              <p:cNvPr id="5" name="矩形 4"/>
              <p:cNvSpPr/>
              <p:nvPr>
                <p:custDataLst>
                  <p:tags r:id="rId2"/>
                </p:custDataLst>
              </p:nvPr>
            </p:nvSpPr>
            <p:spPr>
              <a:xfrm>
                <a:off x="0" y="861695"/>
                <a:ext cx="12192000" cy="5614035"/>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indent="0" fontAlgn="auto">
                  <a:lnSpc>
                    <a:spcPct val="125000"/>
                  </a:lnSpc>
                  <a:spcAft>
                    <a:spcPct val="0"/>
                  </a:spcAft>
                  <a:tabLst>
                    <a:tab pos="2250440" algn="l"/>
                  </a:tabLst>
                </a:pPr>
                <a:endPar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endParaRPr>
              </a:p>
              <a:p>
                <a:pPr indent="0" fontAlgn="auto">
                  <a:lnSpc>
                    <a:spcPct val="125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由题图可知</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在</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0</a:t>
                </a:r>
                <a:r>
                  <a:rPr lang="en-US" altLang="zh-CN" sz="2600"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4 s</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内质点的速度不断增大</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且方向始终沿正方向</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则质点沿正方向做加速直线运动</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在</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4</a:t>
                </a:r>
                <a:r>
                  <a:rPr lang="en-US" altLang="zh-CN" sz="2600"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8 s</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内</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质点的速度始终为</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10 m/s,</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则质点沿正方向做匀速直线运动</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在</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8</a:t>
                </a:r>
                <a:r>
                  <a:rPr lang="en-US" altLang="zh-CN" sz="2600"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10 s</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内</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质点的速度不断减小</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且方向始终为正</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则质点沿正方向做减速直线运动</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在</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10</a:t>
                </a:r>
                <a:r>
                  <a:rPr lang="en-US" altLang="zh-CN" sz="2600" i="1">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12 s</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内</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质点的速度不断增大</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且方向始终为负</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则质点沿负方向做加速直线运动。</a:t>
                </a:r>
              </a:p>
              <a:p>
                <a:pPr indent="0" fontAlgn="auto">
                  <a:lnSpc>
                    <a:spcPct val="125000"/>
                  </a:lnSpc>
                  <a:spcAft>
                    <a:spcPct val="0"/>
                  </a:spcAft>
                  <a:tabLst>
                    <a:tab pos="2250440" algn="l"/>
                  </a:tabLst>
                </a:pPr>
                <a:r>
                  <a:rPr lang="zh-CN"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2</a:t>
                </a:r>
                <a:r>
                  <a:rPr lang="zh-CN" altLang="en-US" sz="2600">
                    <a:solidFill>
                      <a:schemeClr val="bg1"/>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方正中等线简体" panose="03000509000000000000" pitchFamily="65" charset="-122"/>
                    <a:sym typeface="+mn-ea"/>
                  </a:rPr>
                  <a:t>8</a:t>
                </a:r>
                <a:r>
                  <a:rPr lang="en-US" altLang="zh-CN" sz="2600" i="1">
                    <a:solidFill>
                      <a:schemeClr val="bg1"/>
                    </a:solidFill>
                    <a:latin typeface="Times New Roman" panose="02020603050405020304" pitchFamily="18" charset="0"/>
                    <a:ea typeface="方正中等线简体" panose="03000509000000000000" pitchFamily="65" charset="-122"/>
                    <a:sym typeface="+mn-ea"/>
                  </a:rPr>
                  <a:t>~</a:t>
                </a:r>
                <a:r>
                  <a:rPr lang="en-US" altLang="zh-CN" sz="2600">
                    <a:solidFill>
                      <a:schemeClr val="bg1"/>
                    </a:solidFill>
                    <a:latin typeface="Times New Roman" panose="02020603050405020304" pitchFamily="18" charset="0"/>
                    <a:ea typeface="方正中等线简体" panose="03000509000000000000" pitchFamily="65" charset="-122"/>
                    <a:sym typeface="+mn-ea"/>
                  </a:rPr>
                  <a:t>12</a:t>
                </a:r>
                <a:r>
                  <a:rPr lang="en-US" altLang="zh-CN" sz="2600">
                    <a:solidFill>
                      <a:schemeClr val="bg1"/>
                    </a:solidFill>
                    <a:latin typeface="Times New Roman" panose="02020603050405020304" pitchFamily="18" charset="0"/>
                    <a:ea typeface="方正楷体_GBK" panose="03000509000000000000" pitchFamily="65" charset="-122"/>
                    <a:sym typeface="+mn-ea"/>
                  </a:rPr>
                  <a:t> </a:t>
                </a:r>
                <a:r>
                  <a:rPr lang="en-US" altLang="zh-CN" sz="2600">
                    <a:solidFill>
                      <a:schemeClr val="bg1"/>
                    </a:solidFill>
                    <a:latin typeface="Times New Roman" panose="02020603050405020304" pitchFamily="18" charset="0"/>
                    <a:ea typeface="方正中等线简体" panose="03000509000000000000" pitchFamily="65" charset="-122"/>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内倾斜直线最陡</a:t>
                </a:r>
                <a:r>
                  <a:rPr lang="en-US" altLang="zh-CN" sz="2600">
                    <a:solidFill>
                      <a:schemeClr val="bg1"/>
                    </a:solidFill>
                    <a:latin typeface="Times New Roman" panose="02020603050405020304" pitchFamily="18" charset="0"/>
                    <a:ea typeface="方正中等线简体" panose="03000509000000000000" pitchFamily="65" charset="-122"/>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质点的加速度最大。</a:t>
                </a:r>
              </a:p>
              <a:p>
                <a:pPr indent="0" fontAlgn="auto">
                  <a:lnSpc>
                    <a:spcPct val="125000"/>
                  </a:lnSpc>
                  <a:spcAft>
                    <a:spcPct val="0"/>
                  </a:spcAft>
                  <a:tabLst>
                    <a:tab pos="2250440" algn="l"/>
                  </a:tabLst>
                </a:pP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3</a:t>
                </a:r>
                <a:r>
                  <a:rPr lang="zh-CN" altLang="en-US"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由</a:t>
                </a:r>
                <a:r>
                  <a:rPr lang="en-US" altLang="zh-CN" sz="2600" i="1">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𝑣</m:t>
                        </m:r>
                      </m:num>
                      <m:den>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𝑡</m:t>
                        </m:r>
                      </m:den>
                    </m:f>
                  </m:oMath>
                </a14:m>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得</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0</a:t>
                </a:r>
                <a:r>
                  <a:rPr lang="en-US" altLang="zh-CN" sz="2600" i="1">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4</a:t>
                </a: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内的加速度</a:t>
                </a:r>
                <a:r>
                  <a:rPr lang="en-US" altLang="zh-CN" sz="2600" i="1">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baseline="-25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1</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0</m:t>
                        </m:r>
                      </m:num>
                      <m:den>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4</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0</m:t>
                        </m:r>
                      </m:den>
                    </m:f>
                  </m:oMath>
                </a14:m>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=2.5</a:t>
                </a: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方向与速度方向相同</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沿正方向。</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8</a:t>
                </a:r>
                <a:r>
                  <a:rPr lang="en-US" altLang="zh-CN" sz="2600" i="1">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10</a:t>
                </a: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内的加速度</a:t>
                </a:r>
                <a:r>
                  <a:rPr lang="en-US" altLang="zh-CN" sz="2600" i="1">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baseline="-25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0</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num>
                      <m:den>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8</m:t>
                        </m:r>
                      </m:den>
                    </m:f>
                  </m:oMath>
                </a14:m>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=-5</a:t>
                </a:r>
                <a:r>
                  <a:rPr lang="en-US"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方向与速度方向相反</a:t>
                </a:r>
                <a:r>
                  <a:rPr lang="en-US" altLang="zh-CN" sz="26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沿负方向。</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10</a:t>
                </a:r>
                <a:r>
                  <a:rPr lang="en-US" altLang="zh-CN" sz="2600" i="1"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12</a:t>
                </a:r>
                <a:r>
                  <a:rPr lang="en-US" altLang="zh-CN" sz="2600" spc="-1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spc="-1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内的加速度</a:t>
                </a:r>
                <a:r>
                  <a:rPr lang="en-US" altLang="zh-CN" sz="2600" i="1"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en-US" altLang="zh-CN" sz="2600" spc="-100" baseline="-25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3</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14:m>
                  <m:oMath xmlns:m="http://schemas.openxmlformats.org/officeDocument/2006/math">
                    <m:f>
                      <m:fPr>
                        <m:ctrlPr>
                          <a:rPr lang="zh-CN" altLang="zh-CN" sz="2600" i="1" spc="-100">
                            <a:solidFill>
                              <a:schemeClr val="bg1"/>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600" i="1" spc="-1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spc="-1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r>
                          <a:rPr lang="en-US" altLang="zh-CN" sz="2600" i="1" spc="-1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spc="-1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0</m:t>
                        </m:r>
                      </m:num>
                      <m:den>
                        <m:r>
                          <a:rPr lang="en-US" altLang="zh-CN" sz="2600" spc="-1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12</m:t>
                        </m:r>
                        <m:r>
                          <a:rPr lang="en-US" altLang="zh-CN" sz="2600" i="1" spc="-1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m:t>
                        </m:r>
                        <m:r>
                          <a:rPr lang="en-US" altLang="zh-CN" sz="2600" spc="-1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10</m:t>
                        </m:r>
                      </m:den>
                    </m:f>
                  </m:oMath>
                </a14:m>
                <a:r>
                  <a:rPr lang="en-US" altLang="zh-CN" sz="2600" spc="-1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spc="-1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=-5</a:t>
                </a:r>
                <a:r>
                  <a:rPr lang="en-US" altLang="zh-CN" sz="2600" spc="-1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m/s</a:t>
                </a:r>
                <a:r>
                  <a:rPr lang="en-US" altLang="zh-CN" sz="2600" spc="-100" baseline="300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spc="-1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方向与速度方向相同</a:t>
                </a:r>
                <a:r>
                  <a:rPr lang="en-US" altLang="zh-CN" sz="2600" spc="-100">
                    <a:solidFill>
                      <a:schemeClr val="bg1"/>
                    </a:solidFill>
                    <a:effectLst/>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spc="-1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沿负方向。</a:t>
                </a:r>
                <a:endParaRPr lang="zh-CN" altLang="zh-CN" sz="2600" spc="-100">
                  <a:effectLst/>
                  <a:latin typeface="Calibri"/>
                  <a:ea typeface="宋体" panose="02010600030101010101" pitchFamily="2" charset="-122"/>
                  <a:cs typeface="Times New Roman" panose="02020603050405020304" pitchFamily="18" charset="0"/>
                </a:endParaRPr>
              </a:p>
              <a:p>
                <a:pPr indent="0" fontAlgn="auto">
                  <a:lnSpc>
                    <a:spcPct val="125000"/>
                  </a:lnSpc>
                  <a:spcAft>
                    <a:spcPct val="0"/>
                  </a:spcAft>
                  <a:tabLst>
                    <a:tab pos="2250440" algn="l"/>
                  </a:tabLst>
                </a:pPr>
                <a:endParaRPr lang="zh-CN" altLang="en-US"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endParaRPr>
              </a:p>
            </p:txBody>
          </p:sp>
        </mc:Choice>
        <mc:Fallback xmlns="">
          <p:sp>
            <p:nvSpPr>
              <p:cNvPr id="5" name="矩形 4"/>
              <p:cNvSpPr>
                <a:spLocks noRot="1" noChangeAspect="1" noMove="1" noResize="1" noEditPoints="1" noAdjustHandles="1" noChangeArrowheads="1" noChangeShapeType="1" noTextEdit="1"/>
              </p:cNvSpPr>
              <p:nvPr>
                <p:custDataLst>
                  <p:tags r:id="rId5"/>
                </p:custDataLst>
              </p:nvPr>
            </p:nvSpPr>
            <p:spPr>
              <a:xfrm>
                <a:off x="0" y="861695"/>
                <a:ext cx="12192000" cy="5614035"/>
              </a:xfrm>
              <a:prstGeom prst="rect">
                <a:avLst/>
              </a:prstGeom>
              <a:blipFill>
                <a:blip r:embed="rId6"/>
                <a:stretch>
                  <a:fillRect/>
                </a:stretch>
              </a:blipFill>
              <a:ln w="12700" cap="flat" cmpd="sng" algn="ctr">
                <a:noFill/>
                <a:prstDash val="solid"/>
                <a:miter lim="800000"/>
              </a:ln>
              <a:effec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p:sp>
        <p:nvSpPr>
          <p:cNvPr id="3" name="矩形 2"/>
          <p:cNvSpPr/>
          <p:nvPr>
            <p:custDataLst>
              <p:tags r:id="rId2"/>
            </p:custDataLst>
          </p:nvPr>
        </p:nvSpPr>
        <p:spPr>
          <a:xfrm>
            <a:off x="389206" y="969903"/>
            <a:ext cx="11412000" cy="3969385"/>
          </a:xfrm>
          <a:prstGeom prst="rect">
            <a:avLst/>
          </a:prstGeom>
        </p:spPr>
        <p:txBody>
          <a:bodyPr>
            <a:spAutoFit/>
          </a:bodyPr>
          <a:lstStyle/>
          <a:p>
            <a:pPr>
              <a:lnSpc>
                <a:spcPct val="150000"/>
              </a:lnSpc>
              <a:spcAft>
                <a:spcPct val="0"/>
              </a:spcAft>
              <a:tabLst>
                <a:tab pos="2250440" algn="l"/>
              </a:tabLst>
            </a:pP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7</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charset="-122"/>
                <a:cs typeface="Times New Roman" panose="02020603050405020304" pitchFamily="18" charset="0"/>
              </a:rPr>
              <a:t>(2023·</a:t>
            </a:r>
            <a:r>
              <a:rPr lang="zh-CN" altLang="zh-CN" sz="2800">
                <a:latin typeface="Times New Roman" panose="02020603050405020304" pitchFamily="18" charset="0"/>
                <a:ea typeface="黑体" panose="02010609060101010101" charset="-122"/>
                <a:cs typeface="Times New Roman" panose="02020603050405020304" pitchFamily="18" charset="0"/>
              </a:rPr>
              <a:t>衡阳市高一期末</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跳伞运动员从高空悬停的直升机上跳下</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运动员沿竖直方向运动的</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图像如图所示</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下列说法正确的是</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A.0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10 s</a:t>
            </a:r>
            <a:r>
              <a:rPr lang="zh-CN" altLang="zh-CN" sz="2800">
                <a:latin typeface="Times New Roman" panose="02020603050405020304" pitchFamily="18" charset="0"/>
                <a:ea typeface="黑体" panose="02010609060101010101" charset="-122"/>
                <a:cs typeface="Times New Roman" panose="02020603050405020304" pitchFamily="18" charset="0"/>
              </a:rPr>
              <a:t>内</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运动员做加速度逐渐减小的加速运动</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B.15 s</a:t>
            </a:r>
            <a:r>
              <a:rPr lang="zh-CN" altLang="zh-CN" sz="2800">
                <a:latin typeface="Times New Roman" panose="02020603050405020304" pitchFamily="18" charset="0"/>
                <a:ea typeface="黑体" panose="02010609060101010101" charset="-122"/>
                <a:cs typeface="Times New Roman" panose="02020603050405020304" pitchFamily="18" charset="0"/>
              </a:rPr>
              <a:t>以后运动员处于静止状态</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C.0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15 s</a:t>
            </a:r>
            <a:r>
              <a:rPr lang="zh-CN" altLang="zh-CN" sz="2800">
                <a:latin typeface="Times New Roman" panose="02020603050405020304" pitchFamily="18" charset="0"/>
                <a:ea typeface="黑体" panose="02010609060101010101" charset="-122"/>
                <a:cs typeface="Times New Roman" panose="02020603050405020304" pitchFamily="18" charset="0"/>
              </a:rPr>
              <a:t>内</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运动员的加速度方向始终与速度方向相同</a:t>
            </a:r>
            <a:endParaRPr lang="en-US" altLang="zh-CN" sz="28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D.</a:t>
            </a:r>
            <a:r>
              <a:rPr lang="zh-CN" altLang="zh-CN" sz="2800">
                <a:latin typeface="Times New Roman" panose="02020603050405020304" pitchFamily="18" charset="0"/>
                <a:ea typeface="黑体" panose="02010609060101010101" charset="-122"/>
                <a:cs typeface="Times New Roman" panose="02020603050405020304" pitchFamily="18" charset="0"/>
              </a:rPr>
              <a:t>运动员在</a:t>
            </a:r>
            <a:r>
              <a:rPr lang="en-US" altLang="zh-CN" sz="2800">
                <a:latin typeface="Times New Roman" panose="02020603050405020304" pitchFamily="18" charset="0"/>
                <a:ea typeface="黑体" panose="02010609060101010101" charset="-122"/>
                <a:cs typeface="Times New Roman" panose="02020603050405020304" pitchFamily="18" charset="0"/>
              </a:rPr>
              <a:t>10</a:t>
            </a:r>
            <a:r>
              <a:rPr lang="en-US" altLang="zh-CN" sz="2800" i="1">
                <a:latin typeface="Times New Roman" panose="02020603050405020304" pitchFamily="18" charset="0"/>
                <a:ea typeface="黑体" panose="02010609060101010101" charset="-122"/>
                <a:cs typeface="Times New Roman" panose="02020603050405020304" pitchFamily="18" charset="0"/>
              </a:rPr>
              <a:t>~</a:t>
            </a:r>
            <a:r>
              <a:rPr lang="en-US" altLang="zh-CN" sz="2800">
                <a:latin typeface="Times New Roman" panose="02020603050405020304" pitchFamily="18" charset="0"/>
                <a:ea typeface="黑体" panose="02010609060101010101" charset="-122"/>
                <a:cs typeface="Times New Roman" panose="02020603050405020304" pitchFamily="18" charset="0"/>
              </a:rPr>
              <a:t>15 s</a:t>
            </a:r>
            <a:r>
              <a:rPr lang="zh-CN" altLang="zh-CN" sz="2800">
                <a:latin typeface="Times New Roman" panose="02020603050405020304" pitchFamily="18" charset="0"/>
                <a:ea typeface="黑体" panose="02010609060101010101" charset="-122"/>
                <a:cs typeface="Times New Roman" panose="02020603050405020304" pitchFamily="18" charset="0"/>
              </a:rPr>
              <a:t>内的平均加速度等于</a:t>
            </a:r>
            <a:r>
              <a:rPr lang="en-US" altLang="zh-CN" sz="2800">
                <a:latin typeface="Times New Roman" panose="02020603050405020304" pitchFamily="18" charset="0"/>
                <a:ea typeface="黑体" panose="02010609060101010101" charset="-122"/>
                <a:cs typeface="Times New Roman" panose="02020603050405020304" pitchFamily="18" charset="0"/>
              </a:rPr>
              <a:t>2 m/s</a:t>
            </a:r>
            <a:r>
              <a:rPr lang="en-US" altLang="zh-CN" sz="2800" baseline="30000">
                <a:latin typeface="Times New Roman" panose="02020603050405020304" pitchFamily="18" charset="0"/>
                <a:ea typeface="黑体" panose="02010609060101010101" charset="-122"/>
                <a:cs typeface="Times New Roman" panose="02020603050405020304" pitchFamily="18" charset="0"/>
              </a:rPr>
              <a:t>2</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pic>
        <p:nvPicPr>
          <p:cNvPr id="19" name="image320.jpeg"/>
          <p:cNvPicPr/>
          <p:nvPr>
            <p:custDataLst>
              <p:tags r:id="rId3"/>
            </p:custDataLst>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8854330" y="4353807"/>
            <a:ext cx="2842736" cy="208847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mc:AlternateContent xmlns:mc="http://schemas.openxmlformats.org/markup-compatibility/2006" xmlns:a14="http://schemas.microsoft.com/office/drawing/2010/main">
        <mc:Choice Requires="a14">
          <p:sp>
            <p:nvSpPr>
              <p:cNvPr id="5" name="矩形 4"/>
              <p:cNvSpPr/>
              <p:nvPr>
                <p:custDataLst>
                  <p:tags r:id="rId2"/>
                </p:custDataLst>
              </p:nvPr>
            </p:nvSpPr>
            <p:spPr>
              <a:xfrm>
                <a:off x="0" y="861695"/>
                <a:ext cx="12192000" cy="4849495"/>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indent="0" fontAlgn="auto">
                  <a:lnSpc>
                    <a:spcPct val="125000"/>
                  </a:lnSpc>
                  <a:spcAft>
                    <a:spcPct val="0"/>
                  </a:spcAft>
                  <a:tabLst>
                    <a:tab pos="2250440" algn="l"/>
                  </a:tabLst>
                </a:pPr>
                <a:endPar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endParaRPr>
              </a:p>
              <a:p>
                <a:pPr>
                  <a:lnSpc>
                    <a:spcPct val="150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由题图可知</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,0</a:t>
                </a:r>
                <a:r>
                  <a:rPr lang="en-US" altLang="zh-CN" sz="2600" i="1">
                    <a:solidFill>
                      <a:schemeClr val="bg1"/>
                    </a:solidFill>
                    <a:effectLst/>
                    <a:latin typeface="Times New Roman" panose="02020603050405020304" pitchFamily="18" charset="0"/>
                    <a:ea typeface="方正中等线简体" panose="03000509000000000000" pitchFamily="65" charset="-122"/>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10</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内曲线的斜率越来越小</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p>
              <a:p>
                <a:pPr>
                  <a:lnSpc>
                    <a:spcPct val="150000"/>
                  </a:lnSpc>
                  <a:spcAft>
                    <a:spcPct val="0"/>
                  </a:spcAft>
                  <a:tabLst>
                    <a:tab pos="2250440" algn="l"/>
                  </a:tabLst>
                </a:pP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所以</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0</a:t>
                </a:r>
                <a:r>
                  <a:rPr lang="en-US" altLang="zh-CN" sz="2600" i="1">
                    <a:solidFill>
                      <a:schemeClr val="bg1"/>
                    </a:solidFill>
                    <a:effectLst/>
                    <a:latin typeface="Times New Roman" panose="02020603050405020304" pitchFamily="18" charset="0"/>
                    <a:ea typeface="方正中等线简体" panose="03000509000000000000" pitchFamily="65" charset="-122"/>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10</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内运动员做加速度逐渐减小的加速运动</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p>
              <a:p>
                <a:pPr>
                  <a:lnSpc>
                    <a:spcPct val="150000"/>
                  </a:lnSpc>
                  <a:spcAft>
                    <a:spcPct val="0"/>
                  </a:spcAft>
                  <a:tabLst>
                    <a:tab pos="2250440" algn="l"/>
                  </a:tabLst>
                </a:pP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故</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正确</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endParaRPr lang="en-US" altLang="zh-CN" sz="2600">
                  <a:solidFill>
                    <a:schemeClr val="bg1"/>
                  </a:solidFill>
                  <a:effectLst/>
                  <a:latin typeface="Times New Roman" panose="02020603050405020304" pitchFamily="18" charset="0"/>
                  <a:ea typeface="方正中等线简体" panose="03000509000000000000" pitchFamily="65" charset="-122"/>
                </a:endParaRPr>
              </a:p>
              <a:p>
                <a:pPr>
                  <a:lnSpc>
                    <a:spcPct val="150000"/>
                  </a:lnSpc>
                  <a:spcAft>
                    <a:spcPct val="0"/>
                  </a:spcAft>
                  <a:tabLst>
                    <a:tab pos="2250440" algn="l"/>
                  </a:tabLst>
                </a:pP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15</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以后运动员以</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10</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m/s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的速度做匀速运动</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故</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B</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错误</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endParaRPr lang="en-US" altLang="zh-CN" sz="2600">
                  <a:solidFill>
                    <a:schemeClr val="bg1"/>
                  </a:solidFill>
                  <a:effectLst/>
                  <a:latin typeface="Times New Roman" panose="02020603050405020304" pitchFamily="18" charset="0"/>
                  <a:ea typeface="方正中等线简体" panose="03000509000000000000" pitchFamily="65" charset="-122"/>
                </a:endParaRPr>
              </a:p>
              <a:p>
                <a:pPr>
                  <a:lnSpc>
                    <a:spcPct val="150000"/>
                  </a:lnSpc>
                  <a:spcAft>
                    <a:spcPct val="0"/>
                  </a:spcAft>
                  <a:tabLst>
                    <a:tab pos="2250440" algn="l"/>
                  </a:tabLst>
                </a:pP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10</a:t>
                </a:r>
                <a:r>
                  <a:rPr lang="en-US" altLang="zh-CN" sz="2600" i="1">
                    <a:solidFill>
                      <a:schemeClr val="bg1"/>
                    </a:solidFill>
                    <a:effectLst/>
                    <a:latin typeface="Times New Roman" panose="02020603050405020304" pitchFamily="18" charset="0"/>
                    <a:ea typeface="方正中等线简体" panose="03000509000000000000" pitchFamily="65" charset="-122"/>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15</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内</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运动员做减速运动</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加速度方向与速度方向相反</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故</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C</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错误</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endParaRPr lang="en-US" altLang="zh-CN" sz="2600">
                  <a:solidFill>
                    <a:schemeClr val="bg1"/>
                  </a:solidFill>
                  <a:effectLst/>
                  <a:latin typeface="Times New Roman" panose="02020603050405020304" pitchFamily="18" charset="0"/>
                  <a:ea typeface="方正中等线简体" panose="03000509000000000000" pitchFamily="65" charset="-122"/>
                </a:endParaRPr>
              </a:p>
              <a:p>
                <a:pPr>
                  <a:lnSpc>
                    <a:spcPct val="150000"/>
                  </a:lnSpc>
                  <a:spcAft>
                    <a:spcPct val="0"/>
                  </a:spcAft>
                  <a:tabLst>
                    <a:tab pos="2250440" algn="l"/>
                  </a:tabLst>
                </a:pP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10</a:t>
                </a:r>
                <a:r>
                  <a:rPr lang="en-US" altLang="zh-CN" sz="2600" i="1">
                    <a:solidFill>
                      <a:schemeClr val="bg1"/>
                    </a:solidFill>
                    <a:effectLst/>
                    <a:latin typeface="Times New Roman" panose="02020603050405020304" pitchFamily="18" charset="0"/>
                    <a:ea typeface="方正中等线简体" panose="03000509000000000000" pitchFamily="65" charset="-122"/>
                    <a:sym typeface="+mn-ea"/>
                  </a:rPr>
                  <a:t>~</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15</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s</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内运动员的平均加速度</a:t>
                </a:r>
                <a:r>
                  <a:rPr lang="en-US" altLang="zh-CN" sz="2600" i="1">
                    <a:solidFill>
                      <a:schemeClr val="bg1"/>
                    </a:solidFill>
                    <a:effectLst/>
                    <a:latin typeface="Times New Roman" panose="02020603050405020304" pitchFamily="18" charset="0"/>
                    <a:ea typeface="方正中等线简体" panose="03000509000000000000" pitchFamily="65" charset="-122"/>
                    <a:sym typeface="+mn-ea"/>
                  </a:rPr>
                  <a:t>a</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14:m>
                  <m:oMath xmlns:m="http://schemas.openxmlformats.org/officeDocument/2006/math">
                    <m:f>
                      <m:fPr>
                        <m:ctrlPr>
                          <a:rPr lang="zh-CN" altLang="zh-CN" sz="2600" i="1">
                            <a:solidFill>
                              <a:schemeClr val="bg1"/>
                            </a:solidFill>
                            <a:effectLst/>
                            <a:latin typeface="Cambria Math" panose="02040503050406030204" pitchFamily="18" charset="0"/>
                            <a:ea typeface="Cambria Math" panose="02040503050406030204" pitchFamily="18" charset="0"/>
                          </a:rPr>
                        </m:ctrlPr>
                      </m:fPr>
                      <m:num>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𝑣</m:t>
                        </m:r>
                      </m:num>
                      <m:den>
                        <m:r>
                          <m:rPr>
                            <m:sty m:val="p"/>
                          </m:rPr>
                          <a:rPr lang="en-US" altLang="zh-CN" sz="2600">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600" i="1">
                            <a:solidFill>
                              <a:schemeClr val="bg1"/>
                            </a:solidFill>
                            <a:effectLst/>
                            <a:latin typeface="Cambria Math" panose="02040503050406030204" pitchFamily="18" charset="0"/>
                            <a:ea typeface="方正中等线简体" panose="03000509000000000000" pitchFamily="65" charset="-122"/>
                            <a:cs typeface="Times New Roman" panose="02020603050405020304" pitchFamily="18" charset="0"/>
                          </a:rPr>
                          <m:t>𝑡</m:t>
                        </m:r>
                      </m:den>
                    </m:f>
                  </m:oMath>
                </a14:m>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=-2</a:t>
                </a:r>
                <a:r>
                  <a:rPr lang="en-US" altLang="zh-CN" sz="2600">
                    <a:solidFill>
                      <a:schemeClr val="bg1"/>
                    </a:solidFill>
                    <a:effectLst/>
                    <a:latin typeface="Times New Roman" panose="02020603050405020304" pitchFamily="18" charset="0"/>
                    <a:ea typeface="方正楷体_GBK" panose="03000509000000000000" pitchFamily="65" charset="-122"/>
                    <a:sym typeface="+mn-ea"/>
                  </a:rPr>
                  <a:t> </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m/s</a:t>
                </a:r>
                <a:r>
                  <a:rPr lang="en-US" altLang="zh-CN" sz="2600" baseline="30000">
                    <a:solidFill>
                      <a:schemeClr val="bg1"/>
                    </a:solidFill>
                    <a:effectLst/>
                    <a:latin typeface="Times New Roman" panose="02020603050405020304" pitchFamily="18" charset="0"/>
                    <a:ea typeface="方正中等线简体" panose="03000509000000000000" pitchFamily="65" charset="-122"/>
                    <a:sym typeface="+mn-ea"/>
                  </a:rPr>
                  <a:t>2</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故</a:t>
                </a:r>
                <a:r>
                  <a:rPr lang="en-US" altLang="zh-CN" sz="2600">
                    <a:solidFill>
                      <a:schemeClr val="bg1"/>
                    </a:solidFill>
                    <a:effectLst/>
                    <a:latin typeface="Times New Roman" panose="02020603050405020304" pitchFamily="18" charset="0"/>
                    <a:ea typeface="方正中等线简体" panose="03000509000000000000" pitchFamily="65" charset="-122"/>
                    <a:sym typeface="+mn-ea"/>
                  </a:rPr>
                  <a:t>D</a:t>
                </a:r>
                <a:r>
                  <a:rPr lang="zh-CN" altLang="zh-CN" sz="2600">
                    <a:solidFill>
                      <a:schemeClr val="bg1"/>
                    </a:solidFill>
                    <a:effectLst/>
                    <a:latin typeface="Times New Roman" panose="02020603050405020304" pitchFamily="18" charset="0"/>
                    <a:ea typeface="方正楷体_GBK" panose="03000509000000000000" pitchFamily="65" charset="-122"/>
                    <a:cs typeface="Times New Roman" panose="02020603050405020304" pitchFamily="18" charset="0"/>
                    <a:sym typeface="+mn-ea"/>
                  </a:rPr>
                  <a:t>错误。</a:t>
                </a:r>
                <a:endParaRPr lang="en-US" altLang="zh-CN" sz="2600">
                  <a:latin typeface="Times New Roman" panose="02020603050405020304" pitchFamily="18" charset="0"/>
                  <a:ea typeface="方正中等线简体" panose="03000509000000000000" pitchFamily="65" charset="-122"/>
                </a:endParaRPr>
              </a:p>
              <a:p>
                <a:pPr indent="0" fontAlgn="auto">
                  <a:lnSpc>
                    <a:spcPct val="125000"/>
                  </a:lnSpc>
                  <a:spcAft>
                    <a:spcPct val="0"/>
                  </a:spcAft>
                  <a:tabLst>
                    <a:tab pos="2250440" algn="l"/>
                  </a:tabLst>
                </a:pPr>
                <a:r>
                  <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故选</a:t>
                </a:r>
                <a:r>
                  <a:rPr lang="en-US"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A.</a:t>
                </a:r>
              </a:p>
            </p:txBody>
          </p:sp>
        </mc:Choice>
        <mc:Fallback xmlns="">
          <p:sp>
            <p:nvSpPr>
              <p:cNvPr id="5" name="矩形 4"/>
              <p:cNvSpPr>
                <a:spLocks noRot="1" noChangeAspect="1" noMove="1" noResize="1" noEditPoints="1" noAdjustHandles="1" noChangeArrowheads="1" noChangeShapeType="1" noTextEdit="1"/>
              </p:cNvSpPr>
              <p:nvPr>
                <p:custDataLst>
                  <p:tags r:id="rId6"/>
                </p:custDataLst>
              </p:nvPr>
            </p:nvSpPr>
            <p:spPr>
              <a:xfrm>
                <a:off x="0" y="861695"/>
                <a:ext cx="12192000" cy="4849495"/>
              </a:xfrm>
              <a:prstGeom prst="rect">
                <a:avLst/>
              </a:prstGeom>
              <a:blipFill>
                <a:blip r:embed="rId7"/>
                <a:stretch>
                  <a:fillRect b="-2350"/>
                </a:stretch>
              </a:blipFill>
              <a:ln w="12700" cap="flat" cmpd="sng" algn="ctr">
                <a:noFill/>
                <a:prstDash val="solid"/>
                <a:miter lim="800000"/>
              </a:ln>
              <a:effectLst/>
            </p:spPr>
            <p:txBody>
              <a:bodyPr/>
              <a:lstStyle/>
              <a:p>
                <a:r>
                  <a:rPr lang="zh-CN" altLang="en-US">
                    <a:noFill/>
                  </a:rPr>
                  <a:t> </a:t>
                </a:r>
              </a:p>
            </p:txBody>
          </p:sp>
        </mc:Fallback>
      </mc:AlternateContent>
      <p:pic>
        <p:nvPicPr>
          <p:cNvPr id="8" name="image320.jpeg"/>
          <p:cNvPicPr/>
          <p:nvPr>
            <p:custDataLst>
              <p:tags r:id="rId3"/>
            </p:custDataLst>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8889921" y="1269554"/>
            <a:ext cx="2842736" cy="208847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p:sp>
        <p:nvSpPr>
          <p:cNvPr id="6145" name="Rectangle 4"/>
          <p:cNvSpPr/>
          <p:nvPr>
            <p:custDataLst>
              <p:tags r:id="rId2"/>
            </p:custDataLst>
          </p:nvPr>
        </p:nvSpPr>
        <p:spPr>
          <a:xfrm>
            <a:off x="327660" y="1038860"/>
            <a:ext cx="11283315" cy="796925"/>
          </a:xfrm>
          <a:prstGeom prst="rect">
            <a:avLst/>
          </a:prstGeom>
          <a:noFill/>
          <a:ln w="9525">
            <a:noFill/>
          </a:ln>
        </p:spPr>
        <p:txBody>
          <a:bodyPr anchor="t"/>
          <a:lstStyle/>
          <a:p>
            <a:pPr>
              <a:lnSpc>
                <a:spcPct val="150000"/>
              </a:lnSpc>
              <a:spcBef>
                <a:spcPct val="20000"/>
              </a:spcBef>
              <a:buClr>
                <a:schemeClr val="hlink"/>
              </a:buClr>
              <a:buSzPct val="75000"/>
              <a:buFont typeface="Wingdings" panose="05000000000000000000" pitchFamily="2" charset="2"/>
            </a:pPr>
            <a:r>
              <a:rPr lang="en-US" altLang="zh-CN" sz="2800" b="1">
                <a:latin typeface="Times New Roman" panose="02020603050405020304" pitchFamily="18" charset="0"/>
                <a:ea typeface="黑体" panose="02010609060101010101" charset="-122"/>
                <a:cs typeface="Times New Roman" panose="02020603050405020304" pitchFamily="18" charset="0"/>
                <a:sym typeface="+mn-ea"/>
              </a:rPr>
              <a:t>3.</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速度时间（</a:t>
            </a:r>
            <a:r>
              <a:rPr lang="en-US" altLang="zh-CN" sz="2800" b="1" i="1">
                <a:solidFill>
                  <a:schemeClr val="tx1"/>
                </a:solidFill>
                <a:latin typeface="Times New Roman" panose="02020603050405020304" pitchFamily="18" charset="0"/>
                <a:ea typeface="黑体" panose="02010609060101010101" charset="-122"/>
                <a:cs typeface="Times New Roman" panose="02020603050405020304" pitchFamily="18" charset="0"/>
              </a:rPr>
              <a:t>v-t</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）图像中速度、加速度方向判断方法</a:t>
            </a:r>
          </a:p>
        </p:txBody>
      </p:sp>
      <p:sp>
        <p:nvSpPr>
          <p:cNvPr id="5122" name="文本框 2"/>
          <p:cNvSpPr txBox="1"/>
          <p:nvPr>
            <p:custDataLst>
              <p:tags r:id="rId3"/>
            </p:custDataLst>
          </p:nvPr>
        </p:nvSpPr>
        <p:spPr>
          <a:xfrm>
            <a:off x="427355" y="1772920"/>
            <a:ext cx="6467475" cy="2030095"/>
          </a:xfrm>
          <a:prstGeom prst="rect">
            <a:avLst/>
          </a:prstGeom>
          <a:noFill/>
          <a:ln w="9525">
            <a:noFill/>
          </a:ln>
        </p:spPr>
        <p:txBody>
          <a:bodyPr wrap="square" anchor="t">
            <a:spAutoFit/>
          </a:bodyPr>
          <a:lstStyle/>
          <a:p>
            <a:pPr>
              <a:lnSpc>
                <a:spcPct val="150000"/>
              </a:lnSpc>
            </a:pPr>
            <a:r>
              <a:rPr lang="en-US" altLang="zh-CN" sz="2800" b="1">
                <a:solidFill>
                  <a:schemeClr val="tx1"/>
                </a:solidFill>
                <a:latin typeface="Times New Roman" panose="02020603050405020304" pitchFamily="18" charset="0"/>
                <a:ea typeface="黑体" panose="02010609060101010101" charset="-122"/>
                <a:cs typeface="Times New Roman" panose="02020603050405020304" pitchFamily="18" charset="0"/>
              </a:rPr>
              <a:t>(1)</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速度的方向：</a:t>
            </a:r>
          </a:p>
          <a:p>
            <a:pPr>
              <a:lnSpc>
                <a:spcPct val="150000"/>
              </a:lnSpc>
            </a:pP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①速度图像在</a:t>
            </a:r>
            <a:r>
              <a:rPr lang="en-US" altLang="zh-CN" sz="2800" b="1" i="1">
                <a:solidFill>
                  <a:schemeClr val="tx1"/>
                </a:solidFill>
                <a:latin typeface="Times New Roman" panose="02020603050405020304" pitchFamily="18" charset="0"/>
                <a:ea typeface="黑体" panose="02010609060101010101" charset="-122"/>
                <a:cs typeface="Times New Roman" panose="02020603050405020304" pitchFamily="18" charset="0"/>
              </a:rPr>
              <a:t>t</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轴</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上方</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，速度为</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正</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a:t>
            </a:r>
          </a:p>
          <a:p>
            <a:pPr>
              <a:lnSpc>
                <a:spcPct val="150000"/>
              </a:lnSpc>
            </a:pP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②速度图像在</a:t>
            </a:r>
            <a:r>
              <a:rPr lang="en-US" altLang="zh-CN" sz="2800" b="1" i="1">
                <a:solidFill>
                  <a:schemeClr val="tx1"/>
                </a:solidFill>
                <a:latin typeface="Times New Roman" panose="02020603050405020304" pitchFamily="18" charset="0"/>
                <a:ea typeface="黑体" panose="02010609060101010101" charset="-122"/>
                <a:cs typeface="Times New Roman" panose="02020603050405020304" pitchFamily="18" charset="0"/>
              </a:rPr>
              <a:t>t</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轴</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下方</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，速度为</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负</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a:t>
            </a:r>
          </a:p>
        </p:txBody>
      </p:sp>
      <p:sp>
        <p:nvSpPr>
          <p:cNvPr id="4" name="文本框 3"/>
          <p:cNvSpPr txBox="1"/>
          <p:nvPr>
            <p:custDataLst>
              <p:tags r:id="rId4"/>
            </p:custDataLst>
          </p:nvPr>
        </p:nvSpPr>
        <p:spPr>
          <a:xfrm>
            <a:off x="427355" y="3991610"/>
            <a:ext cx="6074410" cy="2030095"/>
          </a:xfrm>
          <a:prstGeom prst="rect">
            <a:avLst/>
          </a:prstGeom>
          <a:noFill/>
          <a:ln w="9525">
            <a:noFill/>
          </a:ln>
        </p:spPr>
        <p:txBody>
          <a:bodyPr wrap="square" anchor="t">
            <a:spAutoFit/>
          </a:bodyPr>
          <a:lstStyle/>
          <a:p>
            <a:pPr>
              <a:lnSpc>
                <a:spcPct val="150000"/>
              </a:lnSpc>
            </a:pPr>
            <a:r>
              <a:rPr lang="en-US" altLang="zh-CN" sz="2800" b="1">
                <a:solidFill>
                  <a:schemeClr val="tx1"/>
                </a:solidFill>
                <a:latin typeface="Times New Roman" panose="02020603050405020304" pitchFamily="18" charset="0"/>
                <a:ea typeface="黑体" panose="02010609060101010101" charset="-122"/>
                <a:cs typeface="Times New Roman" panose="02020603050405020304" pitchFamily="18" charset="0"/>
              </a:rPr>
              <a:t>(2)</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加速度方向：</a:t>
            </a:r>
          </a:p>
          <a:p>
            <a:pPr>
              <a:lnSpc>
                <a:spcPct val="150000"/>
              </a:lnSpc>
            </a:pP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①速度图像</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向上</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倾斜，加速度为</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正</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a:t>
            </a:r>
          </a:p>
          <a:p>
            <a:pPr>
              <a:lnSpc>
                <a:spcPct val="150000"/>
              </a:lnSpc>
            </a:pP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②速度图像</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向下</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倾斜，加速度为</a:t>
            </a:r>
            <a:r>
              <a:rPr lang="zh-CN" altLang="en-US" sz="2800" b="1">
                <a:solidFill>
                  <a:srgbClr val="FF0000"/>
                </a:solidFill>
                <a:latin typeface="Times New Roman" panose="02020603050405020304" pitchFamily="18" charset="0"/>
                <a:ea typeface="黑体" panose="02010609060101010101" charset="-122"/>
                <a:cs typeface="Times New Roman" panose="02020603050405020304" pitchFamily="18" charset="0"/>
              </a:rPr>
              <a:t>负</a:t>
            </a:r>
            <a:r>
              <a:rPr lang="zh-CN" altLang="en-US" sz="2800" b="1">
                <a:solidFill>
                  <a:schemeClr val="tx1"/>
                </a:solidFill>
                <a:latin typeface="Times New Roman" panose="02020603050405020304" pitchFamily="18" charset="0"/>
                <a:ea typeface="黑体" panose="02010609060101010101" charset="-122"/>
                <a:cs typeface="Times New Roman" panose="02020603050405020304" pitchFamily="18" charset="0"/>
              </a:rPr>
              <a:t>。</a:t>
            </a:r>
          </a:p>
        </p:txBody>
      </p:sp>
      <p:grpSp>
        <p:nvGrpSpPr>
          <p:cNvPr id="5" name="组合 4"/>
          <p:cNvGrpSpPr/>
          <p:nvPr>
            <p:custDataLst>
              <p:tags r:id="rId5"/>
            </p:custDataLst>
          </p:nvPr>
        </p:nvGrpSpPr>
        <p:grpSpPr>
          <a:xfrm>
            <a:off x="8956675" y="2509520"/>
            <a:ext cx="2826385" cy="4034155"/>
            <a:chOff x="8704" y="2616"/>
            <a:chExt cx="4451" cy="6353"/>
          </a:xfrm>
        </p:grpSpPr>
        <p:grpSp>
          <p:nvGrpSpPr>
            <p:cNvPr id="6153" name="Group 45"/>
            <p:cNvGrpSpPr/>
            <p:nvPr>
              <p:custDataLst>
                <p:tags r:id="rId6"/>
              </p:custDataLst>
            </p:nvPr>
          </p:nvGrpSpPr>
          <p:grpSpPr>
            <a:xfrm>
              <a:off x="8704" y="2616"/>
              <a:ext cx="4009" cy="5864"/>
              <a:chOff x="118" y="114"/>
              <a:chExt cx="2138" cy="3130"/>
            </a:xfrm>
          </p:grpSpPr>
          <p:grpSp>
            <p:nvGrpSpPr>
              <p:cNvPr id="6154" name="Group 46"/>
              <p:cNvGrpSpPr/>
              <p:nvPr>
                <p:custDataLst>
                  <p:tags r:id="rId19"/>
                </p:custDataLst>
              </p:nvPr>
            </p:nvGrpSpPr>
            <p:grpSpPr>
              <a:xfrm>
                <a:off x="384" y="192"/>
                <a:ext cx="1872" cy="3052"/>
                <a:chOff x="0" y="0"/>
                <a:chExt cx="1872" cy="3052"/>
              </a:xfrm>
            </p:grpSpPr>
            <p:grpSp>
              <p:nvGrpSpPr>
                <p:cNvPr id="6155" name="Group 47"/>
                <p:cNvGrpSpPr/>
                <p:nvPr>
                  <p:custDataLst>
                    <p:tags r:id="rId30"/>
                  </p:custDataLst>
                </p:nvPr>
              </p:nvGrpSpPr>
              <p:grpSpPr>
                <a:xfrm>
                  <a:off x="0" y="0"/>
                  <a:ext cx="1872" cy="3052"/>
                  <a:chOff x="0" y="0"/>
                  <a:chExt cx="1872" cy="3052"/>
                </a:xfrm>
              </p:grpSpPr>
              <p:sp>
                <p:nvSpPr>
                  <p:cNvPr id="6156" name="Line 48"/>
                  <p:cNvSpPr/>
                  <p:nvPr>
                    <p:custDataLst>
                      <p:tags r:id="rId39"/>
                    </p:custDataLst>
                  </p:nvPr>
                </p:nvSpPr>
                <p:spPr>
                  <a:xfrm flipH="1" flipV="1">
                    <a:off x="0" y="0"/>
                    <a:ext cx="0" cy="3052"/>
                  </a:xfrm>
                  <a:prstGeom prst="line">
                    <a:avLst/>
                  </a:prstGeom>
                  <a:ln w="38100" cap="flat" cmpd="sng">
                    <a:solidFill>
                      <a:schemeClr val="tx1"/>
                    </a:solidFill>
                    <a:prstDash val="solid"/>
                    <a:round/>
                    <a:headEnd type="none" w="med" len="med"/>
                    <a:tailEnd type="triangle" w="med" len="med"/>
                  </a:ln>
                </p:spPr>
                <p:txBody>
                  <a:bodyPr/>
                  <a:lstStyle/>
                  <a:p>
                    <a:endParaRPr/>
                  </a:p>
                </p:txBody>
              </p:sp>
              <p:sp>
                <p:nvSpPr>
                  <p:cNvPr id="6157" name="Line 49"/>
                  <p:cNvSpPr/>
                  <p:nvPr>
                    <p:custDataLst>
                      <p:tags r:id="rId40"/>
                    </p:custDataLst>
                  </p:nvPr>
                </p:nvSpPr>
                <p:spPr>
                  <a:xfrm>
                    <a:off x="0" y="1920"/>
                    <a:ext cx="1872" cy="0"/>
                  </a:xfrm>
                  <a:prstGeom prst="line">
                    <a:avLst/>
                  </a:prstGeom>
                  <a:ln w="38100" cap="flat" cmpd="sng">
                    <a:solidFill>
                      <a:schemeClr val="tx1"/>
                    </a:solidFill>
                    <a:prstDash val="solid"/>
                    <a:round/>
                    <a:headEnd type="none" w="med" len="med"/>
                    <a:tailEnd type="triangle" w="med" len="med"/>
                  </a:ln>
                </p:spPr>
                <p:txBody>
                  <a:bodyPr/>
                  <a:lstStyle/>
                  <a:p>
                    <a:endParaRPr/>
                  </a:p>
                </p:txBody>
              </p:sp>
            </p:grpSp>
            <p:sp>
              <p:nvSpPr>
                <p:cNvPr id="6158" name="Line 50"/>
                <p:cNvSpPr/>
                <p:nvPr>
                  <p:custDataLst>
                    <p:tags r:id="rId31"/>
                  </p:custDataLst>
                </p:nvPr>
              </p:nvSpPr>
              <p:spPr>
                <a:xfrm flipH="1">
                  <a:off x="384" y="1824"/>
                  <a:ext cx="0" cy="96"/>
                </a:xfrm>
                <a:prstGeom prst="line">
                  <a:avLst/>
                </a:prstGeom>
                <a:ln w="9525" cap="flat" cmpd="sng">
                  <a:solidFill>
                    <a:schemeClr val="tx1"/>
                  </a:solidFill>
                  <a:prstDash val="solid"/>
                  <a:round/>
                  <a:headEnd type="none" w="med" len="med"/>
                  <a:tailEnd type="none" w="med" len="med"/>
                </a:ln>
              </p:spPr>
              <p:txBody>
                <a:bodyPr/>
                <a:lstStyle/>
                <a:p>
                  <a:endParaRPr/>
                </a:p>
              </p:txBody>
            </p:sp>
            <p:sp>
              <p:nvSpPr>
                <p:cNvPr id="6159" name="Line 51"/>
                <p:cNvSpPr/>
                <p:nvPr>
                  <p:custDataLst>
                    <p:tags r:id="rId32"/>
                  </p:custDataLst>
                </p:nvPr>
              </p:nvSpPr>
              <p:spPr>
                <a:xfrm flipH="1">
                  <a:off x="768" y="1824"/>
                  <a:ext cx="0" cy="96"/>
                </a:xfrm>
                <a:prstGeom prst="line">
                  <a:avLst/>
                </a:prstGeom>
                <a:ln w="9525" cap="flat" cmpd="sng">
                  <a:solidFill>
                    <a:schemeClr val="tx1"/>
                  </a:solidFill>
                  <a:prstDash val="solid"/>
                  <a:round/>
                  <a:headEnd type="none" w="med" len="med"/>
                  <a:tailEnd type="none" w="med" len="med"/>
                </a:ln>
              </p:spPr>
              <p:txBody>
                <a:bodyPr/>
                <a:lstStyle/>
                <a:p>
                  <a:endParaRPr/>
                </a:p>
              </p:txBody>
            </p:sp>
            <p:sp>
              <p:nvSpPr>
                <p:cNvPr id="6160" name="Line 52"/>
                <p:cNvSpPr/>
                <p:nvPr>
                  <p:custDataLst>
                    <p:tags r:id="rId33"/>
                  </p:custDataLst>
                </p:nvPr>
              </p:nvSpPr>
              <p:spPr>
                <a:xfrm flipH="1">
                  <a:off x="1152" y="1824"/>
                  <a:ext cx="0" cy="96"/>
                </a:xfrm>
                <a:prstGeom prst="line">
                  <a:avLst/>
                </a:prstGeom>
                <a:ln w="9525" cap="flat" cmpd="sng">
                  <a:solidFill>
                    <a:schemeClr val="tx1"/>
                  </a:solidFill>
                  <a:prstDash val="solid"/>
                  <a:round/>
                  <a:headEnd type="none" w="med" len="med"/>
                  <a:tailEnd type="none" w="med" len="med"/>
                </a:ln>
              </p:spPr>
              <p:txBody>
                <a:bodyPr/>
                <a:lstStyle/>
                <a:p>
                  <a:endParaRPr/>
                </a:p>
              </p:txBody>
            </p:sp>
            <p:sp>
              <p:nvSpPr>
                <p:cNvPr id="6161" name="Line 53"/>
                <p:cNvSpPr/>
                <p:nvPr>
                  <p:custDataLst>
                    <p:tags r:id="rId34"/>
                  </p:custDataLst>
                </p:nvPr>
              </p:nvSpPr>
              <p:spPr>
                <a:xfrm flipH="1">
                  <a:off x="1536" y="1824"/>
                  <a:ext cx="0" cy="96"/>
                </a:xfrm>
                <a:prstGeom prst="line">
                  <a:avLst/>
                </a:prstGeom>
                <a:ln w="9525" cap="flat" cmpd="sng">
                  <a:solidFill>
                    <a:srgbClr val="FFFF00"/>
                  </a:solidFill>
                  <a:prstDash val="solid"/>
                  <a:round/>
                  <a:headEnd type="none" w="med" len="med"/>
                  <a:tailEnd type="none" w="med" len="med"/>
                </a:ln>
              </p:spPr>
              <p:txBody>
                <a:bodyPr/>
                <a:lstStyle/>
                <a:p>
                  <a:endParaRPr/>
                </a:p>
              </p:txBody>
            </p:sp>
            <p:sp>
              <p:nvSpPr>
                <p:cNvPr id="6162" name="Line 54"/>
                <p:cNvSpPr/>
                <p:nvPr>
                  <p:custDataLst>
                    <p:tags r:id="rId35"/>
                  </p:custDataLst>
                </p:nvPr>
              </p:nvSpPr>
              <p:spPr>
                <a:xfrm>
                  <a:off x="0" y="1584"/>
                  <a:ext cx="96" cy="0"/>
                </a:xfrm>
                <a:prstGeom prst="line">
                  <a:avLst/>
                </a:prstGeom>
                <a:ln w="9525" cap="flat" cmpd="sng">
                  <a:solidFill>
                    <a:schemeClr val="tx1"/>
                  </a:solidFill>
                  <a:prstDash val="solid"/>
                  <a:round/>
                  <a:headEnd type="none" w="med" len="med"/>
                  <a:tailEnd type="none" w="med" len="med"/>
                </a:ln>
              </p:spPr>
              <p:txBody>
                <a:bodyPr/>
                <a:lstStyle/>
                <a:p>
                  <a:endParaRPr/>
                </a:p>
              </p:txBody>
            </p:sp>
            <p:sp>
              <p:nvSpPr>
                <p:cNvPr id="6163" name="Line 55"/>
                <p:cNvSpPr/>
                <p:nvPr>
                  <p:custDataLst>
                    <p:tags r:id="rId36"/>
                  </p:custDataLst>
                </p:nvPr>
              </p:nvSpPr>
              <p:spPr>
                <a:xfrm>
                  <a:off x="0" y="912"/>
                  <a:ext cx="96" cy="0"/>
                </a:xfrm>
                <a:prstGeom prst="line">
                  <a:avLst/>
                </a:prstGeom>
                <a:ln w="9525" cap="flat" cmpd="sng">
                  <a:solidFill>
                    <a:schemeClr val="tx1"/>
                  </a:solidFill>
                  <a:prstDash val="solid"/>
                  <a:round/>
                  <a:headEnd type="none" w="med" len="med"/>
                  <a:tailEnd type="none" w="med" len="med"/>
                </a:ln>
              </p:spPr>
              <p:txBody>
                <a:bodyPr/>
                <a:lstStyle/>
                <a:p>
                  <a:endParaRPr/>
                </a:p>
              </p:txBody>
            </p:sp>
            <p:sp>
              <p:nvSpPr>
                <p:cNvPr id="6164" name="Line 56"/>
                <p:cNvSpPr/>
                <p:nvPr>
                  <p:custDataLst>
                    <p:tags r:id="rId37"/>
                  </p:custDataLst>
                </p:nvPr>
              </p:nvSpPr>
              <p:spPr>
                <a:xfrm>
                  <a:off x="0" y="1248"/>
                  <a:ext cx="96" cy="0"/>
                </a:xfrm>
                <a:prstGeom prst="line">
                  <a:avLst/>
                </a:prstGeom>
                <a:ln w="9525" cap="flat" cmpd="sng">
                  <a:solidFill>
                    <a:schemeClr val="tx1"/>
                  </a:solidFill>
                  <a:prstDash val="solid"/>
                  <a:round/>
                  <a:headEnd type="none" w="med" len="med"/>
                  <a:tailEnd type="none" w="med" len="med"/>
                </a:ln>
              </p:spPr>
              <p:txBody>
                <a:bodyPr/>
                <a:lstStyle/>
                <a:p>
                  <a:endParaRPr/>
                </a:p>
              </p:txBody>
            </p:sp>
            <p:sp>
              <p:nvSpPr>
                <p:cNvPr id="6165" name="Line 57"/>
                <p:cNvSpPr/>
                <p:nvPr>
                  <p:custDataLst>
                    <p:tags r:id="rId38"/>
                  </p:custDataLst>
                </p:nvPr>
              </p:nvSpPr>
              <p:spPr>
                <a:xfrm>
                  <a:off x="0" y="576"/>
                  <a:ext cx="96" cy="0"/>
                </a:xfrm>
                <a:prstGeom prst="line">
                  <a:avLst/>
                </a:prstGeom>
                <a:ln w="9525" cap="flat" cmpd="sng">
                  <a:solidFill>
                    <a:srgbClr val="FFFF00"/>
                  </a:solidFill>
                  <a:prstDash val="solid"/>
                  <a:round/>
                  <a:headEnd type="none" w="med" len="med"/>
                  <a:tailEnd type="none" w="med" len="med"/>
                </a:ln>
              </p:spPr>
              <p:txBody>
                <a:bodyPr/>
                <a:lstStyle/>
                <a:p>
                  <a:endParaRPr/>
                </a:p>
              </p:txBody>
            </p:sp>
          </p:grpSp>
          <p:sp>
            <p:nvSpPr>
              <p:cNvPr id="6166" name="Text Box 58"/>
              <p:cNvSpPr txBox="1"/>
              <p:nvPr>
                <p:custDataLst>
                  <p:tags r:id="rId20"/>
                </p:custDataLst>
              </p:nvPr>
            </p:nvSpPr>
            <p:spPr>
              <a:xfrm>
                <a:off x="434" y="114"/>
                <a:ext cx="1104" cy="439"/>
              </a:xfrm>
              <a:prstGeom prst="rect">
                <a:avLst/>
              </a:prstGeom>
              <a:noFill/>
              <a:ln w="9525">
                <a:noFill/>
              </a:ln>
            </p:spPr>
            <p:txBody>
              <a:bodyPr wrap="square" anchor="t">
                <a:spAutoFit/>
              </a:bodyPr>
              <a:lstStyle/>
              <a:p>
                <a:pPr>
                  <a:spcBef>
                    <a:spcPct val="50000"/>
                  </a:spcBef>
                </a:pP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v(m/s)</a:t>
                </a:r>
              </a:p>
            </p:txBody>
          </p:sp>
          <p:sp>
            <p:nvSpPr>
              <p:cNvPr id="6167" name="Text Box 59"/>
              <p:cNvSpPr txBox="1"/>
              <p:nvPr>
                <p:custDataLst>
                  <p:tags r:id="rId21"/>
                </p:custDataLst>
              </p:nvPr>
            </p:nvSpPr>
            <p:spPr>
              <a:xfrm>
                <a:off x="128" y="632"/>
                <a:ext cx="233" cy="439"/>
              </a:xfrm>
              <a:prstGeom prst="rect">
                <a:avLst/>
              </a:prstGeom>
              <a:noFill/>
              <a:ln w="9525">
                <a:noFill/>
              </a:ln>
            </p:spPr>
            <p:txBody>
              <a:bodyPr wrap="square"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4</a:t>
                </a:r>
              </a:p>
            </p:txBody>
          </p:sp>
          <p:sp>
            <p:nvSpPr>
              <p:cNvPr id="6168" name="Text Box 60"/>
              <p:cNvSpPr txBox="1"/>
              <p:nvPr>
                <p:custDataLst>
                  <p:tags r:id="rId22"/>
                </p:custDataLst>
              </p:nvPr>
            </p:nvSpPr>
            <p:spPr>
              <a:xfrm>
                <a:off x="128" y="959"/>
                <a:ext cx="192" cy="439"/>
              </a:xfrm>
              <a:prstGeom prst="rect">
                <a:avLst/>
              </a:prstGeom>
              <a:noFill/>
              <a:ln w="9525">
                <a:noFill/>
              </a:ln>
            </p:spPr>
            <p:txBody>
              <a:bodyPr wrap="square"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3</a:t>
                </a:r>
              </a:p>
            </p:txBody>
          </p:sp>
          <p:sp>
            <p:nvSpPr>
              <p:cNvPr id="6169" name="Text Box 61"/>
              <p:cNvSpPr txBox="1"/>
              <p:nvPr>
                <p:custDataLst>
                  <p:tags r:id="rId23"/>
                </p:custDataLst>
              </p:nvPr>
            </p:nvSpPr>
            <p:spPr>
              <a:xfrm>
                <a:off x="118" y="1294"/>
                <a:ext cx="202" cy="439"/>
              </a:xfrm>
              <a:prstGeom prst="rect">
                <a:avLst/>
              </a:prstGeom>
              <a:noFill/>
              <a:ln w="9525">
                <a:noFill/>
              </a:ln>
            </p:spPr>
            <p:txBody>
              <a:bodyPr wrap="square"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2</a:t>
                </a:r>
              </a:p>
            </p:txBody>
          </p:sp>
          <p:sp>
            <p:nvSpPr>
              <p:cNvPr id="6170" name="Text Box 62"/>
              <p:cNvSpPr txBox="1"/>
              <p:nvPr>
                <p:custDataLst>
                  <p:tags r:id="rId24"/>
                </p:custDataLst>
              </p:nvPr>
            </p:nvSpPr>
            <p:spPr>
              <a:xfrm>
                <a:off x="128" y="1633"/>
                <a:ext cx="222" cy="439"/>
              </a:xfrm>
              <a:prstGeom prst="rect">
                <a:avLst/>
              </a:prstGeom>
              <a:noFill/>
              <a:ln w="9525">
                <a:noFill/>
              </a:ln>
            </p:spPr>
            <p:txBody>
              <a:bodyPr wrap="square"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1</a:t>
                </a:r>
              </a:p>
            </p:txBody>
          </p:sp>
          <p:sp>
            <p:nvSpPr>
              <p:cNvPr id="6171" name="Text Box 63"/>
              <p:cNvSpPr txBox="1"/>
              <p:nvPr>
                <p:custDataLst>
                  <p:tags r:id="rId25"/>
                </p:custDataLst>
              </p:nvPr>
            </p:nvSpPr>
            <p:spPr>
              <a:xfrm>
                <a:off x="192" y="2016"/>
                <a:ext cx="384" cy="439"/>
              </a:xfrm>
              <a:prstGeom prst="rect">
                <a:avLst/>
              </a:prstGeom>
              <a:noFill/>
              <a:ln w="9525">
                <a:noFill/>
              </a:ln>
            </p:spPr>
            <p:txBody>
              <a:bodyPr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0</a:t>
                </a:r>
              </a:p>
            </p:txBody>
          </p:sp>
          <p:sp>
            <p:nvSpPr>
              <p:cNvPr id="6172" name="Text Box 64"/>
              <p:cNvSpPr txBox="1"/>
              <p:nvPr>
                <p:custDataLst>
                  <p:tags r:id="rId26"/>
                </p:custDataLst>
              </p:nvPr>
            </p:nvSpPr>
            <p:spPr>
              <a:xfrm>
                <a:off x="672" y="2112"/>
                <a:ext cx="288" cy="439"/>
              </a:xfrm>
              <a:prstGeom prst="rect">
                <a:avLst/>
              </a:prstGeom>
              <a:noFill/>
              <a:ln w="9525">
                <a:noFill/>
              </a:ln>
            </p:spPr>
            <p:txBody>
              <a:bodyPr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5</a:t>
                </a:r>
              </a:p>
            </p:txBody>
          </p:sp>
          <p:sp>
            <p:nvSpPr>
              <p:cNvPr id="6173" name="Text Box 65"/>
              <p:cNvSpPr txBox="1"/>
              <p:nvPr>
                <p:custDataLst>
                  <p:tags r:id="rId27"/>
                </p:custDataLst>
              </p:nvPr>
            </p:nvSpPr>
            <p:spPr>
              <a:xfrm>
                <a:off x="994" y="2124"/>
                <a:ext cx="370" cy="801"/>
              </a:xfrm>
              <a:prstGeom prst="rect">
                <a:avLst/>
              </a:prstGeom>
              <a:noFill/>
              <a:ln w="9525">
                <a:noFill/>
              </a:ln>
            </p:spPr>
            <p:txBody>
              <a:bodyPr wrap="square"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10</a:t>
                </a:r>
              </a:p>
            </p:txBody>
          </p:sp>
          <p:sp>
            <p:nvSpPr>
              <p:cNvPr id="6174" name="Text Box 66"/>
              <p:cNvSpPr txBox="1"/>
              <p:nvPr>
                <p:custDataLst>
                  <p:tags r:id="rId28"/>
                </p:custDataLst>
              </p:nvPr>
            </p:nvSpPr>
            <p:spPr>
              <a:xfrm>
                <a:off x="1392" y="2112"/>
                <a:ext cx="480" cy="439"/>
              </a:xfrm>
              <a:prstGeom prst="rect">
                <a:avLst/>
              </a:prstGeom>
              <a:noFill/>
              <a:ln w="9525">
                <a:noFill/>
              </a:ln>
            </p:spPr>
            <p:txBody>
              <a:bodyPr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15</a:t>
                </a:r>
              </a:p>
            </p:txBody>
          </p:sp>
          <p:sp>
            <p:nvSpPr>
              <p:cNvPr id="6175" name="Text Box 67"/>
              <p:cNvSpPr txBox="1"/>
              <p:nvPr>
                <p:custDataLst>
                  <p:tags r:id="rId29"/>
                </p:custDataLst>
              </p:nvPr>
            </p:nvSpPr>
            <p:spPr>
              <a:xfrm>
                <a:off x="1759" y="2101"/>
                <a:ext cx="405" cy="801"/>
              </a:xfrm>
              <a:prstGeom prst="rect">
                <a:avLst/>
              </a:prstGeom>
              <a:noFill/>
              <a:ln w="9525">
                <a:noFill/>
              </a:ln>
            </p:spPr>
            <p:txBody>
              <a:bodyPr wrap="square" anchor="t">
                <a:spAutoFit/>
              </a:bodyPr>
              <a:lstStyle/>
              <a:p>
                <a:pPr>
                  <a:spcBef>
                    <a:spcPct val="50000"/>
                  </a:spcBef>
                </a:pPr>
                <a:r>
                  <a:rPr lang="en-US" altLang="zh-CN" sz="2800">
                    <a:solidFill>
                      <a:schemeClr val="tx1"/>
                    </a:solidFill>
                    <a:latin typeface="Times New Roman" panose="02020603050405020304" pitchFamily="18" charset="0"/>
                    <a:ea typeface="黑体" panose="02010609060101010101" charset="-122"/>
                    <a:cs typeface="Times New Roman" panose="02020603050405020304" pitchFamily="18" charset="0"/>
                  </a:rPr>
                  <a:t>20</a:t>
                </a:r>
              </a:p>
            </p:txBody>
          </p:sp>
        </p:grpSp>
        <p:sp>
          <p:nvSpPr>
            <p:cNvPr id="6176" name="Text Box 68"/>
            <p:cNvSpPr txBox="1"/>
            <p:nvPr>
              <p:custDataLst>
                <p:tags r:id="rId7"/>
              </p:custDataLst>
            </p:nvPr>
          </p:nvSpPr>
          <p:spPr>
            <a:xfrm>
              <a:off x="12345" y="6359"/>
              <a:ext cx="810" cy="1501"/>
            </a:xfrm>
            <a:prstGeom prst="rect">
              <a:avLst/>
            </a:prstGeom>
            <a:noFill/>
            <a:ln w="9525">
              <a:noFill/>
            </a:ln>
          </p:spPr>
          <p:txBody>
            <a:bodyPr anchor="t">
              <a:spAutoFit/>
            </a:bodyPr>
            <a:lstStyle/>
            <a:p>
              <a:pPr>
                <a:spcBef>
                  <a:spcPct val="50000"/>
                </a:spcBef>
              </a:pPr>
              <a:r>
                <a:rPr lang="en-US" altLang="zh-CN" sz="2800" i="1">
                  <a:solidFill>
                    <a:schemeClr val="tx1"/>
                  </a:solidFill>
                  <a:latin typeface="Times New Roman" panose="02020603050405020304" pitchFamily="18" charset="0"/>
                  <a:ea typeface="黑体" panose="02010609060101010101" charset="-122"/>
                  <a:cs typeface="Times New Roman" panose="02020603050405020304" pitchFamily="18" charset="0"/>
                </a:rPr>
                <a:t>t/s</a:t>
              </a:r>
            </a:p>
          </p:txBody>
        </p:sp>
        <p:sp>
          <p:nvSpPr>
            <p:cNvPr id="6177" name="Line 42"/>
            <p:cNvSpPr/>
            <p:nvPr>
              <p:custDataLst>
                <p:tags r:id="rId8"/>
              </p:custDataLst>
            </p:nvPr>
          </p:nvSpPr>
          <p:spPr>
            <a:xfrm flipV="1">
              <a:off x="9237" y="3472"/>
              <a:ext cx="3330" cy="2878"/>
            </a:xfrm>
            <a:prstGeom prst="line">
              <a:avLst/>
            </a:prstGeom>
            <a:ln w="38100" cap="flat" cmpd="sng">
              <a:solidFill>
                <a:schemeClr val="tx1"/>
              </a:solidFill>
              <a:prstDash val="solid"/>
              <a:round/>
              <a:headEnd type="none" w="med" len="med"/>
              <a:tailEnd type="none" w="med" len="med"/>
            </a:ln>
          </p:spPr>
          <p:txBody>
            <a:bodyPr/>
            <a:lstStyle/>
            <a:p>
              <a:endParaRPr/>
            </a:p>
          </p:txBody>
        </p:sp>
        <p:sp>
          <p:nvSpPr>
            <p:cNvPr id="6178" name="Line 35"/>
            <p:cNvSpPr/>
            <p:nvPr>
              <p:custDataLst>
                <p:tags r:id="rId9"/>
              </p:custDataLst>
            </p:nvPr>
          </p:nvSpPr>
          <p:spPr>
            <a:xfrm flipV="1">
              <a:off x="11363" y="6381"/>
              <a:ext cx="1" cy="1995"/>
            </a:xfrm>
            <a:prstGeom prst="line">
              <a:avLst/>
            </a:prstGeom>
            <a:ln w="9525" cap="rnd" cmpd="sng">
              <a:solidFill>
                <a:schemeClr val="tx1"/>
              </a:solidFill>
              <a:prstDash val="sysDot"/>
              <a:round/>
              <a:headEnd type="none" w="med" len="med"/>
              <a:tailEnd type="none" w="med" len="med"/>
            </a:ln>
          </p:spPr>
          <p:txBody>
            <a:bodyPr/>
            <a:lstStyle/>
            <a:p>
              <a:endParaRPr/>
            </a:p>
          </p:txBody>
        </p:sp>
        <p:sp>
          <p:nvSpPr>
            <p:cNvPr id="6179" name="Line 31"/>
            <p:cNvSpPr/>
            <p:nvPr>
              <p:custDataLst>
                <p:tags r:id="rId10"/>
              </p:custDataLst>
            </p:nvPr>
          </p:nvSpPr>
          <p:spPr>
            <a:xfrm flipH="1" flipV="1">
              <a:off x="10643" y="5120"/>
              <a:ext cx="0" cy="1079"/>
            </a:xfrm>
            <a:prstGeom prst="line">
              <a:avLst/>
            </a:prstGeom>
            <a:ln w="9525" cap="rnd" cmpd="sng">
              <a:solidFill>
                <a:schemeClr val="tx1"/>
              </a:solidFill>
              <a:prstDash val="sysDot"/>
              <a:round/>
              <a:headEnd type="none" w="med" len="med"/>
              <a:tailEnd type="none" w="med" len="med"/>
            </a:ln>
          </p:spPr>
          <p:txBody>
            <a:bodyPr/>
            <a:lstStyle/>
            <a:p>
              <a:endParaRPr/>
            </a:p>
          </p:txBody>
        </p:sp>
        <p:grpSp>
          <p:nvGrpSpPr>
            <p:cNvPr id="6180" name="Group 38"/>
            <p:cNvGrpSpPr/>
            <p:nvPr>
              <p:custDataLst>
                <p:tags r:id="rId11"/>
              </p:custDataLst>
            </p:nvPr>
          </p:nvGrpSpPr>
          <p:grpSpPr>
            <a:xfrm>
              <a:off x="9296" y="3867"/>
              <a:ext cx="2790" cy="2428"/>
              <a:chOff x="0" y="0"/>
              <a:chExt cx="1488" cy="1296"/>
            </a:xfrm>
          </p:grpSpPr>
          <p:sp>
            <p:nvSpPr>
              <p:cNvPr id="6181" name="Line 39"/>
              <p:cNvSpPr/>
              <p:nvPr>
                <p:custDataLst>
                  <p:tags r:id="rId17"/>
                </p:custDataLst>
              </p:nvPr>
            </p:nvSpPr>
            <p:spPr>
              <a:xfrm flipH="1" flipV="1">
                <a:off x="1488" y="0"/>
                <a:ext cx="0" cy="1296"/>
              </a:xfrm>
              <a:prstGeom prst="line">
                <a:avLst/>
              </a:prstGeom>
              <a:ln w="9525" cap="rnd" cmpd="sng">
                <a:solidFill>
                  <a:schemeClr val="tx1"/>
                </a:solidFill>
                <a:prstDash val="sysDot"/>
                <a:round/>
                <a:headEnd type="none" w="med" len="med"/>
                <a:tailEnd type="none" w="med" len="med"/>
              </a:ln>
            </p:spPr>
            <p:txBody>
              <a:bodyPr/>
              <a:lstStyle/>
              <a:p>
                <a:endParaRPr/>
              </a:p>
            </p:txBody>
          </p:sp>
          <p:sp>
            <p:nvSpPr>
              <p:cNvPr id="6182" name="Line 40"/>
              <p:cNvSpPr/>
              <p:nvPr>
                <p:custDataLst>
                  <p:tags r:id="rId18"/>
                </p:custDataLst>
              </p:nvPr>
            </p:nvSpPr>
            <p:spPr>
              <a:xfrm>
                <a:off x="0" y="0"/>
                <a:ext cx="1488" cy="0"/>
              </a:xfrm>
              <a:prstGeom prst="line">
                <a:avLst/>
              </a:prstGeom>
              <a:ln w="9525" cap="rnd" cmpd="sng">
                <a:solidFill>
                  <a:schemeClr val="tx1"/>
                </a:solidFill>
                <a:prstDash val="sysDot"/>
                <a:round/>
                <a:headEnd type="none" w="med" len="med"/>
                <a:tailEnd type="none" w="med" len="med"/>
              </a:ln>
            </p:spPr>
            <p:txBody>
              <a:bodyPr/>
              <a:lstStyle/>
              <a:p>
                <a:endParaRPr/>
              </a:p>
            </p:txBody>
          </p:sp>
        </p:grpSp>
        <p:grpSp>
          <p:nvGrpSpPr>
            <p:cNvPr id="6183" name="Group 48"/>
            <p:cNvGrpSpPr/>
            <p:nvPr>
              <p:custDataLst>
                <p:tags r:id="rId12"/>
              </p:custDataLst>
            </p:nvPr>
          </p:nvGrpSpPr>
          <p:grpSpPr>
            <a:xfrm>
              <a:off x="9161" y="3363"/>
              <a:ext cx="2897" cy="3019"/>
              <a:chOff x="-105" y="-308"/>
              <a:chExt cx="3865" cy="4029"/>
            </a:xfrm>
          </p:grpSpPr>
          <p:sp>
            <p:nvSpPr>
              <p:cNvPr id="6184" name="Line 49"/>
              <p:cNvSpPr/>
              <p:nvPr>
                <p:custDataLst>
                  <p:tags r:id="rId15"/>
                </p:custDataLst>
              </p:nvPr>
            </p:nvSpPr>
            <p:spPr>
              <a:xfrm>
                <a:off x="0" y="351"/>
                <a:ext cx="3760" cy="3370"/>
              </a:xfrm>
              <a:prstGeom prst="line">
                <a:avLst/>
              </a:prstGeom>
              <a:ln w="44450" cap="flat" cmpd="sng">
                <a:solidFill>
                  <a:schemeClr val="tx1"/>
                </a:solidFill>
                <a:prstDash val="solid"/>
                <a:round/>
                <a:headEnd type="none" w="med" len="med"/>
                <a:tailEnd type="none" w="med" len="med"/>
              </a:ln>
            </p:spPr>
            <p:txBody>
              <a:bodyPr/>
              <a:lstStyle/>
              <a:p>
                <a:endParaRPr/>
              </a:p>
            </p:txBody>
          </p:sp>
          <p:sp>
            <p:nvSpPr>
              <p:cNvPr id="6185" name="Text Box 50"/>
              <p:cNvSpPr txBox="1"/>
              <p:nvPr>
                <p:custDataLst>
                  <p:tags r:id="rId16"/>
                </p:custDataLst>
              </p:nvPr>
            </p:nvSpPr>
            <p:spPr>
              <a:xfrm>
                <a:off x="-105" y="-308"/>
                <a:ext cx="1015" cy="1052"/>
              </a:xfrm>
              <a:prstGeom prst="rect">
                <a:avLst/>
              </a:prstGeom>
              <a:noFill/>
              <a:ln w="9525">
                <a:noFill/>
              </a:ln>
            </p:spPr>
            <p:txBody>
              <a:bodyPr lIns="67627" tIns="35242" rIns="67627" bIns="35242" anchor="t">
                <a:spAutoFit/>
              </a:bodyPr>
              <a:lstStyle/>
              <a:p>
                <a:r>
                  <a:rPr lang="zh-CN" altLang="en-US" sz="2800">
                    <a:solidFill>
                      <a:schemeClr val="bg1"/>
                    </a:solidFill>
                    <a:latin typeface="Times New Roman" panose="02020603050405020304" pitchFamily="18" charset="0"/>
                    <a:ea typeface="黑体" panose="02010609060101010101" charset="-122"/>
                    <a:cs typeface="Times New Roman" panose="02020603050405020304" pitchFamily="18" charset="0"/>
                  </a:rPr>
                  <a:t>B</a:t>
                </a:r>
              </a:p>
            </p:txBody>
          </p:sp>
        </p:grpSp>
        <p:sp>
          <p:nvSpPr>
            <p:cNvPr id="6187" name="Line 49"/>
            <p:cNvSpPr/>
            <p:nvPr>
              <p:custDataLst>
                <p:tags r:id="rId13"/>
              </p:custDataLst>
            </p:nvPr>
          </p:nvSpPr>
          <p:spPr>
            <a:xfrm>
              <a:off x="9233" y="6383"/>
              <a:ext cx="2129" cy="1995"/>
            </a:xfrm>
            <a:prstGeom prst="line">
              <a:avLst/>
            </a:prstGeom>
            <a:ln w="44450" cap="flat" cmpd="sng">
              <a:solidFill>
                <a:srgbClr val="00B0F0"/>
              </a:solidFill>
              <a:prstDash val="solid"/>
              <a:round/>
              <a:headEnd type="none" w="med" len="med"/>
              <a:tailEnd type="none" w="med" len="med"/>
            </a:ln>
          </p:spPr>
          <p:txBody>
            <a:bodyPr/>
            <a:lstStyle/>
            <a:p>
              <a:endParaRPr/>
            </a:p>
          </p:txBody>
        </p:sp>
        <p:sp>
          <p:nvSpPr>
            <p:cNvPr id="6188" name="文本框 5"/>
            <p:cNvSpPr txBox="1"/>
            <p:nvPr>
              <p:custDataLst>
                <p:tags r:id="rId14"/>
              </p:custDataLst>
            </p:nvPr>
          </p:nvSpPr>
          <p:spPr>
            <a:xfrm>
              <a:off x="11507" y="8147"/>
              <a:ext cx="504" cy="822"/>
            </a:xfrm>
            <a:prstGeom prst="rect">
              <a:avLst/>
            </a:prstGeom>
            <a:noFill/>
            <a:ln w="9525">
              <a:noFill/>
            </a:ln>
          </p:spPr>
          <p:txBody>
            <a:bodyPr wrap="square" anchor="t">
              <a:spAutoFit/>
            </a:bodyPr>
            <a:lstStyle/>
            <a:p>
              <a:r>
                <a:rPr lang="en-US" altLang="zh-CN" sz="2800">
                  <a:solidFill>
                    <a:srgbClr val="00B0F0"/>
                  </a:solidFill>
                  <a:latin typeface="Times New Roman" panose="02020603050405020304" pitchFamily="18" charset="0"/>
                  <a:ea typeface="黑体" panose="02010609060101010101" charset="-122"/>
                  <a:cs typeface="Times New Roman" panose="02020603050405020304" pitchFamily="18" charset="0"/>
                </a:rPr>
                <a:t>C</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linds(horizontal)">
                                      <p:cBhvr>
                                        <p:cTn id="7" dur="500"/>
                                        <p:tgtEl>
                                          <p:spTgt spid="512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p:sp>
        <p:nvSpPr>
          <p:cNvPr id="15" name="矩形 14"/>
          <p:cNvSpPr/>
          <p:nvPr>
            <p:custDataLst>
              <p:tags r:id="rId2"/>
            </p:custDataLst>
          </p:nvPr>
        </p:nvSpPr>
        <p:spPr>
          <a:xfrm>
            <a:off x="389206" y="872803"/>
            <a:ext cx="11412000" cy="3998595"/>
          </a:xfrm>
          <a:prstGeom prst="rect">
            <a:avLst/>
          </a:prstGeom>
        </p:spPr>
        <p:txBody>
          <a:bodyPr wrap="square" lIns="121898" tIns="60948" rIns="121898" bIns="60948">
            <a:spAutoFit/>
          </a:bodyPr>
          <a:lstStyle/>
          <a:p>
            <a:pPr>
              <a:lnSpc>
                <a:spcPct val="150000"/>
              </a:lnSpc>
              <a:spcAft>
                <a:spcPct val="0"/>
              </a:spcAft>
              <a:tabLst>
                <a:tab pos="2250440" algn="l"/>
              </a:tabLst>
            </a:pPr>
            <a:r>
              <a:rPr lang="zh-CN" altLang="zh-CN"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【例</a:t>
            </a:r>
            <a:r>
              <a:rPr lang="en-US" altLang="zh-CN"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7</a:t>
            </a:r>
            <a:r>
              <a:rPr lang="zh-CN" altLang="en-US" sz="280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多选</a:t>
            </a:r>
            <a:r>
              <a:rPr lang="en-US" altLang="zh-CN" sz="2800">
                <a:latin typeface="Times New Roman" panose="02020603050405020304" pitchFamily="18" charset="0"/>
                <a:ea typeface="黑体" panose="02010609060101010101" charset="-122"/>
                <a:cs typeface="Times New Roman" panose="02020603050405020304" pitchFamily="18" charset="0"/>
              </a:rPr>
              <a:t>)(2024·</a:t>
            </a:r>
            <a:r>
              <a:rPr lang="zh-CN" altLang="zh-CN" sz="2800">
                <a:latin typeface="Times New Roman" panose="02020603050405020304" pitchFamily="18" charset="0"/>
                <a:ea typeface="黑体" panose="02010609060101010101" charset="-122"/>
                <a:cs typeface="Times New Roman" panose="02020603050405020304" pitchFamily="18" charset="0"/>
              </a:rPr>
              <a:t>重庆市沙坪坝区高一月考</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某一物体沿直线运动</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其</a:t>
            </a:r>
            <a:r>
              <a:rPr lang="en-US" altLang="zh-CN" sz="2800" i="1">
                <a:latin typeface="Times New Roman" panose="02020603050405020304" pitchFamily="18" charset="0"/>
                <a:ea typeface="黑体" panose="02010609060101010101" charset="-122"/>
                <a:cs typeface="Times New Roman" panose="02020603050405020304" pitchFamily="18" charset="0"/>
              </a:rPr>
              <a:t>v-t</a:t>
            </a:r>
            <a:r>
              <a:rPr lang="zh-CN" altLang="zh-CN" sz="2800">
                <a:latin typeface="Times New Roman" panose="02020603050405020304" pitchFamily="18" charset="0"/>
                <a:ea typeface="黑体" panose="02010609060101010101" charset="-122"/>
                <a:cs typeface="Times New Roman" panose="02020603050405020304" pitchFamily="18" charset="0"/>
              </a:rPr>
              <a:t>图像如图所示</a:t>
            </a:r>
            <a:r>
              <a:rPr lang="en-US" altLang="zh-CN" sz="2800">
                <a:latin typeface="Times New Roman" panose="02020603050405020304" pitchFamily="18" charset="0"/>
                <a:ea typeface="黑体" panose="02010609060101010101" charset="-122"/>
                <a:cs typeface="Times New Roman" panose="02020603050405020304" pitchFamily="18" charset="0"/>
              </a:rPr>
              <a:t>,</a:t>
            </a:r>
            <a:r>
              <a:rPr lang="zh-CN" altLang="zh-CN" sz="2800">
                <a:latin typeface="Times New Roman" panose="02020603050405020304" pitchFamily="18" charset="0"/>
                <a:ea typeface="黑体" panose="02010609060101010101" charset="-122"/>
                <a:cs typeface="Times New Roman" panose="02020603050405020304" pitchFamily="18" charset="0"/>
              </a:rPr>
              <a:t>下列描述正确的是</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A.</a:t>
            </a:r>
            <a:r>
              <a:rPr lang="zh-CN" altLang="zh-CN" sz="2800">
                <a:latin typeface="Times New Roman" panose="02020603050405020304" pitchFamily="18" charset="0"/>
                <a:ea typeface="黑体" panose="02010609060101010101" charset="-122"/>
                <a:cs typeface="Times New Roman" panose="02020603050405020304" pitchFamily="18" charset="0"/>
              </a:rPr>
              <a:t>第</a:t>
            </a:r>
            <a:r>
              <a:rPr lang="en-US" altLang="zh-CN" sz="2800">
                <a:latin typeface="Times New Roman" panose="02020603050405020304" pitchFamily="18" charset="0"/>
                <a:ea typeface="黑体" panose="02010609060101010101" charset="-122"/>
                <a:cs typeface="Times New Roman" panose="02020603050405020304" pitchFamily="18" charset="0"/>
              </a:rPr>
              <a:t>1 s</a:t>
            </a:r>
            <a:r>
              <a:rPr lang="zh-CN" altLang="zh-CN" sz="2800">
                <a:latin typeface="Times New Roman" panose="02020603050405020304" pitchFamily="18" charset="0"/>
                <a:ea typeface="黑体" panose="02010609060101010101" charset="-122"/>
                <a:cs typeface="Times New Roman" panose="02020603050405020304" pitchFamily="18" charset="0"/>
              </a:rPr>
              <a:t>内和第</a:t>
            </a:r>
            <a:r>
              <a:rPr lang="en-US" altLang="zh-CN" sz="2800">
                <a:latin typeface="Times New Roman" panose="02020603050405020304" pitchFamily="18" charset="0"/>
                <a:ea typeface="黑体" panose="02010609060101010101" charset="-122"/>
                <a:cs typeface="Times New Roman" panose="02020603050405020304" pitchFamily="18" charset="0"/>
              </a:rPr>
              <a:t>2 s</a:t>
            </a:r>
            <a:r>
              <a:rPr lang="zh-CN" altLang="zh-CN" sz="2800">
                <a:latin typeface="Times New Roman" panose="02020603050405020304" pitchFamily="18" charset="0"/>
                <a:ea typeface="黑体" panose="02010609060101010101" charset="-122"/>
                <a:cs typeface="Times New Roman" panose="02020603050405020304" pitchFamily="18" charset="0"/>
              </a:rPr>
              <a:t>内物体的速度方向相同</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B.</a:t>
            </a:r>
            <a:r>
              <a:rPr lang="zh-CN" altLang="zh-CN" sz="2800">
                <a:latin typeface="Times New Roman" panose="02020603050405020304" pitchFamily="18" charset="0"/>
                <a:ea typeface="黑体" panose="02010609060101010101" charset="-122"/>
                <a:cs typeface="Times New Roman" panose="02020603050405020304" pitchFamily="18" charset="0"/>
              </a:rPr>
              <a:t>第</a:t>
            </a:r>
            <a:r>
              <a:rPr lang="en-US" altLang="zh-CN" sz="2800">
                <a:latin typeface="Times New Roman" panose="02020603050405020304" pitchFamily="18" charset="0"/>
                <a:ea typeface="黑体" panose="02010609060101010101" charset="-122"/>
                <a:cs typeface="Times New Roman" panose="02020603050405020304" pitchFamily="18" charset="0"/>
              </a:rPr>
              <a:t>1 s</a:t>
            </a:r>
            <a:r>
              <a:rPr lang="zh-CN" altLang="zh-CN" sz="2800">
                <a:latin typeface="Times New Roman" panose="02020603050405020304" pitchFamily="18" charset="0"/>
                <a:ea typeface="黑体" panose="02010609060101010101" charset="-122"/>
                <a:cs typeface="Times New Roman" panose="02020603050405020304" pitchFamily="18" charset="0"/>
              </a:rPr>
              <a:t>内和第</a:t>
            </a:r>
            <a:r>
              <a:rPr lang="en-US" altLang="zh-CN" sz="2800">
                <a:latin typeface="Times New Roman" panose="02020603050405020304" pitchFamily="18" charset="0"/>
                <a:ea typeface="黑体" panose="02010609060101010101" charset="-122"/>
                <a:cs typeface="Times New Roman" panose="02020603050405020304" pitchFamily="18" charset="0"/>
              </a:rPr>
              <a:t>2 s</a:t>
            </a:r>
            <a:r>
              <a:rPr lang="zh-CN" altLang="zh-CN" sz="2800">
                <a:latin typeface="Times New Roman" panose="02020603050405020304" pitchFamily="18" charset="0"/>
                <a:ea typeface="黑体" panose="02010609060101010101" charset="-122"/>
                <a:cs typeface="Times New Roman" panose="02020603050405020304" pitchFamily="18" charset="0"/>
              </a:rPr>
              <a:t>内物体的加速度方向相反</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C.</a:t>
            </a:r>
            <a:r>
              <a:rPr lang="zh-CN" altLang="zh-CN" sz="2800">
                <a:latin typeface="Times New Roman" panose="02020603050405020304" pitchFamily="18" charset="0"/>
                <a:ea typeface="黑体" panose="02010609060101010101" charset="-122"/>
                <a:cs typeface="Times New Roman" panose="02020603050405020304" pitchFamily="18" charset="0"/>
              </a:rPr>
              <a:t>第</a:t>
            </a:r>
            <a:r>
              <a:rPr lang="en-US" altLang="zh-CN" sz="2800">
                <a:latin typeface="Times New Roman" panose="02020603050405020304" pitchFamily="18" charset="0"/>
                <a:ea typeface="黑体" panose="02010609060101010101" charset="-122"/>
                <a:cs typeface="Times New Roman" panose="02020603050405020304" pitchFamily="18" charset="0"/>
              </a:rPr>
              <a:t>3 s</a:t>
            </a:r>
            <a:r>
              <a:rPr lang="zh-CN" altLang="zh-CN" sz="2800">
                <a:latin typeface="Times New Roman" panose="02020603050405020304" pitchFamily="18" charset="0"/>
                <a:ea typeface="黑体" panose="02010609060101010101" charset="-122"/>
                <a:cs typeface="Times New Roman" panose="02020603050405020304" pitchFamily="18" charset="0"/>
              </a:rPr>
              <a:t>内物体做加速运动</a:t>
            </a:r>
            <a:endParaRPr lang="zh-CN" altLang="zh-CN" sz="3200">
              <a:latin typeface="Times New Roman" panose="02020603050405020304" pitchFamily="18" charset="0"/>
              <a:ea typeface="黑体" panose="02010609060101010101" charset="-122"/>
              <a:cs typeface="Times New Roman" panose="02020603050405020304" pitchFamily="18" charset="0"/>
            </a:endParaRPr>
          </a:p>
          <a:p>
            <a:pPr>
              <a:lnSpc>
                <a:spcPct val="150000"/>
              </a:lnSpc>
              <a:spcAft>
                <a:spcPct val="0"/>
              </a:spcAft>
              <a:tabLst>
                <a:tab pos="2250440" algn="l"/>
              </a:tabLst>
            </a:pPr>
            <a:r>
              <a:rPr lang="en-US" altLang="zh-CN" sz="2800">
                <a:latin typeface="Times New Roman" panose="02020603050405020304" pitchFamily="18" charset="0"/>
                <a:ea typeface="黑体" panose="02010609060101010101" charset="-122"/>
                <a:cs typeface="Times New Roman" panose="02020603050405020304" pitchFamily="18" charset="0"/>
              </a:rPr>
              <a:t>D.</a:t>
            </a:r>
            <a:r>
              <a:rPr lang="zh-CN" altLang="zh-CN" sz="2800">
                <a:latin typeface="Times New Roman" panose="02020603050405020304" pitchFamily="18" charset="0"/>
                <a:ea typeface="黑体" panose="02010609060101010101" charset="-122"/>
                <a:cs typeface="Times New Roman" panose="02020603050405020304" pitchFamily="18" charset="0"/>
              </a:rPr>
              <a:t>第</a:t>
            </a:r>
            <a:r>
              <a:rPr lang="en-US" altLang="zh-CN" sz="2800">
                <a:latin typeface="Times New Roman" panose="02020603050405020304" pitchFamily="18" charset="0"/>
                <a:ea typeface="黑体" panose="02010609060101010101" charset="-122"/>
                <a:cs typeface="Times New Roman" panose="02020603050405020304" pitchFamily="18" charset="0"/>
              </a:rPr>
              <a:t>2 s</a:t>
            </a:r>
            <a:r>
              <a:rPr lang="zh-CN" altLang="zh-CN" sz="2800">
                <a:latin typeface="Times New Roman" panose="02020603050405020304" pitchFamily="18" charset="0"/>
                <a:ea typeface="黑体" panose="02010609060101010101" charset="-122"/>
                <a:cs typeface="Times New Roman" panose="02020603050405020304" pitchFamily="18" charset="0"/>
              </a:rPr>
              <a:t>末物体的加速度为零</a:t>
            </a:r>
            <a:endParaRPr lang="zh-CN" altLang="zh-CN" sz="3200">
              <a:effectLst/>
              <a:latin typeface="Times New Roman" panose="02020603050405020304" pitchFamily="18" charset="0"/>
              <a:ea typeface="黑体" panose="02010609060101010101" charset="-122"/>
              <a:cs typeface="Times New Roman" panose="02020603050405020304" pitchFamily="18" charset="0"/>
            </a:endParaRPr>
          </a:p>
        </p:txBody>
      </p:sp>
      <p:pic>
        <p:nvPicPr>
          <p:cNvPr id="17" name="image328.jpeg"/>
          <p:cNvPicPr/>
          <p:nvPr>
            <p:custDataLst>
              <p:tags r:id="rId3"/>
            </p:custDataLst>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6949380" y="4359384"/>
            <a:ext cx="3521387" cy="183968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3"/>
          <p:cNvSpPr/>
          <p:nvPr>
            <p:custDataLst>
              <p:tags r:id="rId1"/>
            </p:custDataLst>
          </p:nvPr>
        </p:nvSpPr>
        <p:spPr>
          <a:xfrm>
            <a:off x="0" y="-9525"/>
            <a:ext cx="4783455" cy="718185"/>
          </a:xfrm>
          <a:prstGeom prst="roundRect">
            <a:avLst>
              <a:gd name="adj" fmla="val 0"/>
            </a:avLst>
          </a:prstGeom>
          <a:solidFill>
            <a:srgbClr val="D2EEF2"/>
          </a:solidFill>
          <a:ln w="12700" cap="flat" cmpd="sng" algn="ctr">
            <a:solidFill>
              <a:schemeClr val="accent4">
                <a:lumMod val="75000"/>
              </a:schemeClr>
            </a:solidFill>
            <a:prstDash val="solid"/>
            <a:miter lim="800000"/>
          </a:ln>
          <a:effectLst/>
        </p:spPr>
        <p:txBody>
          <a:bodyPr rtlCol="0" anchor="ctr"/>
          <a:lstStyle/>
          <a:p>
            <a:pPr marL="0" marR="0" lvl="0" indent="0" algn="ctr" defTabSz="914400" eaLnBrk="1" fontAlgn="auto" latinLnBrk="0" hangingPunct="1">
              <a:lnSpc>
                <a:spcPts val="3500"/>
              </a:lnSpc>
              <a:spcBef>
                <a:spcPct val="0"/>
              </a:spcBef>
              <a:spcAft>
                <a:spcPct val="0"/>
              </a:spcAft>
              <a:buClrTx/>
              <a:buSzTx/>
              <a:buFontTx/>
              <a:buNone/>
              <a:defRPr/>
            </a:pP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三、从</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v</a:t>
            </a:r>
            <a:r>
              <a:rPr kumimoji="0" lang="en-US" altLang="zh-CN"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a:t>
            </a:r>
            <a:r>
              <a:rPr kumimoji="0" lang="en-US" altLang="zh-CN" sz="2800" b="1" i="1"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t</a:t>
            </a:r>
            <a:r>
              <a:rPr kumimoji="0" lang="zh-CN" altLang="en-US" sz="2800" b="1" i="0" u="none" strike="noStrike" kern="0" cap="none" spc="0" normalizeH="0" baseline="0" noProof="0">
                <a:ln>
                  <a:noFill/>
                </a:ln>
                <a:solidFill>
                  <a:schemeClr val="accent4">
                    <a:lumMod val="50000"/>
                  </a:schemeClr>
                </a:solidFill>
                <a:uLnTx/>
                <a:uFillTx/>
                <a:latin typeface="Times New Roman" panose="02020603050405020304" pitchFamily="18" charset="0"/>
                <a:ea typeface="微软雅黑" panose="020B0503020204020204" pitchFamily="34" charset="-122"/>
                <a:cs typeface="Times New Roman" panose="02020603050405020304" pitchFamily="18" charset="0"/>
                <a:sym typeface="思源黑体" panose="020B0500000000000000" pitchFamily="34" charset="-122"/>
              </a:rPr>
              <a:t>图像看加速度</a:t>
            </a:r>
          </a:p>
        </p:txBody>
      </p:sp>
      <p:sp>
        <p:nvSpPr>
          <p:cNvPr id="5" name="矩形 4"/>
          <p:cNvSpPr/>
          <p:nvPr>
            <p:custDataLst>
              <p:tags r:id="rId2"/>
            </p:custDataLst>
          </p:nvPr>
        </p:nvSpPr>
        <p:spPr>
          <a:xfrm>
            <a:off x="0" y="861695"/>
            <a:ext cx="12192000" cy="4849495"/>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indent="0" fontAlgn="auto">
              <a:lnSpc>
                <a:spcPct val="125000"/>
              </a:lnSpc>
              <a:spcAft>
                <a:spcPct val="0"/>
              </a:spcAft>
              <a:tabLst>
                <a:tab pos="2250440" algn="l"/>
              </a:tabLst>
            </a:pPr>
            <a:endPar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endParaRPr>
          </a:p>
          <a:p>
            <a:pPr>
              <a:lnSpc>
                <a:spcPct val="150000"/>
              </a:lnSpc>
              <a:spcAft>
                <a:spcPct val="0"/>
              </a:spcAft>
              <a:tabLst>
                <a:tab pos="2250440" algn="l"/>
              </a:tabLst>
            </a:pPr>
            <a:r>
              <a:rPr lang="en-US" altLang="zh-CN" sz="2600">
                <a:solidFill>
                  <a:srgbClr val="FFFF00"/>
                </a:solidFill>
                <a:latin typeface="Times New Roman" panose="02020603050405020304" pitchFamily="18" charset="0"/>
                <a:ea typeface="黑体" panose="02010609060101010101" charset="-122"/>
                <a:cs typeface="Times New Roman" panose="02020603050405020304" pitchFamily="18" charset="0"/>
                <a:sym typeface="+mn-ea"/>
              </a:rPr>
              <a:t>【解析】</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第</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1</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内和第</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内物体的速度均为正值</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则方向相同</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选项</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正确</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endPar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endParaRPr>
          </a:p>
          <a:p>
            <a:pPr>
              <a:lnSpc>
                <a:spcPct val="150000"/>
              </a:lnSpc>
              <a:spcAft>
                <a:spcPct val="0"/>
              </a:spcAft>
              <a:tabLst>
                <a:tab pos="2250440" algn="l"/>
              </a:tabLst>
            </a:pP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因为</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v-t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图像的斜率表示加速度</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可知第</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1</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内和第</a:t>
            </a:r>
            <a:endPar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endParaRPr>
          </a:p>
          <a:p>
            <a:pPr>
              <a:lnSpc>
                <a:spcPct val="150000"/>
              </a:lnSpc>
              <a:spcAft>
                <a:spcPct val="0"/>
              </a:spcAft>
              <a:tabLst>
                <a:tab pos="2250440" algn="l"/>
              </a:tabLst>
            </a:pP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内物体的加速度方向相反</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选项</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B</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正确</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endPar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endParaRPr>
          </a:p>
          <a:p>
            <a:pPr>
              <a:lnSpc>
                <a:spcPct val="150000"/>
              </a:lnSpc>
              <a:spcAft>
                <a:spcPct val="0"/>
              </a:spcAft>
              <a:tabLst>
                <a:tab pos="2250440" algn="l"/>
              </a:tabLst>
            </a:pP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第</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3</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内物体向负方向做加速运动</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选项</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C</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正确</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endPar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endParaRPr>
          </a:p>
          <a:p>
            <a:pPr>
              <a:lnSpc>
                <a:spcPct val="150000"/>
              </a:lnSpc>
              <a:spcAft>
                <a:spcPct val="0"/>
              </a:spcAft>
              <a:tabLst>
                <a:tab pos="2250440" algn="l"/>
              </a:tabLst>
            </a:pP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在</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1</a:t>
            </a:r>
            <a:r>
              <a:rPr lang="en-US" altLang="zh-CN" sz="2600" i="1">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3</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内直线的斜率没变</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则加速度不变</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即第</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2</a:t>
            </a:r>
            <a:r>
              <a:rPr lang="en-US"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 </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s</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末物体的加速度不为零</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选项</a:t>
            </a:r>
            <a:r>
              <a:rPr lang="en-US" altLang="zh-CN" sz="2600">
                <a:solidFill>
                  <a:schemeClr val="bg1"/>
                </a:solidFill>
                <a:latin typeface="Times New Roman" panose="02020603050405020304" pitchFamily="18" charset="0"/>
                <a:ea typeface="方正中等线简体" panose="03000509000000000000" pitchFamily="65" charset="-122"/>
                <a:cs typeface="Times New Roman" panose="02020603050405020304" pitchFamily="18" charset="0"/>
                <a:sym typeface="+mn-ea"/>
              </a:rPr>
              <a:t>D</a:t>
            </a:r>
            <a:r>
              <a:rPr lang="zh-CN" altLang="zh-CN" sz="2600">
                <a:solidFill>
                  <a:schemeClr val="bg1"/>
                </a:solidFill>
                <a:latin typeface="Times New Roman" panose="02020603050405020304" pitchFamily="18" charset="0"/>
                <a:ea typeface="方正楷体_GBK" panose="03000509000000000000" pitchFamily="65" charset="-122"/>
                <a:cs typeface="Times New Roman" panose="02020603050405020304" pitchFamily="18" charset="0"/>
                <a:sym typeface="+mn-ea"/>
              </a:rPr>
              <a:t>错误。</a:t>
            </a:r>
            <a:endParaRPr lang="zh-CN" altLang="zh-CN" sz="2600">
              <a:solidFill>
                <a:schemeClr val="bg1"/>
              </a:solidFill>
              <a:effectLst/>
              <a:latin typeface="Calibri"/>
              <a:ea typeface="宋体" panose="02010600030101010101" pitchFamily="2" charset="-122"/>
              <a:cs typeface="Times New Roman" panose="02020603050405020304" pitchFamily="18" charset="0"/>
            </a:endParaRPr>
          </a:p>
          <a:p>
            <a:pPr>
              <a:lnSpc>
                <a:spcPct val="150000"/>
              </a:lnSpc>
              <a:spcAft>
                <a:spcPct val="0"/>
              </a:spcAft>
              <a:tabLst>
                <a:tab pos="2250440" algn="l"/>
              </a:tabLst>
            </a:pPr>
            <a:r>
              <a:rPr lang="zh-CN" altLang="en-US"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故选</a:t>
            </a:r>
            <a:r>
              <a:rPr lang="en-US" altLang="zh-CN" sz="2600">
                <a:solidFill>
                  <a:srgbClr val="FFFF00"/>
                </a:solidFill>
                <a:latin typeface="Times New Roman" panose="02020603050405020304" pitchFamily="18" charset="0"/>
                <a:ea typeface="方正楷体_GBK" panose="03000509000000000000" pitchFamily="65" charset="-122"/>
                <a:cs typeface="Times New Roman" panose="02020603050405020304" pitchFamily="18" charset="0"/>
                <a:sym typeface="+mn-ea"/>
              </a:rPr>
              <a:t>ABC.</a:t>
            </a:r>
          </a:p>
        </p:txBody>
      </p:sp>
      <p:pic>
        <p:nvPicPr>
          <p:cNvPr id="26" name="image328.jpeg"/>
          <p:cNvPicPr/>
          <p:nvPr>
            <p:custDataLst>
              <p:tags r:id="rId3"/>
            </p:custDataLst>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bwMode="auto">
          <a:xfrm>
            <a:off x="8156358" y="2017573"/>
            <a:ext cx="3521387" cy="18396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blinds(horizontal)">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80" y="-4024"/>
            <a:ext cx="3585803" cy="719218"/>
          </a:xfrm>
          <a:prstGeom prst="roundRect">
            <a:avLst>
              <a:gd name="adj" fmla="val 0"/>
            </a:avLst>
          </a:prstGeom>
          <a:solidFill>
            <a:srgbClr val="23598A"/>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四、课堂总结（</a:t>
            </a:r>
            <a:r>
              <a:rPr kumimoji="0" lang="en-US" altLang="zh-CN"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1</a:t>
            </a:r>
            <a:r>
              <a:rPr kumimoji="0" lang="zh-CN" altLang="en-US"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a:t>
            </a:r>
            <a:r>
              <a:rPr kumimoji="0" lang="en-US" altLang="zh-CN"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  </a:t>
            </a:r>
            <a:endParaRPr kumimoji="0" lang="zh-CN" altLang="en-US"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endParaRPr>
          </a:p>
        </p:txBody>
      </p:sp>
      <p:sp>
        <p:nvSpPr>
          <p:cNvPr id="27" name="MMConnector"/>
          <p:cNvSpPr/>
          <p:nvPr>
            <p:custDataLst>
              <p:tags r:id="rId2"/>
            </p:custDataLst>
          </p:nvPr>
        </p:nvSpPr>
        <p:spPr>
          <a:xfrm>
            <a:off x="1929659" y="2546624"/>
            <a:ext cx="555321" cy="2196000"/>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575"/>
          </a:solidFill>
          <a:ln w="5800" cap="rnd">
            <a:solidFill>
              <a:srgbClr val="FF7E7E"/>
            </a:solidFill>
            <a:round/>
          </a:ln>
        </p:spPr>
        <p:txBody>
          <a:bodyPr/>
          <a:lstStyle/>
          <a:p>
            <a:endParaRPr/>
          </a:p>
        </p:txBody>
      </p:sp>
      <p:sp>
        <p:nvSpPr>
          <p:cNvPr id="3" name="文本框 2"/>
          <p:cNvSpPr txBox="1"/>
          <p:nvPr>
            <p:custDataLst>
              <p:tags r:id="rId3"/>
            </p:custDataLst>
          </p:nvPr>
        </p:nvSpPr>
        <p:spPr>
          <a:xfrm>
            <a:off x="2766597" y="1222527"/>
            <a:ext cx="1800200" cy="460375"/>
          </a:xfrm>
          <a:prstGeom prst="rect">
            <a:avLst/>
          </a:prstGeom>
          <a:noFill/>
          <a:ln w="15875">
            <a:solidFill>
              <a:srgbClr val="FF7E7E"/>
            </a:solidFill>
          </a:ln>
        </p:spPr>
        <p:txBody>
          <a:bodyPr wrap="square" rtlCol="0">
            <a:spAutoFit/>
          </a:bodyPr>
          <a:lstStyle/>
          <a:p>
            <a:pPr algn="ct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速度变化量</a:t>
            </a:r>
          </a:p>
        </p:txBody>
      </p:sp>
      <p:sp>
        <p:nvSpPr>
          <p:cNvPr id="29" name="MMConnector"/>
          <p:cNvSpPr/>
          <p:nvPr>
            <p:custDataLst>
              <p:tags r:id="rId4"/>
            </p:custDataLst>
          </p:nvPr>
        </p:nvSpPr>
        <p:spPr>
          <a:xfrm flipV="1">
            <a:off x="1918003" y="2589313"/>
            <a:ext cx="555321" cy="2110485"/>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B050"/>
          </a:solidFill>
          <a:ln w="5800" cap="rnd">
            <a:solidFill>
              <a:srgbClr val="00B050"/>
            </a:solidFill>
            <a:round/>
          </a:ln>
        </p:spPr>
        <p:txBody>
          <a:bodyPr/>
          <a:lstStyle/>
          <a:p>
            <a:endParaRPr/>
          </a:p>
        </p:txBody>
      </p:sp>
      <p:sp>
        <p:nvSpPr>
          <p:cNvPr id="30" name="文本框 29"/>
          <p:cNvSpPr txBox="1"/>
          <p:nvPr>
            <p:custDataLst>
              <p:tags r:id="rId5"/>
            </p:custDataLst>
          </p:nvPr>
        </p:nvSpPr>
        <p:spPr>
          <a:xfrm>
            <a:off x="2782639" y="3447339"/>
            <a:ext cx="1800000" cy="460375"/>
          </a:xfrm>
          <a:prstGeom prst="rect">
            <a:avLst/>
          </a:prstGeom>
          <a:noFill/>
          <a:ln w="15875">
            <a:solidFill>
              <a:srgbClr val="0000FF"/>
            </a:solidFill>
          </a:ln>
        </p:spPr>
        <p:txBody>
          <a:bodyPr wrap="square" rtlCol="0">
            <a:spAutoFit/>
          </a:bodyPr>
          <a:lstStyle/>
          <a:p>
            <a:pPr algn="ct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加速度</a:t>
            </a:r>
          </a:p>
        </p:txBody>
      </p:sp>
      <p:grpSp>
        <p:nvGrpSpPr>
          <p:cNvPr id="10" name="组合 9"/>
          <p:cNvGrpSpPr/>
          <p:nvPr>
            <p:custDataLst>
              <p:tags r:id="rId6"/>
            </p:custDataLst>
          </p:nvPr>
        </p:nvGrpSpPr>
        <p:grpSpPr>
          <a:xfrm>
            <a:off x="439958" y="3061991"/>
            <a:ext cx="1739664" cy="1233491"/>
            <a:chOff x="1021170" y="4616001"/>
            <a:chExt cx="1739664" cy="1233491"/>
          </a:xfrm>
        </p:grpSpPr>
        <p:sp>
          <p:nvSpPr>
            <p:cNvPr id="11" name="圆角矩形 10"/>
            <p:cNvSpPr/>
            <p:nvPr>
              <p:custDataLst>
                <p:tags r:id="rId23"/>
              </p:custDataLst>
            </p:nvPr>
          </p:nvSpPr>
          <p:spPr>
            <a:xfrm rot="5400000">
              <a:off x="1261234" y="4399897"/>
              <a:ext cx="1233491" cy="1665699"/>
            </a:xfrm>
            <a:prstGeom prst="roundRect">
              <a:avLst/>
            </a:prstGeom>
            <a:solidFill>
              <a:schemeClr val="bg1"/>
            </a:solidFill>
            <a:ln>
              <a:solidFill>
                <a:schemeClr val="tx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sz="2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p:cNvSpPr txBox="1"/>
            <p:nvPr>
              <p:custDataLst>
                <p:tags r:id="rId24"/>
              </p:custDataLst>
            </p:nvPr>
          </p:nvSpPr>
          <p:spPr>
            <a:xfrm>
              <a:off x="1021170" y="4649161"/>
              <a:ext cx="1739664" cy="1198880"/>
            </a:xfrm>
            <a:prstGeom prst="rect">
              <a:avLst/>
            </a:prstGeom>
            <a:noFill/>
          </p:spPr>
          <p:txBody>
            <a:bodyPr wrap="square" rtlCol="0">
              <a:spAutoFit/>
            </a:bodyPr>
            <a:lstStyle/>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速度变化</a:t>
              </a:r>
              <a:endParaRPr lang="en-US" altLang="zh-CN" sz="2400" kern="10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快慢的描述</a:t>
              </a:r>
              <a:endParaRPr lang="en-US" altLang="zh-CN" sz="2400" kern="10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加速度</a:t>
              </a:r>
              <a:r>
                <a:rPr lang="en-US" altLang="zh-CN" sz="2400" kern="10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一</a:t>
              </a:r>
              <a:r>
                <a:rPr lang="en-US" altLang="zh-CN" sz="2400" kern="100">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13" name="文本框 12"/>
          <p:cNvSpPr txBox="1"/>
          <p:nvPr>
            <p:custDataLst>
              <p:tags r:id="rId7"/>
            </p:custDataLst>
          </p:nvPr>
        </p:nvSpPr>
        <p:spPr>
          <a:xfrm>
            <a:off x="5159102" y="905248"/>
            <a:ext cx="6048672" cy="460375"/>
          </a:xfrm>
          <a:prstGeom prst="rect">
            <a:avLst/>
          </a:prstGeom>
          <a:noFill/>
          <a:ln w="15875">
            <a:solidFill>
              <a:srgbClr val="FF7E7E"/>
            </a:solidFill>
          </a:ln>
        </p:spPr>
        <p:txBody>
          <a:bodyPr wrap="square" rtlCol="0">
            <a:spAutoFit/>
          </a:bodyPr>
          <a:lstStyle/>
          <a:p>
            <a:pPr algn="ctr"/>
            <a:r>
              <a:rPr lang="en-US" altLang="zh-CN" sz="2400" err="1">
                <a:latin typeface="Times New Roman" panose="02020603050405020304" pitchFamily="18" charset="0"/>
                <a:ea typeface="微软雅黑" panose="020B0503020204020204" pitchFamily="34" charset="-122"/>
                <a:cs typeface="Times New Roman" panose="02020603050405020304" pitchFamily="18" charset="0"/>
              </a:rPr>
              <a:t>Δ</a:t>
            </a:r>
            <a:r>
              <a:rPr lang="en-US" altLang="zh-CN" sz="2400" i="1" err="1">
                <a:latin typeface="Book Antiqua" panose="02040602050305030304" pitchFamily="18" charset="0"/>
                <a:ea typeface="微软雅黑" panose="020B0503020204020204" pitchFamily="34" charset="-122"/>
                <a:cs typeface="Times New Roman" panose="02020603050405020304" pitchFamily="18" charset="0"/>
              </a:rPr>
              <a:t>v</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a:latin typeface="Book Antiqua" panose="02040602050305030304" pitchFamily="18" charset="0"/>
                <a:ea typeface="微软雅黑" panose="020B0503020204020204" pitchFamily="34" charset="-122"/>
                <a:cs typeface="Times New Roman" panose="02020603050405020304" pitchFamily="18" charset="0"/>
              </a:rPr>
              <a:t>v</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a:latin typeface="Book Antiqua" panose="02040602050305030304" pitchFamily="18" charset="0"/>
                <a:ea typeface="微软雅黑" panose="020B0503020204020204" pitchFamily="34" charset="-122"/>
                <a:cs typeface="Times New Roman" panose="02020603050405020304" pitchFamily="18" charset="0"/>
              </a:rPr>
              <a:t>v</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，末速度减初速度，各物理量符号</a:t>
            </a:r>
          </a:p>
        </p:txBody>
      </p:sp>
      <p:sp>
        <p:nvSpPr>
          <p:cNvPr id="14" name="MMConnector"/>
          <p:cNvSpPr/>
          <p:nvPr>
            <p:custDataLst>
              <p:tags r:id="rId8"/>
            </p:custDataLst>
          </p:nvPr>
        </p:nvSpPr>
        <p:spPr>
          <a:xfrm>
            <a:off x="2457478" y="3643964"/>
            <a:ext cx="637495" cy="10946"/>
          </a:xfrm>
          <a:custGeom>
            <a:avLst/>
            <a:gdLst/>
            <a:ahLst/>
            <a:cxnLst/>
            <a:rect l="0" t="0" r="0" b="0"/>
            <a:pathLst>
              <a:path w="471960" h="7600">
                <a:moveTo>
                  <a:pt x="-129585" y="-11158"/>
                </a:moveTo>
                <a:lnTo>
                  <a:pt x="213185" y="-4259"/>
                </a:lnTo>
                <a:cubicBezTo>
                  <a:pt x="228503" y="-3951"/>
                  <a:pt x="241711" y="3685"/>
                  <a:pt x="226392" y="3993"/>
                </a:cubicBezTo>
                <a:lnTo>
                  <a:pt x="-129585" y="11158"/>
                </a:lnTo>
                <a:cubicBezTo>
                  <a:pt x="-144903" y="11467"/>
                  <a:pt x="-159857" y="11768"/>
                  <a:pt x="-175175" y="12076"/>
                </a:cubicBezTo>
                <a:lnTo>
                  <a:pt x="-213185" y="12841"/>
                </a:lnTo>
                <a:cubicBezTo>
                  <a:pt x="-228503" y="13149"/>
                  <a:pt x="-251402" y="15746"/>
                  <a:pt x="-251933" y="433"/>
                </a:cubicBezTo>
                <a:cubicBezTo>
                  <a:pt x="-251937" y="289"/>
                  <a:pt x="-251940" y="145"/>
                  <a:pt x="-251940" y="0"/>
                </a:cubicBezTo>
                <a:cubicBezTo>
                  <a:pt x="-251940" y="-145"/>
                  <a:pt x="-251937" y="-289"/>
                  <a:pt x="-251933" y="-433"/>
                </a:cubicBezTo>
                <a:cubicBezTo>
                  <a:pt x="-251402" y="-15746"/>
                  <a:pt x="-228503" y="-13149"/>
                  <a:pt x="-213185" y="-12841"/>
                </a:cubicBezTo>
                <a:lnTo>
                  <a:pt x="-175175" y="-12076"/>
                </a:lnTo>
                <a:cubicBezTo>
                  <a:pt x="-159857" y="-11768"/>
                  <a:pt x="-144903" y="-11467"/>
                  <a:pt x="-129585" y="-11158"/>
                </a:cubicBezTo>
                <a:close/>
              </a:path>
            </a:pathLst>
          </a:custGeom>
          <a:solidFill>
            <a:srgbClr val="0070C0"/>
          </a:solidFill>
          <a:ln w="7600" cap="rnd">
            <a:solidFill>
              <a:srgbClr val="0000FF"/>
            </a:solidFill>
            <a:round/>
          </a:ln>
        </p:spPr>
        <p:txBody>
          <a:bodyPr/>
          <a:lstStyle/>
          <a:p>
            <a:endParaRPr/>
          </a:p>
        </p:txBody>
      </p:sp>
      <p:sp>
        <p:nvSpPr>
          <p:cNvPr id="15" name="文本框 14"/>
          <p:cNvSpPr txBox="1"/>
          <p:nvPr>
            <p:custDataLst>
              <p:tags r:id="rId9"/>
            </p:custDataLst>
          </p:nvPr>
        </p:nvSpPr>
        <p:spPr>
          <a:xfrm>
            <a:off x="5159102" y="1539787"/>
            <a:ext cx="4248472" cy="460375"/>
          </a:xfrm>
          <a:prstGeom prst="rect">
            <a:avLst/>
          </a:prstGeom>
          <a:noFill/>
          <a:ln w="15875">
            <a:solidFill>
              <a:srgbClr val="FF7E7E"/>
            </a:solidFill>
          </a:ln>
        </p:spPr>
        <p:txBody>
          <a:bodyPr wrap="square" rtlCol="0">
            <a:spAutoFit/>
          </a:bodyPr>
          <a:lstStyle/>
          <a:p>
            <a:pPr algn="ct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矢量，</a:t>
            </a:r>
            <a:r>
              <a:rPr lang="zh-CN" altLang="zh-CN" sz="2400">
                <a:latin typeface="Times New Roman" panose="02020603050405020304" pitchFamily="18" charset="0"/>
                <a:ea typeface="微软雅黑" panose="020B0503020204020204" pitchFamily="34" charset="-122"/>
                <a:cs typeface="Times New Roman" panose="02020603050405020304" pitchFamily="18" charset="0"/>
              </a:rPr>
              <a:t>速度变化的大小和方向</a:t>
            </a:r>
          </a:p>
        </p:txBody>
      </p:sp>
      <mc:AlternateContent xmlns:mc="http://schemas.openxmlformats.org/markup-compatibility/2006" xmlns:a14="http://schemas.microsoft.com/office/drawing/2010/main">
        <mc:Choice Requires="a14">
          <p:sp>
            <p:nvSpPr>
              <p:cNvPr id="16" name="文本框 15"/>
              <p:cNvSpPr txBox="1"/>
              <p:nvPr>
                <p:custDataLst>
                  <p:tags r:id="rId10"/>
                </p:custDataLst>
              </p:nvPr>
            </p:nvSpPr>
            <p:spPr>
              <a:xfrm>
                <a:off x="5159102" y="2274413"/>
                <a:ext cx="5256584" cy="619125"/>
              </a:xfrm>
              <a:prstGeom prst="rect">
                <a:avLst/>
              </a:prstGeom>
              <a:noFill/>
              <a:ln w="15875">
                <a:solidFill>
                  <a:srgbClr val="0000FF"/>
                </a:solidFill>
              </a:ln>
            </p:spPr>
            <p:txBody>
              <a:bodyPr wrap="square" rtlCol="0">
                <a:spAutoFit/>
              </a:bodyPr>
              <a:lstStyle/>
              <a:p>
                <a:pPr algn="ctr"/>
                <a:r>
                  <a:rPr lang="en-US" altLang="zh-CN" sz="2400" i="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f>
                      <m:fPr>
                        <m:ctrlPr>
                          <a:rPr lang="zh-CN" altLang="zh-CN"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lang="en-US" altLang="zh-CN" sz="240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400" i="1">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𝑣</m:t>
                        </m:r>
                      </m:num>
                      <m:den>
                        <m:r>
                          <m:rPr>
                            <m:sty m:val="p"/>
                          </m:rPr>
                          <a:rPr lang="en-US" altLang="zh-CN" sz="240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400" i="1">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𝑡</m:t>
                        </m:r>
                      </m:den>
                    </m:f>
                    <m:r>
                      <a:rPr lang="zh-CN" altLang="en-US" sz="2400" i="1">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m:t>
                    </m:r>
                  </m:oMath>
                </a14:m>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比值定义，大小与</a:t>
                </a:r>
                <a14:m>
                  <m:oMath xmlns:m="http://schemas.openxmlformats.org/officeDocument/2006/math">
                    <m:r>
                      <m:rPr>
                        <m:sty m:val="p"/>
                      </m:rPr>
                      <a:rPr lang="en-US" altLang="zh-CN" sz="240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400" i="1">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𝑣</m:t>
                    </m:r>
                  </m:oMath>
                </a14:m>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m:rPr>
                        <m:sty m:val="p"/>
                      </m:rPr>
                      <a:rPr lang="en-US" altLang="zh-CN" sz="240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400" i="1">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𝑡</m:t>
                    </m:r>
                  </m:oMath>
                </a14:m>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无关</a:t>
                </a:r>
              </a:p>
            </p:txBody>
          </p:sp>
        </mc:Choice>
        <mc:Fallback xmlns="">
          <p:sp>
            <p:nvSpPr>
              <p:cNvPr id="16" name="文本框 15"/>
              <p:cNvSpPr txBox="1">
                <a:spLocks noRot="1" noChangeAspect="1" noMove="1" noResize="1" noEditPoints="1" noAdjustHandles="1" noChangeArrowheads="1" noChangeShapeType="1" noTextEdit="1"/>
              </p:cNvSpPr>
              <p:nvPr>
                <p:custDataLst>
                  <p:tags r:id="rId26"/>
                </p:custDataLst>
              </p:nvPr>
            </p:nvSpPr>
            <p:spPr>
              <a:xfrm>
                <a:off x="5159102" y="2274413"/>
                <a:ext cx="5256584" cy="619125"/>
              </a:xfrm>
              <a:prstGeom prst="rect">
                <a:avLst/>
              </a:prstGeom>
              <a:blipFill>
                <a:blip r:embed="rId27"/>
                <a:stretch>
                  <a:fillRect l="-719" r="-480" b="-7843"/>
                </a:stretch>
              </a:blipFill>
              <a:ln w="15875">
                <a:solidFill>
                  <a:srgbClr val="0000FF"/>
                </a:solidFill>
              </a:ln>
            </p:spPr>
            <p:txBody>
              <a:bodyPr/>
              <a:lstStyle/>
              <a:p>
                <a:r>
                  <a:rPr lang="zh-CN" altLang="en-US">
                    <a:noFill/>
                  </a:rPr>
                  <a:t> </a:t>
                </a:r>
              </a:p>
            </p:txBody>
          </p:sp>
        </mc:Fallback>
      </mc:AlternateContent>
      <p:sp>
        <p:nvSpPr>
          <p:cNvPr id="17" name="文本框 16"/>
          <p:cNvSpPr txBox="1"/>
          <p:nvPr>
            <p:custDataLst>
              <p:tags r:id="rId11"/>
            </p:custDataLst>
          </p:nvPr>
        </p:nvSpPr>
        <p:spPr>
          <a:xfrm>
            <a:off x="5159102" y="3047648"/>
            <a:ext cx="4706840" cy="645160"/>
          </a:xfrm>
          <a:prstGeom prst="rect">
            <a:avLst/>
          </a:prstGeom>
          <a:noFill/>
          <a:ln w="15875">
            <a:solidFill>
              <a:srgbClr val="0000FF"/>
            </a:solidFill>
          </a:ln>
        </p:spPr>
        <p:txBody>
          <a:bodyPr wrap="square" rtlCol="0">
            <a:spAutoFit/>
          </a:bodyPr>
          <a:lstStyle/>
          <a:p>
            <a:pPr marL="71755">
              <a:lnSpc>
                <a:spcPct val="150000"/>
              </a:lnSpc>
              <a:tabLst>
                <a:tab pos="2250440" algn="l"/>
              </a:tabLst>
            </a:pPr>
            <a:r>
              <a:rPr lang="zh-CN" altLang="zh-CN" sz="2400">
                <a:latin typeface="Times New Roman" panose="02020603050405020304" pitchFamily="18" charset="0"/>
                <a:ea typeface="微软雅黑" panose="020B0503020204020204" pitchFamily="34" charset="-122"/>
                <a:cs typeface="Times New Roman" panose="02020603050405020304" pitchFamily="18" charset="0"/>
              </a:rPr>
              <a:t>表示物体速度变化的快慢和方向</a:t>
            </a:r>
          </a:p>
        </p:txBody>
      </p:sp>
      <mc:AlternateContent xmlns:mc="http://schemas.openxmlformats.org/markup-compatibility/2006" xmlns:a14="http://schemas.microsoft.com/office/drawing/2010/main">
        <mc:Choice Requires="a14">
          <p:sp>
            <p:nvSpPr>
              <p:cNvPr id="18" name="文本框 17"/>
              <p:cNvSpPr txBox="1"/>
              <p:nvPr>
                <p:custDataLst>
                  <p:tags r:id="rId12"/>
                </p:custDataLst>
              </p:nvPr>
            </p:nvSpPr>
            <p:spPr>
              <a:xfrm>
                <a:off x="5159102" y="3774525"/>
                <a:ext cx="3168352" cy="645160"/>
              </a:xfrm>
              <a:prstGeom prst="rect">
                <a:avLst/>
              </a:prstGeom>
              <a:noFill/>
              <a:ln w="15875">
                <a:solidFill>
                  <a:srgbClr val="0000FF"/>
                </a:solidFill>
              </a:ln>
            </p:spPr>
            <p:txBody>
              <a:bodyPr wrap="square" rtlCol="0">
                <a:spAutoFit/>
              </a:bodyPr>
              <a:lstStyle/>
              <a:p>
                <a:pPr marL="71755">
                  <a:lnSpc>
                    <a:spcPct val="150000"/>
                  </a:lnSpc>
                  <a:tabLst>
                    <a:tab pos="2250440" algn="l"/>
                  </a:tabLst>
                </a:pPr>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矢量，方向与</a:t>
                </a:r>
                <a14:m>
                  <m:oMath xmlns:m="http://schemas.openxmlformats.org/officeDocument/2006/math">
                    <m:r>
                      <m:rPr>
                        <m:sty m:val="p"/>
                      </m:rPr>
                      <a:rPr lang="en-US" altLang="zh-CN" sz="240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400" i="1">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𝑣</m:t>
                    </m:r>
                  </m:oMath>
                </a14:m>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相同</a:t>
                </a:r>
              </a:p>
            </p:txBody>
          </p:sp>
        </mc:Choice>
        <mc:Fallback xmlns="">
          <p:sp>
            <p:nvSpPr>
              <p:cNvPr id="18" name="文本框 17"/>
              <p:cNvSpPr txBox="1">
                <a:spLocks noRot="1" noChangeAspect="1" noMove="1" noResize="1" noEditPoints="1" noAdjustHandles="1" noChangeArrowheads="1" noChangeShapeType="1" noTextEdit="1"/>
              </p:cNvSpPr>
              <p:nvPr>
                <p:custDataLst>
                  <p:tags r:id="rId28"/>
                </p:custDataLst>
              </p:nvPr>
            </p:nvSpPr>
            <p:spPr>
              <a:xfrm>
                <a:off x="5159102" y="3774525"/>
                <a:ext cx="3168352" cy="645160"/>
              </a:xfrm>
              <a:prstGeom prst="rect">
                <a:avLst/>
              </a:prstGeom>
              <a:blipFill>
                <a:blip r:embed="rId29"/>
                <a:stretch>
                  <a:fillRect l="-397" b="-9434"/>
                </a:stretch>
              </a:blipFill>
              <a:ln w="15875">
                <a:solidFill>
                  <a:srgbClr val="0000FF"/>
                </a:solidFill>
              </a:ln>
            </p:spPr>
            <p:txBody>
              <a:bodyPr/>
              <a:lstStyle/>
              <a:p>
                <a:r>
                  <a:rPr lang="zh-CN" altLang="en-US">
                    <a:noFill/>
                  </a:rPr>
                  <a:t> </a:t>
                </a:r>
              </a:p>
            </p:txBody>
          </p:sp>
        </mc:Fallback>
      </mc:AlternateContent>
      <p:sp>
        <p:nvSpPr>
          <p:cNvPr id="19" name="文本框 18"/>
          <p:cNvSpPr txBox="1"/>
          <p:nvPr>
            <p:custDataLst>
              <p:tags r:id="rId13"/>
            </p:custDataLst>
          </p:nvPr>
        </p:nvSpPr>
        <p:spPr>
          <a:xfrm>
            <a:off x="5159102" y="4566868"/>
            <a:ext cx="5663047" cy="645160"/>
          </a:xfrm>
          <a:prstGeom prst="rect">
            <a:avLst/>
          </a:prstGeom>
          <a:noFill/>
          <a:ln w="15875">
            <a:solidFill>
              <a:srgbClr val="0000FF"/>
            </a:solidFill>
          </a:ln>
        </p:spPr>
        <p:txBody>
          <a:bodyPr wrap="square" rtlCol="0">
            <a:spAutoFit/>
          </a:bodyPr>
          <a:lstStyle/>
          <a:p>
            <a:pPr marL="71755">
              <a:lnSpc>
                <a:spcPct val="150000"/>
              </a:lnSpc>
              <a:tabLst>
                <a:tab pos="2250440" algn="l"/>
              </a:tabLst>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单位：</a:t>
            </a:r>
            <a:r>
              <a:rPr lang="zh-CN" altLang="zh-CN" sz="2400">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米每二次方秒</a:t>
            </a:r>
            <a:r>
              <a:rPr lang="zh-CN" altLang="en-US" sz="2400">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m/s</a:t>
            </a:r>
            <a:r>
              <a:rPr lang="en-US" altLang="zh-CN" sz="2400" baseline="30000">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400">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m·s</a:t>
            </a:r>
            <a:r>
              <a:rPr lang="en-US" altLang="zh-CN" sz="2400" baseline="30000">
                <a:uFill>
                  <a:solidFill>
                    <a:srgbClr val="000000"/>
                  </a:solidFill>
                </a:u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0" name="文本框 19"/>
          <p:cNvSpPr txBox="1"/>
          <p:nvPr>
            <p:custDataLst>
              <p:tags r:id="rId14"/>
            </p:custDataLst>
          </p:nvPr>
        </p:nvSpPr>
        <p:spPr>
          <a:xfrm>
            <a:off x="2762120" y="5281806"/>
            <a:ext cx="1800199" cy="829945"/>
          </a:xfrm>
          <a:prstGeom prst="rect">
            <a:avLst/>
          </a:prstGeom>
          <a:noFill/>
          <a:ln w="15875">
            <a:solidFill>
              <a:srgbClr val="00B050"/>
            </a:solidFill>
          </a:ln>
        </p:spPr>
        <p:txBody>
          <a:bodyPr wrap="square" rtlCol="0">
            <a:spAutoFit/>
          </a:bodyPr>
          <a:lstStyle/>
          <a:p>
            <a:pPr algn="ct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加速度的方向及计算</a:t>
            </a:r>
          </a:p>
        </p:txBody>
      </p:sp>
      <mc:AlternateContent xmlns:mc="http://schemas.openxmlformats.org/markup-compatibility/2006" xmlns:a14="http://schemas.microsoft.com/office/drawing/2010/main">
        <mc:Choice Requires="a14">
          <p:sp>
            <p:nvSpPr>
              <p:cNvPr id="21" name="文本框 20"/>
              <p:cNvSpPr txBox="1"/>
              <p:nvPr>
                <p:custDataLst>
                  <p:tags r:id="rId15"/>
                </p:custDataLst>
              </p:nvPr>
            </p:nvSpPr>
            <p:spPr>
              <a:xfrm>
                <a:off x="5159102" y="5419348"/>
                <a:ext cx="6971673" cy="629920"/>
              </a:xfrm>
              <a:prstGeom prst="rect">
                <a:avLst/>
              </a:prstGeom>
              <a:noFill/>
              <a:ln w="15875">
                <a:solidFill>
                  <a:srgbClr val="00B050"/>
                </a:solidFill>
              </a:ln>
            </p:spPr>
            <p:txBody>
              <a:bodyPr wrap="square" rtlCol="0">
                <a:spAutoFit/>
              </a:bodyPr>
              <a:lstStyle/>
              <a:p>
                <a:pPr algn="ctr"/>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规定正方向，确定</a:t>
                </a:r>
                <a14:m>
                  <m:oMath xmlns:m="http://schemas.openxmlformats.org/officeDocument/2006/math">
                    <m:sSub>
                      <m:sSubPr>
                        <m:ctrlPr>
                          <a:rPr lang="zh-CN" altLang="zh-CN" sz="2400" i="1" spc="-7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400"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1</m:t>
                        </m:r>
                      </m:sub>
                    </m:sSub>
                  </m:oMath>
                </a14:m>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i="1" spc="-7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400"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2</m:t>
                        </m:r>
                      </m:sub>
                    </m:sSub>
                  </m:oMath>
                </a14:m>
                <a:r>
                  <a:rPr lang="zh-CN" altLang="en-US" sz="24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的正负，</a:t>
                </a:r>
                <a:r>
                  <a:rPr lang="zh-CN" altLang="zh-CN" sz="2400" spc="-7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利用</a:t>
                </a:r>
                <a:r>
                  <a:rPr lang="en-US" altLang="zh-CN" sz="2400" i="1" spc="-7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spc="-7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f>
                      <m:fPr>
                        <m:ctrlPr>
                          <a:rPr lang="zh-CN" altLang="zh-CN" sz="2400" i="1" spc="-7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2400" i="1" spc="-7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400"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2</m:t>
                            </m:r>
                          </m:sub>
                        </m:sSub>
                        <m:r>
                          <a:rPr lang="en-US" altLang="zh-CN" sz="2400" i="1"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m:t>
                        </m:r>
                        <m:sSub>
                          <m:sSubPr>
                            <m:ctrlPr>
                              <a:rPr lang="zh-CN" altLang="zh-CN" sz="2400" i="1" spc="-7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𝑣</m:t>
                            </m:r>
                          </m:e>
                          <m:sub>
                            <m:r>
                              <a:rPr lang="en-US" altLang="zh-CN" sz="2400"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1</m:t>
                            </m:r>
                          </m:sub>
                        </m:sSub>
                      </m:num>
                      <m:den>
                        <m:r>
                          <m:rPr>
                            <m:sty m:val="p"/>
                          </m:rPr>
                          <a:rPr lang="en-US" altLang="zh-CN" sz="2400"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Δ</m:t>
                        </m:r>
                        <m:r>
                          <a:rPr lang="en-US" altLang="zh-CN" sz="2400" i="1" spc="-70">
                            <a:solidFill>
                              <a:schemeClr val="tx1"/>
                            </a:solidFill>
                            <a:latin typeface="Cambria Math" panose="02040503050406030204" pitchFamily="18" charset="0"/>
                            <a:ea typeface="方正中等线简体" panose="03000509000000000000" pitchFamily="65" charset="-122"/>
                            <a:cs typeface="Times New Roman" panose="02020603050405020304" pitchFamily="18" charset="0"/>
                          </a:rPr>
                          <m:t>𝑡</m:t>
                        </m:r>
                      </m:den>
                    </m:f>
                  </m:oMath>
                </a14:m>
                <a:r>
                  <a:rPr lang="zh-CN" altLang="zh-CN" sz="2400" spc="-7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计算</a:t>
                </a:r>
              </a:p>
            </p:txBody>
          </p:sp>
        </mc:Choice>
        <mc:Fallback xmlns="">
          <p:sp>
            <p:nvSpPr>
              <p:cNvPr id="21" name="文本框 20"/>
              <p:cNvSpPr txBox="1">
                <a:spLocks noRot="1" noChangeAspect="1" noMove="1" noResize="1" noEditPoints="1" noAdjustHandles="1" noChangeArrowheads="1" noChangeShapeType="1" noTextEdit="1"/>
              </p:cNvSpPr>
              <p:nvPr>
                <p:custDataLst>
                  <p:tags r:id="rId30"/>
                </p:custDataLst>
              </p:nvPr>
            </p:nvSpPr>
            <p:spPr>
              <a:xfrm>
                <a:off x="5159102" y="5419348"/>
                <a:ext cx="6971673" cy="629920"/>
              </a:xfrm>
              <a:prstGeom prst="rect">
                <a:avLst/>
              </a:prstGeom>
              <a:blipFill>
                <a:blip r:embed="rId31"/>
                <a:stretch>
                  <a:fillRect t="-1923"/>
                </a:stretch>
              </a:blipFill>
              <a:ln w="15875">
                <a:solidFill>
                  <a:srgbClr val="00B050"/>
                </a:solidFill>
              </a:ln>
            </p:spPr>
            <p:txBody>
              <a:bodyPr/>
              <a:lstStyle/>
              <a:p>
                <a:r>
                  <a:rPr lang="zh-CN" altLang="en-US">
                    <a:noFill/>
                  </a:rPr>
                  <a:t> </a:t>
                </a:r>
              </a:p>
            </p:txBody>
          </p:sp>
        </mc:Fallback>
      </mc:AlternateContent>
      <p:sp>
        <p:nvSpPr>
          <p:cNvPr id="22" name="MMConnector"/>
          <p:cNvSpPr/>
          <p:nvPr>
            <p:custDataLst>
              <p:tags r:id="rId16"/>
            </p:custDataLst>
          </p:nvPr>
        </p:nvSpPr>
        <p:spPr>
          <a:xfrm>
            <a:off x="4870859" y="5697304"/>
            <a:ext cx="579541" cy="10946"/>
          </a:xfrm>
          <a:custGeom>
            <a:avLst/>
            <a:gdLst/>
            <a:ahLst/>
            <a:cxnLst/>
            <a:rect l="0" t="0" r="0" b="0"/>
            <a:pathLst>
              <a:path w="471960" h="7600">
                <a:moveTo>
                  <a:pt x="-129585" y="-11158"/>
                </a:moveTo>
                <a:lnTo>
                  <a:pt x="213185" y="-4259"/>
                </a:lnTo>
                <a:cubicBezTo>
                  <a:pt x="228503" y="-3951"/>
                  <a:pt x="241711" y="3685"/>
                  <a:pt x="226392" y="3993"/>
                </a:cubicBezTo>
                <a:lnTo>
                  <a:pt x="-129585" y="11158"/>
                </a:lnTo>
                <a:cubicBezTo>
                  <a:pt x="-144903" y="11467"/>
                  <a:pt x="-159857" y="11768"/>
                  <a:pt x="-175175" y="12076"/>
                </a:cubicBezTo>
                <a:lnTo>
                  <a:pt x="-213185" y="12841"/>
                </a:lnTo>
                <a:cubicBezTo>
                  <a:pt x="-228503" y="13149"/>
                  <a:pt x="-251402" y="15746"/>
                  <a:pt x="-251933" y="433"/>
                </a:cubicBezTo>
                <a:cubicBezTo>
                  <a:pt x="-251937" y="289"/>
                  <a:pt x="-251940" y="145"/>
                  <a:pt x="-251940" y="0"/>
                </a:cubicBezTo>
                <a:cubicBezTo>
                  <a:pt x="-251940" y="-145"/>
                  <a:pt x="-251937" y="-289"/>
                  <a:pt x="-251933" y="-433"/>
                </a:cubicBezTo>
                <a:cubicBezTo>
                  <a:pt x="-251402" y="-15746"/>
                  <a:pt x="-228503" y="-13149"/>
                  <a:pt x="-213185" y="-12841"/>
                </a:cubicBezTo>
                <a:lnTo>
                  <a:pt x="-175175" y="-12076"/>
                </a:lnTo>
                <a:cubicBezTo>
                  <a:pt x="-159857" y="-11768"/>
                  <a:pt x="-144903" y="-11467"/>
                  <a:pt x="-129585" y="-11158"/>
                </a:cubicBezTo>
                <a:close/>
              </a:path>
            </a:pathLst>
          </a:custGeom>
          <a:solidFill>
            <a:srgbClr val="00B050"/>
          </a:solidFill>
          <a:ln w="7600" cap="rnd">
            <a:solidFill>
              <a:srgbClr val="00B050"/>
            </a:solidFill>
            <a:round/>
          </a:ln>
        </p:spPr>
        <p:txBody>
          <a:bodyPr/>
          <a:lstStyle/>
          <a:p>
            <a:endParaRPr/>
          </a:p>
        </p:txBody>
      </p:sp>
      <p:sp>
        <p:nvSpPr>
          <p:cNvPr id="23" name="MMConnector"/>
          <p:cNvSpPr/>
          <p:nvPr>
            <p:custDataLst>
              <p:tags r:id="rId17"/>
            </p:custDataLst>
          </p:nvPr>
        </p:nvSpPr>
        <p:spPr>
          <a:xfrm>
            <a:off x="4334722" y="1285413"/>
            <a:ext cx="555321" cy="326422"/>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575"/>
          </a:solidFill>
          <a:ln w="5800" cap="rnd">
            <a:solidFill>
              <a:srgbClr val="FF7E7E"/>
            </a:solidFill>
            <a:round/>
          </a:ln>
        </p:spPr>
        <p:txBody>
          <a:bodyPr/>
          <a:lstStyle/>
          <a:p>
            <a:endParaRPr/>
          </a:p>
        </p:txBody>
      </p:sp>
      <p:sp>
        <p:nvSpPr>
          <p:cNvPr id="32" name="MMConnector"/>
          <p:cNvSpPr/>
          <p:nvPr>
            <p:custDataLst>
              <p:tags r:id="rId18"/>
            </p:custDataLst>
          </p:nvPr>
        </p:nvSpPr>
        <p:spPr>
          <a:xfrm flipV="1">
            <a:off x="4358786" y="1293435"/>
            <a:ext cx="555321" cy="326422"/>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575"/>
          </a:solidFill>
          <a:ln w="5800" cap="rnd">
            <a:solidFill>
              <a:srgbClr val="FF7E7E"/>
            </a:solidFill>
            <a:round/>
          </a:ln>
        </p:spPr>
        <p:txBody>
          <a:bodyPr/>
          <a:lstStyle/>
          <a:p>
            <a:endParaRPr/>
          </a:p>
        </p:txBody>
      </p:sp>
      <p:sp>
        <p:nvSpPr>
          <p:cNvPr id="6" name="MMConnector"/>
          <p:cNvSpPr/>
          <p:nvPr>
            <p:custDataLst>
              <p:tags r:id="rId19"/>
            </p:custDataLst>
          </p:nvPr>
        </p:nvSpPr>
        <p:spPr>
          <a:xfrm>
            <a:off x="4358786" y="3529889"/>
            <a:ext cx="555321" cy="394970"/>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70C0"/>
          </a:solidFill>
          <a:ln w="5800" cap="rnd">
            <a:solidFill>
              <a:srgbClr val="0000FF"/>
            </a:solidFill>
            <a:round/>
          </a:ln>
        </p:spPr>
        <p:txBody>
          <a:bodyPr/>
          <a:lstStyle/>
          <a:p>
            <a:endParaRPr/>
          </a:p>
        </p:txBody>
      </p:sp>
      <p:sp>
        <p:nvSpPr>
          <p:cNvPr id="7" name="MMConnector"/>
          <p:cNvSpPr/>
          <p:nvPr>
            <p:custDataLst>
              <p:tags r:id="rId20"/>
            </p:custDataLst>
          </p:nvPr>
        </p:nvSpPr>
        <p:spPr>
          <a:xfrm flipV="1">
            <a:off x="4382850" y="3572185"/>
            <a:ext cx="555321" cy="326422"/>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70C0"/>
          </a:solidFill>
          <a:ln w="5800" cap="rnd">
            <a:solidFill>
              <a:srgbClr val="0000FF"/>
            </a:solidFill>
            <a:round/>
          </a:ln>
        </p:spPr>
        <p:txBody>
          <a:bodyPr/>
          <a:lstStyle/>
          <a:p>
            <a:endParaRPr/>
          </a:p>
        </p:txBody>
      </p:sp>
      <p:sp>
        <p:nvSpPr>
          <p:cNvPr id="8" name="MMConnector"/>
          <p:cNvSpPr/>
          <p:nvPr>
            <p:custDataLst>
              <p:tags r:id="rId21"/>
            </p:custDataLst>
          </p:nvPr>
        </p:nvSpPr>
        <p:spPr>
          <a:xfrm>
            <a:off x="4350766" y="3155906"/>
            <a:ext cx="555321" cy="1126896"/>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70C0"/>
          </a:solidFill>
          <a:ln w="5800" cap="rnd">
            <a:solidFill>
              <a:srgbClr val="0000FF"/>
            </a:solidFill>
            <a:round/>
          </a:ln>
        </p:spPr>
        <p:txBody>
          <a:bodyPr/>
          <a:lstStyle/>
          <a:p>
            <a:endParaRPr/>
          </a:p>
        </p:txBody>
      </p:sp>
      <p:sp>
        <p:nvSpPr>
          <p:cNvPr id="9" name="MMConnector"/>
          <p:cNvSpPr/>
          <p:nvPr>
            <p:custDataLst>
              <p:tags r:id="rId22"/>
            </p:custDataLst>
          </p:nvPr>
        </p:nvSpPr>
        <p:spPr>
          <a:xfrm flipV="1">
            <a:off x="4374830" y="3163928"/>
            <a:ext cx="555321" cy="1126896"/>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70C0"/>
          </a:solidFill>
          <a:ln w="5800" cap="rnd">
            <a:solidFill>
              <a:srgbClr val="0000FF"/>
            </a:solidFill>
            <a:round/>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p:tgtEl>
                                          <p:spTgt spid="23"/>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left)">
                                      <p:cBhvr>
                                        <p:cTn id="23" dur="500"/>
                                        <p:tgtEl>
                                          <p:spTgt spid="32"/>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left)">
                                      <p:cBhvr>
                                        <p:cTn id="36" dur="500"/>
                                        <p:tgtEl>
                                          <p:spTgt spid="30"/>
                                        </p:tgtEl>
                                      </p:cBhvr>
                                    </p:animEffect>
                                  </p:childTnLst>
                                </p:cTn>
                              </p:par>
                            </p:childTnLst>
                          </p:cTn>
                        </p:par>
                        <p:par>
                          <p:cTn id="37" fill="hold" nodeType="afterGroup">
                            <p:stCondLst>
                              <p:cond delay="1000"/>
                            </p:stCondLst>
                            <p:childTnLst>
                              <p:par>
                                <p:cTn id="38" presetID="22" presetClass="entr" presetSubtype="8" fill="hold" nodeType="after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par>
                          <p:cTn id="41" fill="hold" nodeType="afterGroup">
                            <p:stCondLst>
                              <p:cond delay="1500"/>
                            </p:stCondLst>
                            <p:childTnLst>
                              <p:par>
                                <p:cTn id="42" presetID="22" presetClass="entr" presetSubtype="8"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500"/>
                                        <p:tgtEl>
                                          <p:spTgt spid="16"/>
                                        </p:tgtEl>
                                      </p:cBhvr>
                                    </p:animEffec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childTnLst>
                          </p:cTn>
                        </p:par>
                        <p:par>
                          <p:cTn id="49" fill="hold" nodeType="afterGroup">
                            <p:stCondLst>
                              <p:cond delay="2500"/>
                            </p:stCondLst>
                            <p:childTnLst>
                              <p:par>
                                <p:cTn id="50" presetID="22" presetClass="entr" presetSubtype="8"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left)">
                                      <p:cBhvr>
                                        <p:cTn id="52" dur="500"/>
                                        <p:tgtEl>
                                          <p:spTgt spid="17"/>
                                        </p:tgtEl>
                                      </p:cBhvr>
                                    </p:animEffect>
                                  </p:childTnLst>
                                </p:cTn>
                              </p:par>
                            </p:childTnLst>
                          </p:cTn>
                        </p:par>
                        <p:par>
                          <p:cTn id="53" fill="hold" nodeType="afterGroup">
                            <p:stCondLst>
                              <p:cond delay="3000"/>
                            </p:stCondLst>
                            <p:childTnLst>
                              <p:par>
                                <p:cTn id="54" presetID="22" presetClass="entr" presetSubtype="8" fill="hold" nodeType="after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par>
                          <p:cTn id="57" fill="hold" nodeType="afterGroup">
                            <p:stCondLst>
                              <p:cond delay="3500"/>
                            </p:stCondLst>
                            <p:childTnLst>
                              <p:par>
                                <p:cTn id="58" presetID="22" presetClass="entr" presetSubtype="8" fill="hold" grpId="0" nodeType="after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wipe(left)">
                                      <p:cBhvr>
                                        <p:cTn id="60" dur="500"/>
                                        <p:tgtEl>
                                          <p:spTgt spid="18"/>
                                        </p:tgtEl>
                                      </p:cBhvr>
                                    </p:animEffect>
                                  </p:childTnLst>
                                </p:cTn>
                              </p:par>
                            </p:childTnLst>
                          </p:cTn>
                        </p:par>
                        <p:par>
                          <p:cTn id="61" fill="hold" nodeType="afterGroup">
                            <p:stCondLst>
                              <p:cond delay="4000"/>
                            </p:stCondLst>
                            <p:childTnLst>
                              <p:par>
                                <p:cTn id="62" presetID="22" presetClass="entr" presetSubtype="8" fill="hold" nodeType="after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500"/>
                                        <p:tgtEl>
                                          <p:spTgt spid="9"/>
                                        </p:tgtEl>
                                      </p:cBhvr>
                                    </p:animEffect>
                                  </p:childTnLst>
                                </p:cTn>
                              </p:par>
                            </p:childTnLst>
                          </p:cTn>
                        </p:par>
                        <p:par>
                          <p:cTn id="65" fill="hold" nodeType="afterGroup">
                            <p:stCondLst>
                              <p:cond delay="4500"/>
                            </p:stCondLst>
                            <p:childTnLst>
                              <p:par>
                                <p:cTn id="66" presetID="22" presetClass="entr" presetSubtype="8"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childTnLst>
                    </p:cTn>
                  </p:par>
                  <p:par>
                    <p:cTn id="69" fill="hold" nodeType="clickPar">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wipe(left)">
                                      <p:cBhvr>
                                        <p:cTn id="73" dur="500"/>
                                        <p:tgtEl>
                                          <p:spTgt spid="29"/>
                                        </p:tgtEl>
                                      </p:cBhvr>
                                    </p:animEffect>
                                  </p:childTnLst>
                                </p:cTn>
                              </p:par>
                            </p:childTnLst>
                          </p:cTn>
                        </p:par>
                        <p:par>
                          <p:cTn id="74" fill="hold" nodeType="afterGroup">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wipe(left)">
                                      <p:cBhvr>
                                        <p:cTn id="77" dur="500"/>
                                        <p:tgtEl>
                                          <p:spTgt spid="20"/>
                                        </p:tgtEl>
                                      </p:cBhvr>
                                    </p:animEffect>
                                  </p:childTnLst>
                                </p:cTn>
                              </p:par>
                            </p:childTnLst>
                          </p:cTn>
                        </p:par>
                        <p:par>
                          <p:cTn id="78" fill="hold" nodeType="afterGroup">
                            <p:stCondLst>
                              <p:cond delay="1000"/>
                            </p:stCondLst>
                            <p:childTnLst>
                              <p:par>
                                <p:cTn id="79" presetID="22" presetClass="entr" presetSubtype="8" fill="hold" nodeType="after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left)">
                                      <p:cBhvr>
                                        <p:cTn id="81" dur="500"/>
                                        <p:tgtEl>
                                          <p:spTgt spid="22"/>
                                        </p:tgtEl>
                                      </p:cBhvr>
                                    </p:animEffect>
                                  </p:childTnLst>
                                </p:cTn>
                              </p:par>
                            </p:childTnLst>
                          </p:cTn>
                        </p:par>
                        <p:par>
                          <p:cTn id="82" fill="hold" nodeType="afterGroup">
                            <p:stCondLst>
                              <p:cond delay="1500"/>
                            </p:stCondLst>
                            <p:childTnLst>
                              <p:par>
                                <p:cTn id="83" presetID="22" presetClass="entr" presetSubtype="8" fill="hold" grpId="0" nodeType="after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wipe(left)">
                                      <p:cBhvr>
                                        <p:cTn id="8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0" grpId="0" animBg="1"/>
      <p:bldP spid="13" grpId="0" animBg="1"/>
      <p:bldP spid="15" grpId="0" animBg="1"/>
      <p:bldP spid="16" grpId="0" animBg="1"/>
      <p:bldP spid="17" grpId="0" animBg="1"/>
      <p:bldP spid="18" grpId="0" animBg="1"/>
      <p:bldP spid="19" grpId="0" animBg="1"/>
      <p:bldP spid="20" grpId="0" animBg="1"/>
      <p:bldP spid="21"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80" y="-4024"/>
            <a:ext cx="3585803" cy="719218"/>
          </a:xfrm>
          <a:prstGeom prst="roundRect">
            <a:avLst>
              <a:gd name="adj" fmla="val 0"/>
            </a:avLst>
          </a:prstGeom>
          <a:solidFill>
            <a:srgbClr val="23598A"/>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四、课堂总结（</a:t>
            </a:r>
            <a:r>
              <a:rPr kumimoji="0" lang="en-US" altLang="zh-CN"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2</a:t>
            </a:r>
            <a:r>
              <a:rPr kumimoji="0" lang="zh-CN" altLang="en-US"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a:t>
            </a:r>
            <a:r>
              <a:rPr kumimoji="0" lang="en-US" altLang="zh-CN"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rPr>
              <a:t>  </a:t>
            </a:r>
            <a:endParaRPr kumimoji="0" lang="zh-CN" altLang="en-US" sz="3000" b="1" i="0" u="none" strike="noStrike" kern="1200" cap="none" spc="0" normalizeH="0" baseline="0" noProof="0">
              <a:ln>
                <a:noFill/>
              </a:ln>
              <a:solidFill>
                <a:schemeClr val="bg1"/>
              </a:solidFill>
              <a:effectLst/>
              <a:uLnTx/>
              <a:uFillTx/>
              <a:latin typeface="Times New Roman" panose="02020603050405020304" pitchFamily="18" charset="0"/>
              <a:ea typeface="思源黑体" panose="020B0500000000000000" pitchFamily="34" charset="-122"/>
              <a:cs typeface="Times New Roman" panose="02020603050405020304" pitchFamily="18" charset="0"/>
            </a:endParaRPr>
          </a:p>
        </p:txBody>
      </p:sp>
      <p:sp>
        <p:nvSpPr>
          <p:cNvPr id="4" name="MMConnector"/>
          <p:cNvSpPr/>
          <p:nvPr>
            <p:custDataLst>
              <p:tags r:id="rId2"/>
            </p:custDataLst>
          </p:nvPr>
        </p:nvSpPr>
        <p:spPr>
          <a:xfrm>
            <a:off x="1929764" y="3068357"/>
            <a:ext cx="555321" cy="1441490"/>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575"/>
          </a:solidFill>
          <a:ln w="5800" cap="rnd">
            <a:solidFill>
              <a:srgbClr val="FF7E7E"/>
            </a:solidFill>
            <a:round/>
          </a:ln>
        </p:spPr>
        <p:txBody>
          <a:bodyPr/>
          <a:lstStyle/>
          <a:p>
            <a:endParaRPr/>
          </a:p>
        </p:txBody>
      </p:sp>
      <p:sp>
        <p:nvSpPr>
          <p:cNvPr id="28" name="文本框 27"/>
          <p:cNvSpPr txBox="1"/>
          <p:nvPr>
            <p:custDataLst>
              <p:tags r:id="rId3"/>
            </p:custDataLst>
          </p:nvPr>
        </p:nvSpPr>
        <p:spPr>
          <a:xfrm>
            <a:off x="2782839" y="1956049"/>
            <a:ext cx="1656184" cy="829945"/>
          </a:xfrm>
          <a:prstGeom prst="rect">
            <a:avLst/>
          </a:prstGeom>
          <a:noFill/>
          <a:ln w="15875">
            <a:solidFill>
              <a:srgbClr val="FF7E7E"/>
            </a:solidFill>
          </a:ln>
        </p:spPr>
        <p:txBody>
          <a:bodyPr wrap="square" rtlCol="0">
            <a:spAutoFit/>
          </a:bodyPr>
          <a:lstStyle/>
          <a:p>
            <a:pPr algn="ct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物体运动的判断</a:t>
            </a:r>
          </a:p>
        </p:txBody>
      </p:sp>
      <p:sp>
        <p:nvSpPr>
          <p:cNvPr id="5" name="MMConnector"/>
          <p:cNvSpPr/>
          <p:nvPr>
            <p:custDataLst>
              <p:tags r:id="rId4"/>
            </p:custDataLst>
          </p:nvPr>
        </p:nvSpPr>
        <p:spPr>
          <a:xfrm flipV="1">
            <a:off x="1948682" y="3161361"/>
            <a:ext cx="555321" cy="1260000"/>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00FF"/>
          </a:solidFill>
          <a:ln w="5800" cap="rnd">
            <a:solidFill>
              <a:srgbClr val="0000FF"/>
            </a:solidFill>
            <a:round/>
          </a:ln>
        </p:spPr>
        <p:txBody>
          <a:bodyPr/>
          <a:lstStyle/>
          <a:p>
            <a:endParaRPr/>
          </a:p>
        </p:txBody>
      </p:sp>
      <p:sp>
        <p:nvSpPr>
          <p:cNvPr id="24" name="文本框 23"/>
          <p:cNvSpPr txBox="1"/>
          <p:nvPr>
            <p:custDataLst>
              <p:tags r:id="rId5"/>
            </p:custDataLst>
          </p:nvPr>
        </p:nvSpPr>
        <p:spPr>
          <a:xfrm>
            <a:off x="2782839" y="4692120"/>
            <a:ext cx="1656185" cy="829945"/>
          </a:xfrm>
          <a:prstGeom prst="rect">
            <a:avLst/>
          </a:prstGeom>
          <a:noFill/>
          <a:ln w="15875">
            <a:solidFill>
              <a:srgbClr val="0000FF"/>
            </a:solidFill>
          </a:ln>
        </p:spPr>
        <p:txBody>
          <a:bodyPr wrap="square" rtlCol="0">
            <a:spAutoFit/>
          </a:bodyPr>
          <a:lstStyle/>
          <a:p>
            <a:pPr algn="ctr"/>
            <a:r>
              <a:rPr lang="zh-CN" altLang="en-US" sz="2400" kern="100">
                <a:latin typeface="+mj-ea"/>
                <a:cs typeface="Times New Roman" panose="02020603050405020304" pitchFamily="18" charset="0"/>
              </a:rPr>
              <a:t>从</a:t>
            </a:r>
            <a:r>
              <a:rPr lang="en-US" altLang="zh-CN" sz="2400" i="1">
                <a:latin typeface="Book Antiqua" panose="02040602050305030304" pitchFamily="18" charset="0"/>
                <a:ea typeface="微软雅黑" panose="020B0503020204020204" pitchFamily="34" charset="-122"/>
                <a:cs typeface="Times New Roman" panose="02020603050405020304" pitchFamily="18" charset="0"/>
              </a:rPr>
              <a:t>v</a:t>
            </a:r>
            <a:r>
              <a:rPr lang="en-US" altLang="zh-CN" sz="2400" kern="100">
                <a:latin typeface="+mj-ea"/>
                <a:cs typeface="Times New Roman" panose="02020603050405020304" pitchFamily="18" charset="0"/>
              </a:rPr>
              <a:t>-</a:t>
            </a:r>
            <a:r>
              <a:rPr lang="en-US" altLang="zh-CN" sz="2400" i="1" kern="100">
                <a:latin typeface="Times New Roman" panose="02020603050405020304" pitchFamily="18" charset="0"/>
                <a:cs typeface="Times New Roman" panose="02020603050405020304" pitchFamily="18" charset="0"/>
              </a:rPr>
              <a:t>t</a:t>
            </a:r>
            <a:r>
              <a:rPr lang="zh-CN" altLang="en-US" sz="2400" kern="100">
                <a:latin typeface="+mj-ea"/>
                <a:cs typeface="Times New Roman" panose="02020603050405020304" pitchFamily="18" charset="0"/>
              </a:rPr>
              <a:t>图像看加速度</a:t>
            </a:r>
            <a:endParaRPr lang="zh-CN" altLang="en-US" sz="2400" kern="100">
              <a:latin typeface="+mj-ea"/>
              <a:ea typeface="微软雅黑" panose="020B0503020204020204" pitchFamily="34" charset="-122"/>
              <a:cs typeface="Times New Roman" panose="02020603050405020304" pitchFamily="18" charset="0"/>
            </a:endParaRPr>
          </a:p>
        </p:txBody>
      </p:sp>
      <p:grpSp>
        <p:nvGrpSpPr>
          <p:cNvPr id="25" name="组合 24"/>
          <p:cNvGrpSpPr/>
          <p:nvPr>
            <p:custDataLst>
              <p:tags r:id="rId6"/>
            </p:custDataLst>
          </p:nvPr>
        </p:nvGrpSpPr>
        <p:grpSpPr>
          <a:xfrm>
            <a:off x="439958" y="3122838"/>
            <a:ext cx="1739664" cy="1233491"/>
            <a:chOff x="1021170" y="4616001"/>
            <a:chExt cx="1739664" cy="1233491"/>
          </a:xfrm>
        </p:grpSpPr>
        <p:sp>
          <p:nvSpPr>
            <p:cNvPr id="26" name="圆角矩形 25"/>
            <p:cNvSpPr/>
            <p:nvPr>
              <p:custDataLst>
                <p:tags r:id="rId25"/>
              </p:custDataLst>
            </p:nvPr>
          </p:nvSpPr>
          <p:spPr>
            <a:xfrm rot="5400000">
              <a:off x="1261234" y="4399897"/>
              <a:ext cx="1233491" cy="1665699"/>
            </a:xfrm>
            <a:prstGeom prst="roundRect">
              <a:avLst/>
            </a:prstGeom>
            <a:solidFill>
              <a:schemeClr val="bg1"/>
            </a:solidFill>
            <a:ln>
              <a:solidFill>
                <a:schemeClr val="tx1"/>
              </a:solidFill>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sz="2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文本框 30"/>
            <p:cNvSpPr txBox="1"/>
            <p:nvPr>
              <p:custDataLst>
                <p:tags r:id="rId26"/>
              </p:custDataLst>
            </p:nvPr>
          </p:nvSpPr>
          <p:spPr>
            <a:xfrm>
              <a:off x="1021170" y="4649161"/>
              <a:ext cx="1739664" cy="1198880"/>
            </a:xfrm>
            <a:prstGeom prst="rect">
              <a:avLst/>
            </a:prstGeom>
            <a:noFill/>
          </p:spPr>
          <p:txBody>
            <a:bodyPr wrap="square" rtlCol="0">
              <a:spAutoFit/>
            </a:bodyPr>
            <a:lstStyle/>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位置变化</a:t>
              </a:r>
              <a:endParaRPr lang="en-US" altLang="zh-CN" sz="2400" kern="10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快慢的描述</a:t>
              </a:r>
              <a:endParaRPr lang="en-US" altLang="zh-CN" sz="2400" kern="10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速度</a:t>
              </a:r>
              <a:r>
                <a:rPr lang="en-US" altLang="zh-CN" sz="2400" kern="10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二</a:t>
              </a:r>
              <a:r>
                <a:rPr lang="en-US" altLang="zh-CN" sz="2400" kern="100">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33" name="文本框 32"/>
          <p:cNvSpPr txBox="1"/>
          <p:nvPr>
            <p:custDataLst>
              <p:tags r:id="rId7"/>
            </p:custDataLst>
          </p:nvPr>
        </p:nvSpPr>
        <p:spPr>
          <a:xfrm>
            <a:off x="4932317" y="1956049"/>
            <a:ext cx="2160240" cy="829945"/>
          </a:xfrm>
          <a:prstGeom prst="rect">
            <a:avLst/>
          </a:prstGeom>
          <a:noFill/>
          <a:ln w="15875">
            <a:solidFill>
              <a:srgbClr val="FF7E7E"/>
            </a:solidFill>
          </a:ln>
        </p:spPr>
        <p:txBody>
          <a:bodyPr wrap="square" rtlCol="0">
            <a:spAutoFit/>
          </a:bodyPr>
          <a:lstStyle/>
          <a:p>
            <a:pPr algn="ctr"/>
            <a:r>
              <a:rPr lang="en-US" altLang="zh-CN" sz="2400" i="1">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a:latin typeface="Book Antiqua" panose="02040602050305030304" pitchFamily="18" charset="0"/>
                <a:ea typeface="微软雅黑" panose="020B0503020204020204" pitchFamily="34" charset="-122"/>
                <a:cs typeface="Times New Roman" panose="02020603050405020304" pitchFamily="18" charset="0"/>
              </a:rPr>
              <a:t>v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同向加速</a:t>
            </a:r>
            <a:endParaRPr lang="en-US" altLang="zh-CN" sz="240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2400" i="1">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a:latin typeface="Book Antiqua" panose="02040602050305030304" pitchFamily="18" charset="0"/>
                <a:ea typeface="微软雅黑" panose="020B0503020204020204" pitchFamily="34" charset="-122"/>
                <a:cs typeface="Times New Roman" panose="02020603050405020304" pitchFamily="18" charset="0"/>
              </a:rPr>
              <a:t>v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反向减速</a:t>
            </a:r>
          </a:p>
        </p:txBody>
      </p:sp>
      <p:sp>
        <p:nvSpPr>
          <p:cNvPr id="34" name="MMConnector"/>
          <p:cNvSpPr/>
          <p:nvPr>
            <p:custDataLst>
              <p:tags r:id="rId8"/>
            </p:custDataLst>
          </p:nvPr>
        </p:nvSpPr>
        <p:spPr>
          <a:xfrm>
            <a:off x="4688922" y="2371547"/>
            <a:ext cx="435417" cy="10946"/>
          </a:xfrm>
          <a:custGeom>
            <a:avLst/>
            <a:gdLst/>
            <a:ahLst/>
            <a:cxnLst/>
            <a:rect l="0" t="0" r="0" b="0"/>
            <a:pathLst>
              <a:path w="471960" h="7600">
                <a:moveTo>
                  <a:pt x="-129585" y="-11158"/>
                </a:moveTo>
                <a:lnTo>
                  <a:pt x="213185" y="-4259"/>
                </a:lnTo>
                <a:cubicBezTo>
                  <a:pt x="228503" y="-3951"/>
                  <a:pt x="241711" y="3685"/>
                  <a:pt x="226392" y="3993"/>
                </a:cubicBezTo>
                <a:lnTo>
                  <a:pt x="-129585" y="11158"/>
                </a:lnTo>
                <a:cubicBezTo>
                  <a:pt x="-144903" y="11467"/>
                  <a:pt x="-159857" y="11768"/>
                  <a:pt x="-175175" y="12076"/>
                </a:cubicBezTo>
                <a:lnTo>
                  <a:pt x="-213185" y="12841"/>
                </a:lnTo>
                <a:cubicBezTo>
                  <a:pt x="-228503" y="13149"/>
                  <a:pt x="-251402" y="15746"/>
                  <a:pt x="-251933" y="433"/>
                </a:cubicBezTo>
                <a:cubicBezTo>
                  <a:pt x="-251937" y="289"/>
                  <a:pt x="-251940" y="145"/>
                  <a:pt x="-251940" y="0"/>
                </a:cubicBezTo>
                <a:cubicBezTo>
                  <a:pt x="-251940" y="-145"/>
                  <a:pt x="-251937" y="-289"/>
                  <a:pt x="-251933" y="-433"/>
                </a:cubicBezTo>
                <a:cubicBezTo>
                  <a:pt x="-251402" y="-15746"/>
                  <a:pt x="-228503" y="-13149"/>
                  <a:pt x="-213185" y="-12841"/>
                </a:cubicBezTo>
                <a:lnTo>
                  <a:pt x="-175175" y="-12076"/>
                </a:lnTo>
                <a:cubicBezTo>
                  <a:pt x="-159857" y="-11768"/>
                  <a:pt x="-144903" y="-11467"/>
                  <a:pt x="-129585" y="-11158"/>
                </a:cubicBezTo>
                <a:close/>
              </a:path>
            </a:pathLst>
          </a:custGeom>
          <a:solidFill>
            <a:srgbClr val="FF7575"/>
          </a:solidFill>
          <a:ln w="7600" cap="rnd">
            <a:solidFill>
              <a:srgbClr val="FF7E7E"/>
            </a:solidFill>
            <a:round/>
          </a:ln>
        </p:spPr>
        <p:txBody>
          <a:bodyPr/>
          <a:lstStyle/>
          <a:p>
            <a:endParaRPr/>
          </a:p>
        </p:txBody>
      </p:sp>
      <p:sp>
        <p:nvSpPr>
          <p:cNvPr id="35" name="文本框 34"/>
          <p:cNvSpPr txBox="1"/>
          <p:nvPr>
            <p:custDataLst>
              <p:tags r:id="rId9"/>
            </p:custDataLst>
          </p:nvPr>
        </p:nvSpPr>
        <p:spPr>
          <a:xfrm>
            <a:off x="7682088" y="1164376"/>
            <a:ext cx="3805450" cy="460375"/>
          </a:xfrm>
          <a:prstGeom prst="rect">
            <a:avLst/>
          </a:prstGeom>
          <a:noFill/>
          <a:ln w="15875">
            <a:solidFill>
              <a:srgbClr val="FF7E7E"/>
            </a:solidFill>
          </a:ln>
        </p:spPr>
        <p:txBody>
          <a:bodyPr wrap="square" rtlCol="0">
            <a:spAutoFit/>
          </a:bodyPr>
          <a:lstStyle/>
          <a:p>
            <a:pPr algn="ctr"/>
            <a:r>
              <a:rPr lang="en-US" altLang="zh-CN" sz="2400" i="1">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增大，速度变化越来越快</a:t>
            </a:r>
          </a:p>
        </p:txBody>
      </p:sp>
      <p:sp>
        <p:nvSpPr>
          <p:cNvPr id="36" name="文本框 35"/>
          <p:cNvSpPr txBox="1"/>
          <p:nvPr>
            <p:custDataLst>
              <p:tags r:id="rId10"/>
            </p:custDataLst>
          </p:nvPr>
        </p:nvSpPr>
        <p:spPr>
          <a:xfrm>
            <a:off x="7682088" y="1790946"/>
            <a:ext cx="3805450" cy="460375"/>
          </a:xfrm>
          <a:prstGeom prst="rect">
            <a:avLst/>
          </a:prstGeom>
          <a:noFill/>
          <a:ln w="15875">
            <a:solidFill>
              <a:srgbClr val="FF7E7E"/>
            </a:solidFill>
          </a:ln>
        </p:spPr>
        <p:txBody>
          <a:bodyPr wrap="square" rtlCol="0">
            <a:spAutoFit/>
          </a:bodyPr>
          <a:lstStyle/>
          <a:p>
            <a:pPr algn="ctr"/>
            <a:r>
              <a:rPr lang="en-US" altLang="zh-CN" sz="2400" i="1">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减小，速度变化越来越慢</a:t>
            </a:r>
          </a:p>
        </p:txBody>
      </p:sp>
      <p:sp>
        <p:nvSpPr>
          <p:cNvPr id="37" name="文本框 36"/>
          <p:cNvSpPr txBox="1"/>
          <p:nvPr>
            <p:custDataLst>
              <p:tags r:id="rId11"/>
            </p:custDataLst>
          </p:nvPr>
        </p:nvSpPr>
        <p:spPr>
          <a:xfrm>
            <a:off x="7682088" y="2445522"/>
            <a:ext cx="2293282" cy="460375"/>
          </a:xfrm>
          <a:prstGeom prst="rect">
            <a:avLst/>
          </a:prstGeom>
          <a:noFill/>
          <a:ln w="15875">
            <a:solidFill>
              <a:srgbClr val="FF7E7E"/>
            </a:solidFill>
          </a:ln>
        </p:spPr>
        <p:txBody>
          <a:bodyPr wrap="square" rtlCol="0">
            <a:spAutoFit/>
          </a:bodyPr>
          <a:lstStyle/>
          <a:p>
            <a:pPr algn="ctr"/>
            <a:r>
              <a:rPr lang="en-US" altLang="zh-CN" sz="2400" i="1">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恒定，匀变速</a:t>
            </a:r>
          </a:p>
        </p:txBody>
      </p:sp>
      <p:sp>
        <p:nvSpPr>
          <p:cNvPr id="41" name="文本框 40"/>
          <p:cNvSpPr txBox="1"/>
          <p:nvPr>
            <p:custDataLst>
              <p:tags r:id="rId12"/>
            </p:custDataLst>
          </p:nvPr>
        </p:nvSpPr>
        <p:spPr>
          <a:xfrm>
            <a:off x="7682088" y="3057988"/>
            <a:ext cx="2293282" cy="460375"/>
          </a:xfrm>
          <a:prstGeom prst="rect">
            <a:avLst/>
          </a:prstGeom>
          <a:noFill/>
          <a:ln w="15875">
            <a:solidFill>
              <a:srgbClr val="FF7E7E"/>
            </a:solidFill>
          </a:ln>
        </p:spPr>
        <p:txBody>
          <a:bodyPr wrap="square" rtlCol="0">
            <a:spAutoFit/>
          </a:bodyPr>
          <a:lstStyle/>
          <a:p>
            <a:pPr algn="ctr"/>
            <a:r>
              <a:rPr lang="en-US" altLang="zh-CN" sz="2400" i="1">
                <a:latin typeface="Times New Roman" panose="02020603050405020304" pitchFamily="18" charset="0"/>
                <a:ea typeface="微软雅黑" panose="020B0503020204020204" pitchFamily="34" charset="-122"/>
                <a:cs typeface="Times New Roman" panose="02020603050405020304" pitchFamily="18" charset="0"/>
              </a:rPr>
              <a:t>a </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，匀速运动</a:t>
            </a:r>
          </a:p>
        </p:txBody>
      </p:sp>
      <p:sp>
        <p:nvSpPr>
          <p:cNvPr id="43" name="文本框 42"/>
          <p:cNvSpPr txBox="1"/>
          <p:nvPr>
            <p:custDataLst>
              <p:tags r:id="rId13"/>
            </p:custDataLst>
          </p:nvPr>
        </p:nvSpPr>
        <p:spPr>
          <a:xfrm>
            <a:off x="5023924" y="3952232"/>
            <a:ext cx="2369408" cy="460375"/>
          </a:xfrm>
          <a:prstGeom prst="rect">
            <a:avLst/>
          </a:prstGeom>
          <a:noFill/>
          <a:ln w="15875">
            <a:solidFill>
              <a:srgbClr val="0000FF"/>
            </a:solidFill>
          </a:ln>
        </p:spPr>
        <p:txBody>
          <a:bodyPr wrap="square" rtlCol="0">
            <a:spAutoFit/>
          </a:bodyPr>
          <a:lstStyle/>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确定正反向运动</a:t>
            </a:r>
          </a:p>
        </p:txBody>
      </p:sp>
      <p:sp>
        <p:nvSpPr>
          <p:cNvPr id="44" name="文本框 43"/>
          <p:cNvSpPr txBox="1"/>
          <p:nvPr>
            <p:custDataLst>
              <p:tags r:id="rId14"/>
            </p:custDataLst>
          </p:nvPr>
        </p:nvSpPr>
        <p:spPr>
          <a:xfrm>
            <a:off x="5023924" y="4560302"/>
            <a:ext cx="2735306" cy="460375"/>
          </a:xfrm>
          <a:prstGeom prst="rect">
            <a:avLst/>
          </a:prstGeom>
          <a:noFill/>
          <a:ln w="15875">
            <a:solidFill>
              <a:srgbClr val="0000FF"/>
            </a:solidFill>
          </a:ln>
        </p:spPr>
        <p:txBody>
          <a:bodyPr wrap="square" rtlCol="0">
            <a:spAutoFit/>
          </a:bodyPr>
          <a:lstStyle/>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确定加、减速运动</a:t>
            </a:r>
          </a:p>
        </p:txBody>
      </p:sp>
      <p:sp>
        <p:nvSpPr>
          <p:cNvPr id="45" name="文本框 44"/>
          <p:cNvSpPr txBox="1"/>
          <p:nvPr>
            <p:custDataLst>
              <p:tags r:id="rId15"/>
            </p:custDataLst>
          </p:nvPr>
        </p:nvSpPr>
        <p:spPr>
          <a:xfrm>
            <a:off x="5023924" y="5168372"/>
            <a:ext cx="2369408" cy="460375"/>
          </a:xfrm>
          <a:prstGeom prst="rect">
            <a:avLst/>
          </a:prstGeom>
          <a:noFill/>
          <a:ln w="15875">
            <a:solidFill>
              <a:srgbClr val="0000FF"/>
            </a:solidFill>
          </a:ln>
        </p:spPr>
        <p:txBody>
          <a:bodyPr wrap="square" rtlCol="0">
            <a:spAutoFit/>
          </a:bodyPr>
          <a:lstStyle/>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确定加速度正负</a:t>
            </a:r>
          </a:p>
        </p:txBody>
      </p:sp>
      <p:sp>
        <p:nvSpPr>
          <p:cNvPr id="46" name="文本框 45"/>
          <p:cNvSpPr txBox="1"/>
          <p:nvPr>
            <p:custDataLst>
              <p:tags r:id="rId16"/>
            </p:custDataLst>
          </p:nvPr>
        </p:nvSpPr>
        <p:spPr>
          <a:xfrm>
            <a:off x="5023924" y="5776441"/>
            <a:ext cx="2369408" cy="460375"/>
          </a:xfrm>
          <a:prstGeom prst="rect">
            <a:avLst/>
          </a:prstGeom>
          <a:noFill/>
          <a:ln w="15875">
            <a:solidFill>
              <a:srgbClr val="0000FF"/>
            </a:solidFill>
          </a:ln>
        </p:spPr>
        <p:txBody>
          <a:bodyPr wrap="square" rtlCol="0">
            <a:spAutoFit/>
          </a:bodyPr>
          <a:lstStyle/>
          <a:p>
            <a:pPr algn="ctr"/>
            <a:r>
              <a:rPr lang="zh-CN" altLang="en-US" sz="2400" kern="100">
                <a:latin typeface="Times New Roman" panose="02020603050405020304" pitchFamily="18" charset="0"/>
                <a:ea typeface="微软雅黑" panose="020B0503020204020204" pitchFamily="34" charset="-122"/>
                <a:cs typeface="Times New Roman" panose="02020603050405020304" pitchFamily="18" charset="0"/>
              </a:rPr>
              <a:t>确定加速度变化</a:t>
            </a:r>
          </a:p>
        </p:txBody>
      </p:sp>
      <p:sp>
        <p:nvSpPr>
          <p:cNvPr id="47" name="MMConnector"/>
          <p:cNvSpPr/>
          <p:nvPr>
            <p:custDataLst>
              <p:tags r:id="rId17"/>
            </p:custDataLst>
          </p:nvPr>
        </p:nvSpPr>
        <p:spPr>
          <a:xfrm>
            <a:off x="4196203" y="4660130"/>
            <a:ext cx="555321" cy="895052"/>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00FF"/>
          </a:solidFill>
          <a:ln w="5800" cap="rnd">
            <a:solidFill>
              <a:srgbClr val="0000FF"/>
            </a:solidFill>
            <a:round/>
          </a:ln>
        </p:spPr>
        <p:txBody>
          <a:bodyPr/>
          <a:lstStyle/>
          <a:p>
            <a:endParaRPr/>
          </a:p>
        </p:txBody>
      </p:sp>
      <p:sp>
        <p:nvSpPr>
          <p:cNvPr id="48" name="MMConnector"/>
          <p:cNvSpPr/>
          <p:nvPr>
            <p:custDataLst>
              <p:tags r:id="rId18"/>
            </p:custDataLst>
          </p:nvPr>
        </p:nvSpPr>
        <p:spPr>
          <a:xfrm>
            <a:off x="4196203" y="4926433"/>
            <a:ext cx="555321" cy="345082"/>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00FF"/>
          </a:solidFill>
          <a:ln w="5800" cap="rnd">
            <a:solidFill>
              <a:srgbClr val="0000FF"/>
            </a:solidFill>
            <a:round/>
          </a:ln>
        </p:spPr>
        <p:txBody>
          <a:bodyPr/>
          <a:lstStyle/>
          <a:p>
            <a:endParaRPr/>
          </a:p>
        </p:txBody>
      </p:sp>
      <p:sp>
        <p:nvSpPr>
          <p:cNvPr id="49" name="MMConnector"/>
          <p:cNvSpPr/>
          <p:nvPr>
            <p:custDataLst>
              <p:tags r:id="rId19"/>
            </p:custDataLst>
          </p:nvPr>
        </p:nvSpPr>
        <p:spPr>
          <a:xfrm flipV="1">
            <a:off x="4192320" y="4655116"/>
            <a:ext cx="555321" cy="895052"/>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00FF"/>
          </a:solidFill>
          <a:ln w="5800" cap="rnd">
            <a:solidFill>
              <a:srgbClr val="0000FF"/>
            </a:solidFill>
            <a:round/>
          </a:ln>
        </p:spPr>
        <p:txBody>
          <a:bodyPr/>
          <a:lstStyle/>
          <a:p>
            <a:endParaRPr/>
          </a:p>
        </p:txBody>
      </p:sp>
      <p:sp>
        <p:nvSpPr>
          <p:cNvPr id="50" name="MMConnector"/>
          <p:cNvSpPr/>
          <p:nvPr>
            <p:custDataLst>
              <p:tags r:id="rId20"/>
            </p:custDataLst>
          </p:nvPr>
        </p:nvSpPr>
        <p:spPr>
          <a:xfrm flipV="1">
            <a:off x="4192320" y="4951391"/>
            <a:ext cx="555321" cy="313711"/>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0000FF"/>
          </a:solidFill>
          <a:ln w="5800" cap="rnd">
            <a:solidFill>
              <a:srgbClr val="0000FF"/>
            </a:solidFill>
            <a:round/>
          </a:ln>
        </p:spPr>
        <p:txBody>
          <a:bodyPr/>
          <a:lstStyle/>
          <a:p>
            <a:endParaRPr/>
          </a:p>
        </p:txBody>
      </p:sp>
      <p:sp>
        <p:nvSpPr>
          <p:cNvPr id="51" name="MMConnector"/>
          <p:cNvSpPr/>
          <p:nvPr>
            <p:custDataLst>
              <p:tags r:id="rId21"/>
            </p:custDataLst>
          </p:nvPr>
        </p:nvSpPr>
        <p:spPr>
          <a:xfrm>
            <a:off x="6846031" y="1808782"/>
            <a:ext cx="555321" cy="984557"/>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E7E"/>
          </a:solidFill>
          <a:ln w="5800" cap="rnd">
            <a:solidFill>
              <a:srgbClr val="FF7E7E"/>
            </a:solidFill>
            <a:round/>
          </a:ln>
        </p:spPr>
        <p:txBody>
          <a:bodyPr/>
          <a:lstStyle/>
          <a:p>
            <a:endParaRPr/>
          </a:p>
        </p:txBody>
      </p:sp>
      <p:sp>
        <p:nvSpPr>
          <p:cNvPr id="52" name="MMConnector"/>
          <p:cNvSpPr/>
          <p:nvPr>
            <p:custDataLst>
              <p:tags r:id="rId22"/>
            </p:custDataLst>
          </p:nvPr>
        </p:nvSpPr>
        <p:spPr>
          <a:xfrm>
            <a:off x="6846031" y="2102583"/>
            <a:ext cx="555321" cy="379590"/>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E7E"/>
          </a:solidFill>
          <a:ln w="5800" cap="rnd">
            <a:solidFill>
              <a:srgbClr val="FF7E7E"/>
            </a:solidFill>
            <a:round/>
          </a:ln>
        </p:spPr>
        <p:txBody>
          <a:bodyPr/>
          <a:lstStyle/>
          <a:p>
            <a:endParaRPr/>
          </a:p>
        </p:txBody>
      </p:sp>
      <p:sp>
        <p:nvSpPr>
          <p:cNvPr id="53" name="MMConnector"/>
          <p:cNvSpPr/>
          <p:nvPr>
            <p:custDataLst>
              <p:tags r:id="rId23"/>
            </p:custDataLst>
          </p:nvPr>
        </p:nvSpPr>
        <p:spPr>
          <a:xfrm flipV="1">
            <a:off x="6846910" y="1808530"/>
            <a:ext cx="555321" cy="984557"/>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E7E"/>
          </a:solidFill>
          <a:ln w="5800" cap="rnd">
            <a:solidFill>
              <a:srgbClr val="FF7E7E"/>
            </a:solidFill>
            <a:round/>
          </a:ln>
        </p:spPr>
        <p:txBody>
          <a:bodyPr/>
          <a:lstStyle/>
          <a:p>
            <a:endParaRPr/>
          </a:p>
        </p:txBody>
      </p:sp>
      <p:sp>
        <p:nvSpPr>
          <p:cNvPr id="54" name="MMConnector"/>
          <p:cNvSpPr/>
          <p:nvPr>
            <p:custDataLst>
              <p:tags r:id="rId24"/>
            </p:custDataLst>
          </p:nvPr>
        </p:nvSpPr>
        <p:spPr>
          <a:xfrm flipV="1">
            <a:off x="6846910" y="2102331"/>
            <a:ext cx="555321" cy="379590"/>
          </a:xfrm>
          <a:custGeom>
            <a:avLst/>
            <a:gdLst/>
            <a:ahLst/>
            <a:cxnLst/>
            <a:rect l="0" t="0" r="0" b="0"/>
            <a:pathLst>
              <a:path w="365400" h="1543163">
                <a:moveTo>
                  <a:pt x="252922" y="743871"/>
                </a:moveTo>
                <a:cubicBezTo>
                  <a:pt x="269404" y="722856"/>
                  <a:pt x="284922" y="700783"/>
                  <a:pt x="295040" y="672782"/>
                </a:cubicBezTo>
                <a:cubicBezTo>
                  <a:pt x="307358" y="638692"/>
                  <a:pt x="311672" y="595817"/>
                  <a:pt x="315769" y="554651"/>
                </a:cubicBezTo>
                <a:cubicBezTo>
                  <a:pt x="319866" y="513485"/>
                  <a:pt x="323745" y="474029"/>
                  <a:pt x="326684" y="433957"/>
                </a:cubicBezTo>
                <a:cubicBezTo>
                  <a:pt x="329623" y="393885"/>
                  <a:pt x="331623" y="353197"/>
                  <a:pt x="333399" y="312604"/>
                </a:cubicBezTo>
                <a:cubicBezTo>
                  <a:pt x="335174" y="272010"/>
                  <a:pt x="336726" y="231511"/>
                  <a:pt x="338142" y="191001"/>
                </a:cubicBezTo>
                <a:cubicBezTo>
                  <a:pt x="339559" y="150490"/>
                  <a:pt x="340841" y="109968"/>
                  <a:pt x="342182" y="69282"/>
                </a:cubicBezTo>
                <a:cubicBezTo>
                  <a:pt x="343523" y="28596"/>
                  <a:pt x="344923" y="-12254"/>
                  <a:pt x="346456" y="-52493"/>
                </a:cubicBezTo>
                <a:cubicBezTo>
                  <a:pt x="347988" y="-92732"/>
                  <a:pt x="349652" y="-132361"/>
                  <a:pt x="351852" y="-174277"/>
                </a:cubicBezTo>
                <a:cubicBezTo>
                  <a:pt x="354051" y="-216193"/>
                  <a:pt x="356786" y="-260398"/>
                  <a:pt x="359419" y="-296002"/>
                </a:cubicBezTo>
                <a:cubicBezTo>
                  <a:pt x="362051" y="-331607"/>
                  <a:pt x="364581" y="-358613"/>
                  <a:pt x="366385" y="-377052"/>
                </a:cubicBezTo>
                <a:cubicBezTo>
                  <a:pt x="368189" y="-395490"/>
                  <a:pt x="369266" y="-405361"/>
                  <a:pt x="370678" y="-417515"/>
                </a:cubicBezTo>
                <a:cubicBezTo>
                  <a:pt x="372089" y="-429670"/>
                  <a:pt x="373834" y="-444107"/>
                  <a:pt x="375658" y="-457914"/>
                </a:cubicBezTo>
                <a:cubicBezTo>
                  <a:pt x="377483" y="-471722"/>
                  <a:pt x="379387" y="-484899"/>
                  <a:pt x="381479" y="-498219"/>
                </a:cubicBezTo>
                <a:cubicBezTo>
                  <a:pt x="383571" y="-511538"/>
                  <a:pt x="385850" y="-525000"/>
                  <a:pt x="388343" y="-538382"/>
                </a:cubicBezTo>
                <a:cubicBezTo>
                  <a:pt x="390836" y="-551764"/>
                  <a:pt x="393544" y="-565068"/>
                  <a:pt x="396532" y="-578328"/>
                </a:cubicBezTo>
                <a:cubicBezTo>
                  <a:pt x="399521" y="-591589"/>
                  <a:pt x="402792" y="-604806"/>
                  <a:pt x="406459" y="-617925"/>
                </a:cubicBezTo>
                <a:cubicBezTo>
                  <a:pt x="410127" y="-631044"/>
                  <a:pt x="414191" y="-644064"/>
                  <a:pt x="418758" y="-656924"/>
                </a:cubicBezTo>
                <a:cubicBezTo>
                  <a:pt x="423325" y="-669784"/>
                  <a:pt x="428395" y="-682484"/>
                  <a:pt x="434478" y="-694799"/>
                </a:cubicBezTo>
                <a:cubicBezTo>
                  <a:pt x="440561" y="-707113"/>
                  <a:pt x="447657" y="-719043"/>
                  <a:pt x="455467" y="-730263"/>
                </a:cubicBezTo>
                <a:cubicBezTo>
                  <a:pt x="463278" y="-741482"/>
                  <a:pt x="471804" y="-751992"/>
                  <a:pt x="484809" y="-759662"/>
                </a:cubicBezTo>
                <a:cubicBezTo>
                  <a:pt x="497813" y="-767331"/>
                  <a:pt x="515295" y="-772160"/>
                  <a:pt x="523932" y="-774157"/>
                </a:cubicBezTo>
                <a:cubicBezTo>
                  <a:pt x="532568" y="-776153"/>
                  <a:pt x="532359" y="-775317"/>
                  <a:pt x="532150" y="-774481"/>
                </a:cubicBezTo>
                <a:cubicBezTo>
                  <a:pt x="531643" y="-772456"/>
                  <a:pt x="535630" y="-773176"/>
                  <a:pt x="535630" y="-771581"/>
                </a:cubicBezTo>
                <a:cubicBezTo>
                  <a:pt x="535630" y="-769986"/>
                  <a:pt x="531727" y="-766637"/>
                  <a:pt x="532150" y="-768681"/>
                </a:cubicBezTo>
                <a:cubicBezTo>
                  <a:pt x="532304" y="-769427"/>
                  <a:pt x="532459" y="-770173"/>
                  <a:pt x="524519" y="-768231"/>
                </a:cubicBezTo>
                <a:cubicBezTo>
                  <a:pt x="516579" y="-766288"/>
                  <a:pt x="500546" y="-761658"/>
                  <a:pt x="488535" y="-754328"/>
                </a:cubicBezTo>
                <a:cubicBezTo>
                  <a:pt x="476523" y="-746997"/>
                  <a:pt x="468535" y="-736966"/>
                  <a:pt x="461181" y="-726119"/>
                </a:cubicBezTo>
                <a:cubicBezTo>
                  <a:pt x="453827" y="-715272"/>
                  <a:pt x="447108" y="-703609"/>
                  <a:pt x="441346" y="-691523"/>
                </a:cubicBezTo>
                <a:cubicBezTo>
                  <a:pt x="435584" y="-679437"/>
                  <a:pt x="430779" y="-666927"/>
                  <a:pt x="426461" y="-654229"/>
                </a:cubicBezTo>
                <a:cubicBezTo>
                  <a:pt x="422142" y="-641530"/>
                  <a:pt x="418311" y="-628643"/>
                  <a:pt x="414866" y="-615640"/>
                </a:cubicBezTo>
                <a:cubicBezTo>
                  <a:pt x="411421" y="-602638"/>
                  <a:pt x="408363" y="-589522"/>
                  <a:pt x="405582" y="-576352"/>
                </a:cubicBezTo>
                <a:cubicBezTo>
                  <a:pt x="402801" y="-563182"/>
                  <a:pt x="400296" y="-549958"/>
                  <a:pt x="398003" y="-536648"/>
                </a:cubicBezTo>
                <a:cubicBezTo>
                  <a:pt x="395710" y="-523339"/>
                  <a:pt x="393628" y="-509943"/>
                  <a:pt x="391730" y="-496684"/>
                </a:cubicBezTo>
                <a:cubicBezTo>
                  <a:pt x="389832" y="-483425"/>
                  <a:pt x="388117" y="-470302"/>
                  <a:pt x="386489" y="-456547"/>
                </a:cubicBezTo>
                <a:cubicBezTo>
                  <a:pt x="384861" y="-442793"/>
                  <a:pt x="383320" y="-428406"/>
                  <a:pt x="382080" y="-416292"/>
                </a:cubicBezTo>
                <a:cubicBezTo>
                  <a:pt x="380840" y="-404179"/>
                  <a:pt x="379901" y="-394339"/>
                  <a:pt x="378354" y="-375954"/>
                </a:cubicBezTo>
                <a:cubicBezTo>
                  <a:pt x="376807" y="-357569"/>
                  <a:pt x="374653" y="-330638"/>
                  <a:pt x="372511" y="-295113"/>
                </a:cubicBezTo>
                <a:cubicBezTo>
                  <a:pt x="370369" y="-259587"/>
                  <a:pt x="368239" y="-215467"/>
                  <a:pt x="366613" y="-173616"/>
                </a:cubicBezTo>
                <a:cubicBezTo>
                  <a:pt x="364987" y="-131764"/>
                  <a:pt x="363864" y="-92181"/>
                  <a:pt x="362878" y="-51973"/>
                </a:cubicBezTo>
                <a:cubicBezTo>
                  <a:pt x="361892" y="-11765"/>
                  <a:pt x="361043" y="29069"/>
                  <a:pt x="360259" y="69754"/>
                </a:cubicBezTo>
                <a:cubicBezTo>
                  <a:pt x="359476" y="110440"/>
                  <a:pt x="358757" y="150978"/>
                  <a:pt x="357873" y="191551"/>
                </a:cubicBezTo>
                <a:cubicBezTo>
                  <a:pt x="356988" y="232123"/>
                  <a:pt x="355937" y="272731"/>
                  <a:pt x="354775" y="313420"/>
                </a:cubicBezTo>
                <a:cubicBezTo>
                  <a:pt x="353613" y="354109"/>
                  <a:pt x="352341" y="394880"/>
                  <a:pt x="349686" y="435376"/>
                </a:cubicBezTo>
                <a:cubicBezTo>
                  <a:pt x="347032" y="475872"/>
                  <a:pt x="342995" y="516094"/>
                  <a:pt x="340314" y="557409"/>
                </a:cubicBezTo>
                <a:cubicBezTo>
                  <a:pt x="337634" y="598723"/>
                  <a:pt x="336310" y="641131"/>
                  <a:pt x="320572" y="679308"/>
                </a:cubicBezTo>
                <a:cubicBezTo>
                  <a:pt x="306847" y="712605"/>
                  <a:pt x="282157" y="742684"/>
                  <a:pt x="256065" y="772352"/>
                </a:cubicBezTo>
                <a:cubicBezTo>
                  <a:pt x="248343" y="781132"/>
                  <a:pt x="238825" y="785431"/>
                  <a:pt x="227132" y="785537"/>
                </a:cubicBezTo>
                <a:lnTo>
                  <a:pt x="184149" y="785924"/>
                </a:lnTo>
                <a:cubicBezTo>
                  <a:pt x="172457" y="786030"/>
                  <a:pt x="158137" y="788729"/>
                  <a:pt x="151618" y="779022"/>
                </a:cubicBezTo>
                <a:cubicBezTo>
                  <a:pt x="150151" y="776837"/>
                  <a:pt x="149350" y="774287"/>
                  <a:pt x="149350" y="771581"/>
                </a:cubicBezTo>
                <a:cubicBezTo>
                  <a:pt x="149350" y="768876"/>
                  <a:pt x="150151" y="766332"/>
                  <a:pt x="151616" y="764152"/>
                </a:cubicBezTo>
                <a:cubicBezTo>
                  <a:pt x="158141" y="754449"/>
                  <a:pt x="172457" y="757111"/>
                  <a:pt x="184150" y="757173"/>
                </a:cubicBezTo>
                <a:lnTo>
                  <a:pt x="224680" y="757388"/>
                </a:lnTo>
                <a:cubicBezTo>
                  <a:pt x="236372" y="757450"/>
                  <a:pt x="245706" y="753072"/>
                  <a:pt x="252922" y="743871"/>
                </a:cubicBezTo>
                <a:close/>
              </a:path>
            </a:pathLst>
          </a:custGeom>
          <a:solidFill>
            <a:srgbClr val="FF7E7E"/>
          </a:solidFill>
          <a:ln w="5800" cap="rnd">
            <a:solidFill>
              <a:srgbClr val="FF7E7E"/>
            </a:solidFill>
            <a:round/>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500"/>
                                        <p:tgtEl>
                                          <p:spTgt spid="28"/>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wipe(left)">
                                      <p:cBhvr>
                                        <p:cTn id="15" dur="500"/>
                                        <p:tgtEl>
                                          <p:spTgt spid="34"/>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left)">
                                      <p:cBhvr>
                                        <p:cTn id="19" dur="500"/>
                                        <p:tgtEl>
                                          <p:spTgt spid="33"/>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wipe(left)">
                                      <p:cBhvr>
                                        <p:cTn id="23" dur="500"/>
                                        <p:tgtEl>
                                          <p:spTgt spid="51"/>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childTnLst>
                          </p:cTn>
                        </p:par>
                        <p:par>
                          <p:cTn id="28" fill="hold" nodeType="afterGroup">
                            <p:stCondLst>
                              <p:cond delay="3000"/>
                            </p:stCondLst>
                            <p:childTnLst>
                              <p:par>
                                <p:cTn id="29" presetID="22" presetClass="entr" presetSubtype="8" fill="hold" nodeType="after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left)">
                                      <p:cBhvr>
                                        <p:cTn id="31" dur="500"/>
                                        <p:tgtEl>
                                          <p:spTgt spid="52"/>
                                        </p:tgtEl>
                                      </p:cBhvr>
                                    </p:animEffect>
                                  </p:childTnLst>
                                </p:cTn>
                              </p:par>
                            </p:childTnLst>
                          </p:cTn>
                        </p:par>
                        <p:par>
                          <p:cTn id="32" fill="hold" nodeType="afterGroup">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wipe(left)">
                                      <p:cBhvr>
                                        <p:cTn id="35" dur="500"/>
                                        <p:tgtEl>
                                          <p:spTgt spid="36"/>
                                        </p:tgtEl>
                                      </p:cBhvr>
                                    </p:animEffect>
                                  </p:childTnLst>
                                </p:cTn>
                              </p:par>
                            </p:childTnLst>
                          </p:cTn>
                        </p:par>
                        <p:par>
                          <p:cTn id="36" fill="hold" nodeType="afterGroup">
                            <p:stCondLst>
                              <p:cond delay="4000"/>
                            </p:stCondLst>
                            <p:childTnLst>
                              <p:par>
                                <p:cTn id="37" presetID="22" presetClass="entr" presetSubtype="8" fill="hold" nodeType="after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wipe(left)">
                                      <p:cBhvr>
                                        <p:cTn id="39" dur="500"/>
                                        <p:tgtEl>
                                          <p:spTgt spid="54"/>
                                        </p:tgtEl>
                                      </p:cBhvr>
                                    </p:animEffect>
                                  </p:childTnLst>
                                </p:cTn>
                              </p:par>
                            </p:childTnLst>
                          </p:cTn>
                        </p:par>
                        <p:par>
                          <p:cTn id="40" fill="hold" nodeType="afterGroup">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left)">
                                      <p:cBhvr>
                                        <p:cTn id="43" dur="500"/>
                                        <p:tgtEl>
                                          <p:spTgt spid="37"/>
                                        </p:tgtEl>
                                      </p:cBhvr>
                                    </p:animEffect>
                                  </p:childTnLst>
                                </p:cTn>
                              </p:par>
                            </p:childTnLst>
                          </p:cTn>
                        </p:par>
                        <p:par>
                          <p:cTn id="44" fill="hold" nodeType="afterGroup">
                            <p:stCondLst>
                              <p:cond delay="5000"/>
                            </p:stCondLst>
                            <p:childTnLst>
                              <p:par>
                                <p:cTn id="45" presetID="22" presetClass="entr" presetSubtype="8" fill="hold" nodeType="after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wipe(left)">
                                      <p:cBhvr>
                                        <p:cTn id="47" dur="500"/>
                                        <p:tgtEl>
                                          <p:spTgt spid="53"/>
                                        </p:tgtEl>
                                      </p:cBhvr>
                                    </p:animEffect>
                                  </p:childTnLst>
                                </p:cTn>
                              </p:par>
                            </p:childTnLst>
                          </p:cTn>
                        </p:par>
                        <p:par>
                          <p:cTn id="48" fill="hold" nodeType="afterGroup">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wipe(left)">
                                      <p:cBhvr>
                                        <p:cTn id="51" dur="500"/>
                                        <p:tgtEl>
                                          <p:spTgt spid="41"/>
                                        </p:tgtEl>
                                      </p:cBhvr>
                                    </p:animEffect>
                                  </p:childTnLst>
                                </p:cTn>
                              </p:par>
                            </p:childTnLst>
                          </p:cTn>
                        </p:par>
                      </p:childTnLst>
                    </p:cTn>
                  </p:par>
                  <p:par>
                    <p:cTn id="52" fill="hold" nodeType="clickPar">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wipe(left)">
                                      <p:cBhvr>
                                        <p:cTn id="56" dur="500"/>
                                        <p:tgtEl>
                                          <p:spTgt spid="5"/>
                                        </p:tgtEl>
                                      </p:cBhvr>
                                    </p:animEffect>
                                  </p:childTnLst>
                                </p:cTn>
                              </p:par>
                            </p:childTnLst>
                          </p:cTn>
                        </p:par>
                        <p:par>
                          <p:cTn id="57" fill="hold" nodeType="afterGroup">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ipe(left)">
                                      <p:cBhvr>
                                        <p:cTn id="60" dur="500"/>
                                        <p:tgtEl>
                                          <p:spTgt spid="24"/>
                                        </p:tgtEl>
                                      </p:cBhvr>
                                    </p:animEffect>
                                  </p:childTnLst>
                                </p:cTn>
                              </p:par>
                            </p:childTnLst>
                          </p:cTn>
                        </p:par>
                        <p:par>
                          <p:cTn id="61" fill="hold" nodeType="afterGroup">
                            <p:stCondLst>
                              <p:cond delay="1000"/>
                            </p:stCondLst>
                            <p:childTnLst>
                              <p:par>
                                <p:cTn id="62" presetID="22" presetClass="entr" presetSubtype="8" fill="hold" nodeType="after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left)">
                                      <p:cBhvr>
                                        <p:cTn id="64" dur="500"/>
                                        <p:tgtEl>
                                          <p:spTgt spid="47"/>
                                        </p:tgtEl>
                                      </p:cBhvr>
                                    </p:animEffect>
                                  </p:childTnLst>
                                </p:cTn>
                              </p:par>
                            </p:childTnLst>
                          </p:cTn>
                        </p:par>
                        <p:par>
                          <p:cTn id="65" fill="hold" nodeType="afterGroup">
                            <p:stCondLst>
                              <p:cond delay="1500"/>
                            </p:stCondLst>
                            <p:childTnLst>
                              <p:par>
                                <p:cTn id="66" presetID="22" presetClass="entr" presetSubtype="8" fill="hold" grpId="0" nodeType="afterEffect">
                                  <p:stCondLst>
                                    <p:cond delay="0"/>
                                  </p:stCondLst>
                                  <p:childTnLst>
                                    <p:set>
                                      <p:cBhvr>
                                        <p:cTn id="67" dur="1" fill="hold">
                                          <p:stCondLst>
                                            <p:cond delay="0"/>
                                          </p:stCondLst>
                                        </p:cTn>
                                        <p:tgtEl>
                                          <p:spTgt spid="43"/>
                                        </p:tgtEl>
                                        <p:attrNameLst>
                                          <p:attrName>style.visibility</p:attrName>
                                        </p:attrNameLst>
                                      </p:cBhvr>
                                      <p:to>
                                        <p:strVal val="visible"/>
                                      </p:to>
                                    </p:set>
                                    <p:animEffect transition="in" filter="wipe(left)">
                                      <p:cBhvr>
                                        <p:cTn id="68" dur="500"/>
                                        <p:tgtEl>
                                          <p:spTgt spid="43"/>
                                        </p:tgtEl>
                                      </p:cBhvr>
                                    </p:animEffect>
                                  </p:childTnLst>
                                </p:cTn>
                              </p:par>
                            </p:childTnLst>
                          </p:cTn>
                        </p:par>
                        <p:par>
                          <p:cTn id="69" fill="hold" nodeType="afterGroup">
                            <p:stCondLst>
                              <p:cond delay="2000"/>
                            </p:stCondLst>
                            <p:childTnLst>
                              <p:par>
                                <p:cTn id="70" presetID="22" presetClass="entr" presetSubtype="8" fill="hold" nodeType="after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wipe(left)">
                                      <p:cBhvr>
                                        <p:cTn id="72" dur="500"/>
                                        <p:tgtEl>
                                          <p:spTgt spid="48"/>
                                        </p:tgtEl>
                                      </p:cBhvr>
                                    </p:animEffect>
                                  </p:childTnLst>
                                </p:cTn>
                              </p:par>
                            </p:childTnLst>
                          </p:cTn>
                        </p:par>
                        <p:par>
                          <p:cTn id="73" fill="hold" nodeType="afterGroup">
                            <p:stCondLst>
                              <p:cond delay="2500"/>
                            </p:stCondLst>
                            <p:childTnLst>
                              <p:par>
                                <p:cTn id="74" presetID="22" presetClass="entr" presetSubtype="8" fill="hold" grpId="0" nodeType="afterEffect">
                                  <p:stCondLst>
                                    <p:cond delay="0"/>
                                  </p:stCondLst>
                                  <p:childTnLst>
                                    <p:set>
                                      <p:cBhvr>
                                        <p:cTn id="75" dur="1" fill="hold">
                                          <p:stCondLst>
                                            <p:cond delay="0"/>
                                          </p:stCondLst>
                                        </p:cTn>
                                        <p:tgtEl>
                                          <p:spTgt spid="44"/>
                                        </p:tgtEl>
                                        <p:attrNameLst>
                                          <p:attrName>style.visibility</p:attrName>
                                        </p:attrNameLst>
                                      </p:cBhvr>
                                      <p:to>
                                        <p:strVal val="visible"/>
                                      </p:to>
                                    </p:set>
                                    <p:animEffect transition="in" filter="wipe(left)">
                                      <p:cBhvr>
                                        <p:cTn id="76" dur="500"/>
                                        <p:tgtEl>
                                          <p:spTgt spid="44"/>
                                        </p:tgtEl>
                                      </p:cBhvr>
                                    </p:animEffect>
                                  </p:childTnLst>
                                </p:cTn>
                              </p:par>
                            </p:childTnLst>
                          </p:cTn>
                        </p:par>
                        <p:par>
                          <p:cTn id="77" fill="hold" nodeType="afterGroup">
                            <p:stCondLst>
                              <p:cond delay="3000"/>
                            </p:stCondLst>
                            <p:childTnLst>
                              <p:par>
                                <p:cTn id="78" presetID="22" presetClass="entr" presetSubtype="8" fill="hold" nodeType="afterEffect">
                                  <p:stCondLst>
                                    <p:cond delay="0"/>
                                  </p:stCondLst>
                                  <p:childTnLst>
                                    <p:set>
                                      <p:cBhvr>
                                        <p:cTn id="79" dur="1" fill="hold">
                                          <p:stCondLst>
                                            <p:cond delay="0"/>
                                          </p:stCondLst>
                                        </p:cTn>
                                        <p:tgtEl>
                                          <p:spTgt spid="50"/>
                                        </p:tgtEl>
                                        <p:attrNameLst>
                                          <p:attrName>style.visibility</p:attrName>
                                        </p:attrNameLst>
                                      </p:cBhvr>
                                      <p:to>
                                        <p:strVal val="visible"/>
                                      </p:to>
                                    </p:set>
                                    <p:animEffect transition="in" filter="wipe(left)">
                                      <p:cBhvr>
                                        <p:cTn id="80" dur="500"/>
                                        <p:tgtEl>
                                          <p:spTgt spid="50"/>
                                        </p:tgtEl>
                                      </p:cBhvr>
                                    </p:animEffect>
                                  </p:childTnLst>
                                </p:cTn>
                              </p:par>
                            </p:childTnLst>
                          </p:cTn>
                        </p:par>
                        <p:par>
                          <p:cTn id="81" fill="hold" nodeType="afterGroup">
                            <p:stCondLst>
                              <p:cond delay="3500"/>
                            </p:stCondLst>
                            <p:childTnLst>
                              <p:par>
                                <p:cTn id="82" presetID="22" presetClass="entr" presetSubtype="8" fill="hold" grpId="0" nodeType="afterEffect">
                                  <p:stCondLst>
                                    <p:cond delay="0"/>
                                  </p:stCondLst>
                                  <p:childTnLst>
                                    <p:set>
                                      <p:cBhvr>
                                        <p:cTn id="83" dur="1" fill="hold">
                                          <p:stCondLst>
                                            <p:cond delay="0"/>
                                          </p:stCondLst>
                                        </p:cTn>
                                        <p:tgtEl>
                                          <p:spTgt spid="45"/>
                                        </p:tgtEl>
                                        <p:attrNameLst>
                                          <p:attrName>style.visibility</p:attrName>
                                        </p:attrNameLst>
                                      </p:cBhvr>
                                      <p:to>
                                        <p:strVal val="visible"/>
                                      </p:to>
                                    </p:set>
                                    <p:animEffect transition="in" filter="wipe(left)">
                                      <p:cBhvr>
                                        <p:cTn id="84" dur="500"/>
                                        <p:tgtEl>
                                          <p:spTgt spid="45"/>
                                        </p:tgtEl>
                                      </p:cBhvr>
                                    </p:animEffect>
                                  </p:childTnLst>
                                </p:cTn>
                              </p:par>
                            </p:childTnLst>
                          </p:cTn>
                        </p:par>
                        <p:par>
                          <p:cTn id="85" fill="hold" nodeType="afterGroup">
                            <p:stCondLst>
                              <p:cond delay="4000"/>
                            </p:stCondLst>
                            <p:childTnLst>
                              <p:par>
                                <p:cTn id="86" presetID="22" presetClass="entr" presetSubtype="8" fill="hold" nodeType="afterEffect">
                                  <p:stCondLst>
                                    <p:cond delay="0"/>
                                  </p:stCondLst>
                                  <p:childTnLst>
                                    <p:set>
                                      <p:cBhvr>
                                        <p:cTn id="87" dur="1" fill="hold">
                                          <p:stCondLst>
                                            <p:cond delay="0"/>
                                          </p:stCondLst>
                                        </p:cTn>
                                        <p:tgtEl>
                                          <p:spTgt spid="49"/>
                                        </p:tgtEl>
                                        <p:attrNameLst>
                                          <p:attrName>style.visibility</p:attrName>
                                        </p:attrNameLst>
                                      </p:cBhvr>
                                      <p:to>
                                        <p:strVal val="visible"/>
                                      </p:to>
                                    </p:set>
                                    <p:animEffect transition="in" filter="wipe(left)">
                                      <p:cBhvr>
                                        <p:cTn id="88" dur="500"/>
                                        <p:tgtEl>
                                          <p:spTgt spid="49"/>
                                        </p:tgtEl>
                                      </p:cBhvr>
                                    </p:animEffect>
                                  </p:childTnLst>
                                </p:cTn>
                              </p:par>
                            </p:childTnLst>
                          </p:cTn>
                        </p:par>
                        <p:par>
                          <p:cTn id="89" fill="hold" nodeType="afterGroup">
                            <p:stCondLst>
                              <p:cond delay="4500"/>
                            </p:stCondLst>
                            <p:childTnLst>
                              <p:par>
                                <p:cTn id="90" presetID="22" presetClass="entr" presetSubtype="8" fill="hold" grpId="0" nodeType="after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wipe(left)">
                                      <p:cBhvr>
                                        <p:cTn id="9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4" grpId="0" animBg="1"/>
      <p:bldP spid="33" grpId="0" animBg="1"/>
      <p:bldP spid="35" grpId="0" animBg="1"/>
      <p:bldP spid="36" grpId="0" animBg="1"/>
      <p:bldP spid="37" grpId="0" animBg="1"/>
      <p:bldP spid="41" grpId="0" animBg="1"/>
      <p:bldP spid="43" grpId="0" animBg="1"/>
      <p:bldP spid="44" grpId="0" animBg="1"/>
      <p:bldP spid="45" grpId="0" animBg="1"/>
      <p:bldP spid="4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custDataLst>
              <p:tags r:id="rId1"/>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graphicFrame>
        <p:nvGraphicFramePr>
          <p:cNvPr id="3" name="对象 2">
            <a:hlinkClick r:id="" action="ppaction://ole?verb=0"/>
          </p:cNvPr>
          <p:cNvGraphicFramePr>
            <a:graphicFrameLocks noChangeAspect="1"/>
          </p:cNvGraphicFramePr>
          <p:nvPr>
            <p:custDataLst>
              <p:tags r:id="rId2"/>
            </p:custDataLst>
          </p:nvPr>
        </p:nvGraphicFramePr>
        <p:xfrm>
          <a:off x="511175" y="1300480"/>
          <a:ext cx="11192510" cy="4429125"/>
        </p:xfrm>
        <a:graphic>
          <a:graphicData uri="http://schemas.openxmlformats.org/presentationml/2006/ole">
            <mc:AlternateContent xmlns:mc="http://schemas.openxmlformats.org/markup-compatibility/2006">
              <mc:Choice xmlns:v="urn:schemas-microsoft-com:vml" Requires="v">
                <p:oleObj r:id="rId5" imgW="5295900" imgH="2095500" progId="Word.Document.8">
                  <p:embed/>
                </p:oleObj>
              </mc:Choice>
              <mc:Fallback>
                <p:oleObj r:id="rId5" imgW="5295900" imgH="2095500" progId="Word.Document.8">
                  <p:embed/>
                  <p:pic>
                    <p:nvPicPr>
                      <p:cNvPr id="3" name="对象 2">
                        <a:hlinkClick r:id="" action="ppaction://ole?verb=0"/>
                      </p:cNvPr>
                      <p:cNvPicPr/>
                      <p:nvPr/>
                    </p:nvPicPr>
                    <p:blipFill>
                      <a:blip r:embed="rId6"/>
                      <a:stretch>
                        <a:fillRect/>
                      </a:stretch>
                    </p:blipFill>
                    <p:spPr>
                      <a:xfrm>
                        <a:off x="511175" y="1300480"/>
                        <a:ext cx="11192510" cy="4429125"/>
                      </a:xfrm>
                      <a:prstGeom prst="rect">
                        <a:avLst/>
                      </a:prstGeom>
                    </p:spPr>
                  </p:pic>
                </p:oleObj>
              </mc:Fallback>
            </mc:AlternateContent>
          </a:graphicData>
        </a:graphic>
      </p:graphicFrame>
      <p:sp>
        <p:nvSpPr>
          <p:cNvPr id="2" name="文本框 1"/>
          <p:cNvSpPr txBox="1"/>
          <p:nvPr>
            <p:custDataLst>
              <p:tags r:id="rId3"/>
            </p:custDataLst>
          </p:nvPr>
        </p:nvSpPr>
        <p:spPr>
          <a:xfrm>
            <a:off x="3765550" y="5846445"/>
            <a:ext cx="4064000" cy="914400"/>
          </a:xfrm>
          <a:prstGeom prst="rect">
            <a:avLst/>
          </a:prstGeom>
          <a:noFill/>
          <a:ln w="9525">
            <a:noFill/>
          </a:ln>
        </p:spPr>
        <p:txBody>
          <a:bodyPr wrap="square" anchor="t">
            <a:noAutofit/>
          </a:bodyPr>
          <a:lstStyle/>
          <a:p>
            <a:pPr>
              <a:lnSpc>
                <a:spcPct val="150000"/>
              </a:lnSpc>
              <a:spcBef>
                <a:spcPct val="50000"/>
              </a:spcBef>
            </a:pPr>
            <a:endParaRPr lang="en-US" altLang="en-US" sz="3200">
              <a:latin typeface="Times New Roman" panose="02020603050405020304" pitchFamily="18" charset="0"/>
              <a:ea typeface="黑体" panose="02010609060101010101"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108585" y="1108710"/>
            <a:ext cx="12192000" cy="467868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2"/>
            </p:custDataLst>
          </p:nvPr>
        </p:nvGraphicFramePr>
        <p:xfrm>
          <a:off x="454660" y="1497013"/>
          <a:ext cx="11090275" cy="4389755"/>
        </p:xfrm>
        <a:graphic>
          <a:graphicData uri="http://schemas.openxmlformats.org/presentationml/2006/ole">
            <mc:AlternateContent xmlns:mc="http://schemas.openxmlformats.org/markup-compatibility/2006">
              <mc:Choice xmlns:v="urn:schemas-microsoft-com:vml" Requires="v">
                <p:oleObj r:id="rId5" imgW="5295900" imgH="2095500" progId="Word.Document.8">
                  <p:embed/>
                </p:oleObj>
              </mc:Choice>
              <mc:Fallback>
                <p:oleObj r:id="rId5" imgW="5295900" imgH="2095500" progId="Word.Document.8">
                  <p:embed/>
                  <p:pic>
                    <p:nvPicPr>
                      <p:cNvPr id="6" name="对象 5">
                        <a:hlinkClick r:id="" action="ppaction://ole?verb=0"/>
                      </p:cNvPr>
                      <p:cNvPicPr/>
                      <p:nvPr/>
                    </p:nvPicPr>
                    <p:blipFill>
                      <a:blip r:embed="rId6"/>
                      <a:stretch>
                        <a:fillRect/>
                      </a:stretch>
                    </p:blipFill>
                    <p:spPr>
                      <a:xfrm>
                        <a:off x="454660" y="1497013"/>
                        <a:ext cx="11090275" cy="4389755"/>
                      </a:xfrm>
                      <a:prstGeom prst="rect">
                        <a:avLst/>
                      </a:prstGeom>
                    </p:spPr>
                  </p:pic>
                </p:oleObj>
              </mc:Fallback>
            </mc:AlternateContent>
          </a:graphicData>
        </a:graphic>
      </p:graphicFrame>
      <p:sp>
        <p:nvSpPr>
          <p:cNvPr id="3" name="矩形: 圆角 4"/>
          <p:cNvSpPr/>
          <p:nvPr>
            <p:custDataLst>
              <p:tags r:id="rId3"/>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hlinkClick r:id="" action="ppaction://ole?verb=0"/>
          </p:cNvPr>
          <p:cNvGraphicFramePr>
            <a:graphicFrameLocks noChangeAspect="1"/>
          </p:cNvGraphicFramePr>
          <p:nvPr>
            <p:custDataLst>
              <p:tags r:id="rId1"/>
            </p:custDataLst>
          </p:nvPr>
        </p:nvGraphicFramePr>
        <p:xfrm>
          <a:off x="511175" y="1567180"/>
          <a:ext cx="11192510" cy="3593465"/>
        </p:xfrm>
        <a:graphic>
          <a:graphicData uri="http://schemas.openxmlformats.org/presentationml/2006/ole">
            <mc:AlternateContent xmlns:mc="http://schemas.openxmlformats.org/markup-compatibility/2006">
              <mc:Choice xmlns:v="urn:schemas-microsoft-com:vml" Requires="v">
                <p:oleObj r:id="rId4" imgW="5295900" imgH="1699260" progId="Word.Document.8">
                  <p:embed/>
                </p:oleObj>
              </mc:Choice>
              <mc:Fallback>
                <p:oleObj r:id="rId4" imgW="5295900" imgH="1699260" progId="Word.Document.8">
                  <p:embed/>
                  <p:pic>
                    <p:nvPicPr>
                      <p:cNvPr id="3" name="对象 2">
                        <a:hlinkClick r:id="" action="ppaction://ole?verb=0"/>
                      </p:cNvPr>
                      <p:cNvPicPr/>
                      <p:nvPr/>
                    </p:nvPicPr>
                    <p:blipFill>
                      <a:blip r:embed="rId5"/>
                      <a:stretch>
                        <a:fillRect/>
                      </a:stretch>
                    </p:blipFill>
                    <p:spPr>
                      <a:xfrm>
                        <a:off x="511175" y="1567180"/>
                        <a:ext cx="11192510" cy="3593465"/>
                      </a:xfrm>
                      <a:prstGeom prst="rect">
                        <a:avLst/>
                      </a:prstGeom>
                    </p:spPr>
                  </p:pic>
                </p:oleObj>
              </mc:Fallback>
            </mc:AlternateContent>
          </a:graphicData>
        </a:graphic>
      </p:graphicFrame>
      <p:sp>
        <p:nvSpPr>
          <p:cNvPr id="2" name="矩形: 圆角 4"/>
          <p:cNvSpPr/>
          <p:nvPr>
            <p:custDataLst>
              <p:tags r:id="rId2"/>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108585" y="1108710"/>
            <a:ext cx="12192000" cy="320548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2"/>
            </p:custDataLst>
          </p:nvPr>
        </p:nvGraphicFramePr>
        <p:xfrm>
          <a:off x="511175" y="1268413"/>
          <a:ext cx="11090275" cy="3352165"/>
        </p:xfrm>
        <a:graphic>
          <a:graphicData uri="http://schemas.openxmlformats.org/presentationml/2006/ole">
            <mc:AlternateContent xmlns:mc="http://schemas.openxmlformats.org/markup-compatibility/2006">
              <mc:Choice xmlns:v="urn:schemas-microsoft-com:vml" Requires="v">
                <p:oleObj r:id="rId5" imgW="5295900" imgH="1600200" progId="Word.Document.8">
                  <p:embed/>
                </p:oleObj>
              </mc:Choice>
              <mc:Fallback>
                <p:oleObj r:id="rId5" imgW="5295900" imgH="1600200" progId="Word.Document.8">
                  <p:embed/>
                  <p:pic>
                    <p:nvPicPr>
                      <p:cNvPr id="6" name="对象 5">
                        <a:hlinkClick r:id="" action="ppaction://ole?verb=0"/>
                      </p:cNvPr>
                      <p:cNvPicPr/>
                      <p:nvPr/>
                    </p:nvPicPr>
                    <p:blipFill>
                      <a:blip r:embed="rId6"/>
                      <a:stretch>
                        <a:fillRect/>
                      </a:stretch>
                    </p:blipFill>
                    <p:spPr>
                      <a:xfrm>
                        <a:off x="511175" y="1268413"/>
                        <a:ext cx="11090275" cy="3352165"/>
                      </a:xfrm>
                      <a:prstGeom prst="rect">
                        <a:avLst/>
                      </a:prstGeom>
                    </p:spPr>
                  </p:pic>
                </p:oleObj>
              </mc:Fallback>
            </mc:AlternateContent>
          </a:graphicData>
        </a:graphic>
      </p:graphicFrame>
      <p:sp>
        <p:nvSpPr>
          <p:cNvPr id="3" name="矩形: 圆角 4"/>
          <p:cNvSpPr/>
          <p:nvPr>
            <p:custDataLst>
              <p:tags r:id="rId3"/>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hlinkClick r:id="" action="ppaction://ole?verb=0"/>
          </p:cNvPr>
          <p:cNvGraphicFramePr>
            <a:graphicFrameLocks noChangeAspect="1"/>
          </p:cNvGraphicFramePr>
          <p:nvPr>
            <p:custDataLst>
              <p:tags r:id="rId1"/>
            </p:custDataLst>
          </p:nvPr>
        </p:nvGraphicFramePr>
        <p:xfrm>
          <a:off x="434975" y="1012825"/>
          <a:ext cx="11192510" cy="4832985"/>
        </p:xfrm>
        <a:graphic>
          <a:graphicData uri="http://schemas.openxmlformats.org/presentationml/2006/ole">
            <mc:AlternateContent xmlns:mc="http://schemas.openxmlformats.org/markup-compatibility/2006">
              <mc:Choice xmlns:v="urn:schemas-microsoft-com:vml" Requires="v">
                <p:oleObj r:id="rId4" imgW="5295900" imgH="2286000" progId="Word.Document.8">
                  <p:embed/>
                </p:oleObj>
              </mc:Choice>
              <mc:Fallback>
                <p:oleObj r:id="rId4" imgW="5295900" imgH="2286000" progId="Word.Document.8">
                  <p:embed/>
                  <p:pic>
                    <p:nvPicPr>
                      <p:cNvPr id="3" name="对象 2">
                        <a:hlinkClick r:id="" action="ppaction://ole?verb=0"/>
                      </p:cNvPr>
                      <p:cNvPicPr/>
                      <p:nvPr/>
                    </p:nvPicPr>
                    <p:blipFill>
                      <a:blip r:embed="rId5"/>
                      <a:stretch>
                        <a:fillRect/>
                      </a:stretch>
                    </p:blipFill>
                    <p:spPr>
                      <a:xfrm>
                        <a:off x="434975" y="1012825"/>
                        <a:ext cx="11192510" cy="4832985"/>
                      </a:xfrm>
                      <a:prstGeom prst="rect">
                        <a:avLst/>
                      </a:prstGeom>
                    </p:spPr>
                  </p:pic>
                </p:oleObj>
              </mc:Fallback>
            </mc:AlternateContent>
          </a:graphicData>
        </a:graphic>
      </p:graphicFrame>
      <p:sp>
        <p:nvSpPr>
          <p:cNvPr id="2" name="矩形: 圆角 4"/>
          <p:cNvSpPr/>
          <p:nvPr>
            <p:custDataLst>
              <p:tags r:id="rId2"/>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108585" y="1108710"/>
            <a:ext cx="12192000" cy="461645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2"/>
            </p:custDataLst>
          </p:nvPr>
        </p:nvGraphicFramePr>
        <p:xfrm>
          <a:off x="511175" y="1259523"/>
          <a:ext cx="11090275" cy="4598035"/>
        </p:xfrm>
        <a:graphic>
          <a:graphicData uri="http://schemas.openxmlformats.org/presentationml/2006/ole">
            <mc:AlternateContent xmlns:mc="http://schemas.openxmlformats.org/markup-compatibility/2006">
              <mc:Choice xmlns:v="urn:schemas-microsoft-com:vml" Requires="v">
                <p:oleObj r:id="rId5" imgW="5295900" imgH="2194560" progId="Word.Document.8">
                  <p:embed/>
                </p:oleObj>
              </mc:Choice>
              <mc:Fallback>
                <p:oleObj r:id="rId5" imgW="5295900" imgH="2194560" progId="Word.Document.8">
                  <p:embed/>
                  <p:pic>
                    <p:nvPicPr>
                      <p:cNvPr id="6" name="对象 5">
                        <a:hlinkClick r:id="" action="ppaction://ole?verb=0"/>
                      </p:cNvPr>
                      <p:cNvPicPr/>
                      <p:nvPr/>
                    </p:nvPicPr>
                    <p:blipFill>
                      <a:blip r:embed="rId6"/>
                      <a:stretch>
                        <a:fillRect/>
                      </a:stretch>
                    </p:blipFill>
                    <p:spPr>
                      <a:xfrm>
                        <a:off x="511175" y="1259523"/>
                        <a:ext cx="11090275" cy="4598035"/>
                      </a:xfrm>
                      <a:prstGeom prst="rect">
                        <a:avLst/>
                      </a:prstGeom>
                    </p:spPr>
                  </p:pic>
                </p:oleObj>
              </mc:Fallback>
            </mc:AlternateContent>
          </a:graphicData>
        </a:graphic>
      </p:graphicFrame>
      <p:sp>
        <p:nvSpPr>
          <p:cNvPr id="3" name="矩形: 圆角 4"/>
          <p:cNvSpPr/>
          <p:nvPr>
            <p:custDataLst>
              <p:tags r:id="rId3"/>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hlinkClick r:id="" action="ppaction://ole?verb=0"/>
          </p:cNvPr>
          <p:cNvGraphicFramePr>
            <a:graphicFrameLocks noChangeAspect="1"/>
          </p:cNvGraphicFramePr>
          <p:nvPr>
            <p:custDataLst>
              <p:tags r:id="rId1"/>
            </p:custDataLst>
          </p:nvPr>
        </p:nvGraphicFramePr>
        <p:xfrm>
          <a:off x="434975" y="1118553"/>
          <a:ext cx="11192510" cy="5252720"/>
        </p:xfrm>
        <a:graphic>
          <a:graphicData uri="http://schemas.openxmlformats.org/presentationml/2006/ole">
            <mc:AlternateContent xmlns:mc="http://schemas.openxmlformats.org/markup-compatibility/2006">
              <mc:Choice xmlns:v="urn:schemas-microsoft-com:vml" Requires="v">
                <p:oleObj r:id="rId4" imgW="5295900" imgH="2484120" progId="Word.Document.8">
                  <p:embed/>
                </p:oleObj>
              </mc:Choice>
              <mc:Fallback>
                <p:oleObj r:id="rId4" imgW="5295900" imgH="2484120" progId="Word.Document.8">
                  <p:embed/>
                  <p:pic>
                    <p:nvPicPr>
                      <p:cNvPr id="3" name="对象 2">
                        <a:hlinkClick r:id="" action="ppaction://ole?verb=0"/>
                      </p:cNvPr>
                      <p:cNvPicPr/>
                      <p:nvPr/>
                    </p:nvPicPr>
                    <p:blipFill>
                      <a:blip r:embed="rId5"/>
                      <a:stretch>
                        <a:fillRect/>
                      </a:stretch>
                    </p:blipFill>
                    <p:spPr>
                      <a:xfrm>
                        <a:off x="434975" y="1118553"/>
                        <a:ext cx="11192510" cy="5252720"/>
                      </a:xfrm>
                      <a:prstGeom prst="rect">
                        <a:avLst/>
                      </a:prstGeom>
                    </p:spPr>
                  </p:pic>
                </p:oleObj>
              </mc:Fallback>
            </mc:AlternateContent>
          </a:graphicData>
        </a:graphic>
      </p:graphicFrame>
      <p:sp>
        <p:nvSpPr>
          <p:cNvPr id="2" name="矩形: 圆角 4"/>
          <p:cNvSpPr/>
          <p:nvPr>
            <p:custDataLst>
              <p:tags r:id="rId2"/>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1905" y="1108710"/>
            <a:ext cx="12192000" cy="5412105"/>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2"/>
            </p:custDataLst>
          </p:nvPr>
        </p:nvGraphicFramePr>
        <p:xfrm>
          <a:off x="551180" y="1224598"/>
          <a:ext cx="11090275" cy="4806315"/>
        </p:xfrm>
        <a:graphic>
          <a:graphicData uri="http://schemas.openxmlformats.org/presentationml/2006/ole">
            <mc:AlternateContent xmlns:mc="http://schemas.openxmlformats.org/markup-compatibility/2006">
              <mc:Choice xmlns:v="urn:schemas-microsoft-com:vml" Requires="v">
                <p:oleObj r:id="rId5" imgW="5295900" imgH="2979420" progId="Word.Document.8">
                  <p:embed/>
                </p:oleObj>
              </mc:Choice>
              <mc:Fallback>
                <p:oleObj r:id="rId5" imgW="5295900" imgH="2979420" progId="Word.Document.8">
                  <p:embed/>
                  <p:pic>
                    <p:nvPicPr>
                      <p:cNvPr id="6" name="对象 5">
                        <a:hlinkClick r:id="" action="ppaction://ole?verb=0"/>
                      </p:cNvPr>
                      <p:cNvPicPr/>
                      <p:nvPr/>
                    </p:nvPicPr>
                    <p:blipFill>
                      <a:blip r:embed="rId6"/>
                      <a:stretch>
                        <a:fillRect/>
                      </a:stretch>
                    </p:blipFill>
                    <p:spPr>
                      <a:xfrm>
                        <a:off x="551180" y="1224598"/>
                        <a:ext cx="11090275" cy="4806315"/>
                      </a:xfrm>
                      <a:prstGeom prst="rect">
                        <a:avLst/>
                      </a:prstGeom>
                    </p:spPr>
                  </p:pic>
                </p:oleObj>
              </mc:Fallback>
            </mc:AlternateContent>
          </a:graphicData>
        </a:graphic>
      </p:graphicFrame>
      <p:sp>
        <p:nvSpPr>
          <p:cNvPr id="3" name="矩形: 圆角 4"/>
          <p:cNvSpPr/>
          <p:nvPr>
            <p:custDataLst>
              <p:tags r:id="rId3"/>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hlinkClick r:id="" action="ppaction://ole?verb=0"/>
          </p:cNvPr>
          <p:cNvGraphicFramePr>
            <a:graphicFrameLocks noChangeAspect="1"/>
          </p:cNvGraphicFramePr>
          <p:nvPr>
            <p:custDataLst>
              <p:tags r:id="rId1"/>
            </p:custDataLst>
          </p:nvPr>
        </p:nvGraphicFramePr>
        <p:xfrm>
          <a:off x="434975" y="1320800"/>
          <a:ext cx="11192510" cy="4012565"/>
        </p:xfrm>
        <a:graphic>
          <a:graphicData uri="http://schemas.openxmlformats.org/presentationml/2006/ole">
            <mc:AlternateContent xmlns:mc="http://schemas.openxmlformats.org/markup-compatibility/2006">
              <mc:Choice xmlns:v="urn:schemas-microsoft-com:vml" Requires="v">
                <p:oleObj r:id="rId4" imgW="5295900" imgH="1897380" progId="Word.Document.8">
                  <p:embed/>
                </p:oleObj>
              </mc:Choice>
              <mc:Fallback>
                <p:oleObj r:id="rId4" imgW="5295900" imgH="1897380" progId="Word.Document.8">
                  <p:embed/>
                  <p:pic>
                    <p:nvPicPr>
                      <p:cNvPr id="3" name="对象 2">
                        <a:hlinkClick r:id="" action="ppaction://ole?verb=0"/>
                      </p:cNvPr>
                      <p:cNvPicPr/>
                      <p:nvPr/>
                    </p:nvPicPr>
                    <p:blipFill>
                      <a:blip r:embed="rId5"/>
                      <a:stretch>
                        <a:fillRect/>
                      </a:stretch>
                    </p:blipFill>
                    <p:spPr>
                      <a:xfrm>
                        <a:off x="434975" y="1320800"/>
                        <a:ext cx="11192510" cy="4012565"/>
                      </a:xfrm>
                      <a:prstGeom prst="rect">
                        <a:avLst/>
                      </a:prstGeom>
                    </p:spPr>
                  </p:pic>
                </p:oleObj>
              </mc:Fallback>
            </mc:AlternateContent>
          </a:graphicData>
        </a:graphic>
      </p:graphicFrame>
      <p:sp>
        <p:nvSpPr>
          <p:cNvPr id="2" name="矩形: 圆角 4"/>
          <p:cNvSpPr/>
          <p:nvPr>
            <p:custDataLst>
              <p:tags r:id="rId2"/>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1905" y="1108710"/>
            <a:ext cx="12192000" cy="5412105"/>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2"/>
            </p:custDataLst>
          </p:nvPr>
        </p:nvGraphicFramePr>
        <p:xfrm>
          <a:off x="659765" y="1034733"/>
          <a:ext cx="11090275" cy="5415915"/>
        </p:xfrm>
        <a:graphic>
          <a:graphicData uri="http://schemas.openxmlformats.org/presentationml/2006/ole">
            <mc:AlternateContent xmlns:mc="http://schemas.openxmlformats.org/markup-compatibility/2006">
              <mc:Choice xmlns:v="urn:schemas-microsoft-com:vml" Requires="v">
                <p:oleObj r:id="rId5" imgW="5295900" imgH="2484120" progId="Word.Document.8">
                  <p:embed/>
                </p:oleObj>
              </mc:Choice>
              <mc:Fallback>
                <p:oleObj r:id="rId5" imgW="5295900" imgH="2484120" progId="Word.Document.8">
                  <p:embed/>
                  <p:pic>
                    <p:nvPicPr>
                      <p:cNvPr id="6" name="对象 5">
                        <a:hlinkClick r:id="" action="ppaction://ole?verb=0"/>
                      </p:cNvPr>
                      <p:cNvPicPr/>
                      <p:nvPr/>
                    </p:nvPicPr>
                    <p:blipFill>
                      <a:blip r:embed="rId6"/>
                      <a:stretch>
                        <a:fillRect/>
                      </a:stretch>
                    </p:blipFill>
                    <p:spPr>
                      <a:xfrm>
                        <a:off x="659765" y="1034733"/>
                        <a:ext cx="11090275" cy="5415915"/>
                      </a:xfrm>
                      <a:prstGeom prst="rect">
                        <a:avLst/>
                      </a:prstGeom>
                    </p:spPr>
                  </p:pic>
                </p:oleObj>
              </mc:Fallback>
            </mc:AlternateContent>
          </a:graphicData>
        </a:graphic>
      </p:graphicFrame>
      <p:sp>
        <p:nvSpPr>
          <p:cNvPr id="3" name="矩形: 圆角 4"/>
          <p:cNvSpPr/>
          <p:nvPr>
            <p:custDataLst>
              <p:tags r:id="rId3"/>
            </p:custDataLst>
          </p:nvPr>
        </p:nvSpPr>
        <p:spPr>
          <a:xfrm>
            <a:off x="-779" y="-4024"/>
            <a:ext cx="3404379" cy="719218"/>
          </a:xfrm>
          <a:prstGeom prst="roundRect">
            <a:avLst>
              <a:gd name="adj" fmla="val 0"/>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rgbClr val="FF0000"/>
                </a:solidFill>
                <a:effectLst/>
                <a:uLnTx/>
                <a:uFillTx/>
                <a:latin typeface="思源黑体" panose="020B0500000000000000" pitchFamily="34" charset="-122"/>
                <a:ea typeface="思源黑体" panose="020B0500000000000000" pitchFamily="34" charset="-122"/>
                <a:cs typeface="+mn-cs"/>
              </a:rPr>
              <a:t>四、练习与应用</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78" y="-4024"/>
            <a:ext cx="3121350" cy="719218"/>
          </a:xfrm>
          <a:prstGeom prst="roundRect">
            <a:avLst>
              <a:gd name="adj" fmla="val 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accent1">
                    <a:lumMod val="75000"/>
                  </a:schemeClr>
                </a:solidFill>
                <a:effectLst/>
                <a:uLnTx/>
                <a:uFillTx/>
                <a:latin typeface="思源黑体" panose="020B0500000000000000" pitchFamily="34" charset="-122"/>
                <a:ea typeface="思源黑体" panose="020B0500000000000000" pitchFamily="34" charset="-122"/>
                <a:cs typeface="+mn-cs"/>
              </a:rPr>
              <a:t>五、提升训练</a:t>
            </a:r>
          </a:p>
        </p:txBody>
      </p:sp>
      <p:graphicFrame>
        <p:nvGraphicFramePr>
          <p:cNvPr id="3" name="对象 2">
            <a:hlinkClick r:id="" action="ppaction://ole?verb=0"/>
          </p:cNvPr>
          <p:cNvGraphicFramePr>
            <a:graphicFrameLocks noChangeAspect="1"/>
          </p:cNvGraphicFramePr>
          <p:nvPr>
            <p:custDataLst>
              <p:tags r:id="rId2"/>
            </p:custDataLst>
          </p:nvPr>
        </p:nvGraphicFramePr>
        <p:xfrm>
          <a:off x="434975" y="729615"/>
          <a:ext cx="11192510" cy="5883275"/>
        </p:xfrm>
        <a:graphic>
          <a:graphicData uri="http://schemas.openxmlformats.org/presentationml/2006/ole">
            <mc:AlternateContent xmlns:mc="http://schemas.openxmlformats.org/markup-compatibility/2006">
              <mc:Choice xmlns:v="urn:schemas-microsoft-com:vml" Requires="v">
                <p:oleObj r:id="rId4" imgW="5295900" imgH="2781300" progId="Word.Document.8">
                  <p:embed/>
                </p:oleObj>
              </mc:Choice>
              <mc:Fallback>
                <p:oleObj r:id="rId4" imgW="5295900" imgH="2781300" progId="Word.Document.8">
                  <p:embed/>
                  <p:pic>
                    <p:nvPicPr>
                      <p:cNvPr id="3" name="对象 2">
                        <a:hlinkClick r:id="" action="ppaction://ole?verb=0"/>
                      </p:cNvPr>
                      <p:cNvPicPr/>
                      <p:nvPr/>
                    </p:nvPicPr>
                    <p:blipFill>
                      <a:blip r:embed="rId5"/>
                      <a:stretch>
                        <a:fillRect/>
                      </a:stretch>
                    </p:blipFill>
                    <p:spPr>
                      <a:xfrm>
                        <a:off x="434975" y="729615"/>
                        <a:ext cx="11192510" cy="5883275"/>
                      </a:xfrm>
                      <a:prstGeom prst="rect">
                        <a:avLst/>
                      </a:prstGeom>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78" y="-4024"/>
            <a:ext cx="3121350" cy="719218"/>
          </a:xfrm>
          <a:prstGeom prst="roundRect">
            <a:avLst>
              <a:gd name="adj" fmla="val 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accent1">
                    <a:lumMod val="75000"/>
                  </a:schemeClr>
                </a:solidFill>
                <a:effectLst/>
                <a:uLnTx/>
                <a:uFillTx/>
                <a:latin typeface="思源黑体" panose="020B0500000000000000" pitchFamily="34" charset="-122"/>
                <a:ea typeface="思源黑体" panose="020B0500000000000000" pitchFamily="34" charset="-122"/>
                <a:cs typeface="+mn-cs"/>
              </a:rPr>
              <a:t>五、提升训练</a:t>
            </a:r>
          </a:p>
        </p:txBody>
      </p:sp>
      <p:sp>
        <p:nvSpPr>
          <p:cNvPr id="3" name="矩形 2"/>
          <p:cNvSpPr/>
          <p:nvPr>
            <p:custDataLst>
              <p:tags r:id="rId2"/>
            </p:custDataLst>
          </p:nvPr>
        </p:nvSpPr>
        <p:spPr>
          <a:xfrm>
            <a:off x="108585" y="913765"/>
            <a:ext cx="12192000" cy="560705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3"/>
            </p:custDataLst>
          </p:nvPr>
        </p:nvGraphicFramePr>
        <p:xfrm>
          <a:off x="659765" y="1527810"/>
          <a:ext cx="11090275" cy="4569460"/>
        </p:xfrm>
        <a:graphic>
          <a:graphicData uri="http://schemas.openxmlformats.org/presentationml/2006/ole">
            <mc:AlternateContent xmlns:mc="http://schemas.openxmlformats.org/markup-compatibility/2006">
              <mc:Choice xmlns:v="urn:schemas-microsoft-com:vml" Requires="v">
                <p:oleObj r:id="rId5" imgW="5295900" imgH="2095500" progId="Word.Document.8">
                  <p:embed/>
                </p:oleObj>
              </mc:Choice>
              <mc:Fallback>
                <p:oleObj r:id="rId5" imgW="5295900" imgH="2095500" progId="Word.Document.8">
                  <p:embed/>
                  <p:pic>
                    <p:nvPicPr>
                      <p:cNvPr id="6" name="对象 5">
                        <a:hlinkClick r:id="" action="ppaction://ole?verb=0"/>
                      </p:cNvPr>
                      <p:cNvPicPr/>
                      <p:nvPr/>
                    </p:nvPicPr>
                    <p:blipFill>
                      <a:blip r:embed="rId6"/>
                      <a:stretch>
                        <a:fillRect/>
                      </a:stretch>
                    </p:blipFill>
                    <p:spPr>
                      <a:xfrm>
                        <a:off x="659765" y="1527810"/>
                        <a:ext cx="11090275" cy="4569460"/>
                      </a:xfrm>
                      <a:prstGeom prst="rect">
                        <a:avLst/>
                      </a:prstGeom>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78" y="-4024"/>
            <a:ext cx="3121350" cy="719218"/>
          </a:xfrm>
          <a:prstGeom prst="roundRect">
            <a:avLst>
              <a:gd name="adj" fmla="val 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accent1">
                    <a:lumMod val="75000"/>
                  </a:schemeClr>
                </a:solidFill>
                <a:effectLst/>
                <a:uLnTx/>
                <a:uFillTx/>
                <a:latin typeface="思源黑体" panose="020B0500000000000000" pitchFamily="34" charset="-122"/>
                <a:ea typeface="思源黑体" panose="020B0500000000000000" pitchFamily="34" charset="-122"/>
                <a:cs typeface="+mn-cs"/>
              </a:rPr>
              <a:t>五、提升训练</a:t>
            </a:r>
          </a:p>
        </p:txBody>
      </p:sp>
      <p:graphicFrame>
        <p:nvGraphicFramePr>
          <p:cNvPr id="3" name="对象 2">
            <a:hlinkClick r:id="" action="ppaction://ole?verb=0"/>
          </p:cNvPr>
          <p:cNvGraphicFramePr>
            <a:graphicFrameLocks noChangeAspect="1"/>
          </p:cNvGraphicFramePr>
          <p:nvPr>
            <p:custDataLst>
              <p:tags r:id="rId2"/>
            </p:custDataLst>
          </p:nvPr>
        </p:nvGraphicFramePr>
        <p:xfrm>
          <a:off x="434975" y="1503045"/>
          <a:ext cx="11192510" cy="4223385"/>
        </p:xfrm>
        <a:graphic>
          <a:graphicData uri="http://schemas.openxmlformats.org/presentationml/2006/ole">
            <mc:AlternateContent xmlns:mc="http://schemas.openxmlformats.org/markup-compatibility/2006">
              <mc:Choice xmlns:v="urn:schemas-microsoft-com:vml" Requires="v">
                <p:oleObj r:id="rId4" imgW="5295900" imgH="1996440" progId="Word.Document.8">
                  <p:embed/>
                </p:oleObj>
              </mc:Choice>
              <mc:Fallback>
                <p:oleObj r:id="rId4" imgW="5295900" imgH="1996440" progId="Word.Document.8">
                  <p:embed/>
                  <p:pic>
                    <p:nvPicPr>
                      <p:cNvPr id="3" name="对象 2">
                        <a:hlinkClick r:id="" action="ppaction://ole?verb=0"/>
                      </p:cNvPr>
                      <p:cNvPicPr/>
                      <p:nvPr/>
                    </p:nvPicPr>
                    <p:blipFill>
                      <a:blip r:embed="rId5"/>
                      <a:stretch>
                        <a:fillRect/>
                      </a:stretch>
                    </p:blipFill>
                    <p:spPr>
                      <a:xfrm>
                        <a:off x="434975" y="1503045"/>
                        <a:ext cx="11192510" cy="4223385"/>
                      </a:xfrm>
                      <a:prstGeom prst="rect">
                        <a:avLst/>
                      </a:prstGeom>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78" y="-4024"/>
            <a:ext cx="3121350" cy="719218"/>
          </a:xfrm>
          <a:prstGeom prst="roundRect">
            <a:avLst>
              <a:gd name="adj" fmla="val 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accent1">
                    <a:lumMod val="75000"/>
                  </a:schemeClr>
                </a:solidFill>
                <a:effectLst/>
                <a:uLnTx/>
                <a:uFillTx/>
                <a:latin typeface="思源黑体" panose="020B0500000000000000" pitchFamily="34" charset="-122"/>
                <a:ea typeface="思源黑体" panose="020B0500000000000000" pitchFamily="34" charset="-122"/>
                <a:cs typeface="+mn-cs"/>
              </a:rPr>
              <a:t>五、提升训练</a:t>
            </a:r>
          </a:p>
        </p:txBody>
      </p:sp>
      <p:sp>
        <p:nvSpPr>
          <p:cNvPr id="3" name="矩形 2"/>
          <p:cNvSpPr/>
          <p:nvPr>
            <p:custDataLst>
              <p:tags r:id="rId2"/>
            </p:custDataLst>
          </p:nvPr>
        </p:nvSpPr>
        <p:spPr>
          <a:xfrm>
            <a:off x="108585" y="913765"/>
            <a:ext cx="12192000" cy="560705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3"/>
            </p:custDataLst>
          </p:nvPr>
        </p:nvGraphicFramePr>
        <p:xfrm>
          <a:off x="659765" y="1743393"/>
          <a:ext cx="11090275" cy="4138295"/>
        </p:xfrm>
        <a:graphic>
          <a:graphicData uri="http://schemas.openxmlformats.org/presentationml/2006/ole">
            <mc:AlternateContent xmlns:mc="http://schemas.openxmlformats.org/markup-compatibility/2006">
              <mc:Choice xmlns:v="urn:schemas-microsoft-com:vml" Requires="v">
                <p:oleObj r:id="rId5" imgW="5295900" imgH="1897380" progId="Word.Document.8">
                  <p:embed/>
                </p:oleObj>
              </mc:Choice>
              <mc:Fallback>
                <p:oleObj r:id="rId5" imgW="5295900" imgH="1897380" progId="Word.Document.8">
                  <p:embed/>
                  <p:pic>
                    <p:nvPicPr>
                      <p:cNvPr id="6" name="对象 5">
                        <a:hlinkClick r:id="" action="ppaction://ole?verb=0"/>
                      </p:cNvPr>
                      <p:cNvPicPr/>
                      <p:nvPr/>
                    </p:nvPicPr>
                    <p:blipFill>
                      <a:blip r:embed="rId6"/>
                      <a:stretch>
                        <a:fillRect/>
                      </a:stretch>
                    </p:blipFill>
                    <p:spPr>
                      <a:xfrm>
                        <a:off x="659765" y="1743393"/>
                        <a:ext cx="11090275" cy="4138295"/>
                      </a:xfrm>
                      <a:prstGeom prst="rect">
                        <a:avLst/>
                      </a:prstGeom>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78" y="-4024"/>
            <a:ext cx="3121350" cy="719218"/>
          </a:xfrm>
          <a:prstGeom prst="roundRect">
            <a:avLst>
              <a:gd name="adj" fmla="val 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accent1">
                    <a:lumMod val="75000"/>
                  </a:schemeClr>
                </a:solidFill>
                <a:effectLst/>
                <a:uLnTx/>
                <a:uFillTx/>
                <a:latin typeface="思源黑体" panose="020B0500000000000000" pitchFamily="34" charset="-122"/>
                <a:ea typeface="思源黑体" panose="020B0500000000000000" pitchFamily="34" charset="-122"/>
                <a:cs typeface="+mn-cs"/>
              </a:rPr>
              <a:t>五、提升训练</a:t>
            </a:r>
          </a:p>
        </p:txBody>
      </p:sp>
      <p:graphicFrame>
        <p:nvGraphicFramePr>
          <p:cNvPr id="3" name="对象 2">
            <a:hlinkClick r:id="" action="ppaction://ole?verb=0"/>
          </p:cNvPr>
          <p:cNvGraphicFramePr>
            <a:graphicFrameLocks noChangeAspect="1"/>
          </p:cNvGraphicFramePr>
          <p:nvPr>
            <p:custDataLst>
              <p:tags r:id="rId2"/>
            </p:custDataLst>
          </p:nvPr>
        </p:nvGraphicFramePr>
        <p:xfrm>
          <a:off x="331470" y="927418"/>
          <a:ext cx="11192510" cy="6093460"/>
        </p:xfrm>
        <a:graphic>
          <a:graphicData uri="http://schemas.openxmlformats.org/presentationml/2006/ole">
            <mc:AlternateContent xmlns:mc="http://schemas.openxmlformats.org/markup-compatibility/2006">
              <mc:Choice xmlns:v="urn:schemas-microsoft-com:vml" Requires="v">
                <p:oleObj r:id="rId4" imgW="5295900" imgH="2880360" progId="Word.Document.8">
                  <p:embed/>
                </p:oleObj>
              </mc:Choice>
              <mc:Fallback>
                <p:oleObj r:id="rId4" imgW="5295900" imgH="2880360" progId="Word.Document.8">
                  <p:embed/>
                  <p:pic>
                    <p:nvPicPr>
                      <p:cNvPr id="3" name="对象 2">
                        <a:hlinkClick r:id="" action="ppaction://ole?verb=0"/>
                      </p:cNvPr>
                      <p:cNvPicPr/>
                      <p:nvPr/>
                    </p:nvPicPr>
                    <p:blipFill>
                      <a:blip r:embed="rId5"/>
                      <a:stretch>
                        <a:fillRect/>
                      </a:stretch>
                    </p:blipFill>
                    <p:spPr>
                      <a:xfrm>
                        <a:off x="331470" y="927418"/>
                        <a:ext cx="11192510" cy="6093460"/>
                      </a:xfrm>
                      <a:prstGeom prst="rect">
                        <a:avLst/>
                      </a:prstGeom>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custDataLst>
              <p:tags r:id="rId1"/>
            </p:custDataLst>
          </p:nvPr>
        </p:nvSpPr>
        <p:spPr>
          <a:xfrm>
            <a:off x="-778" y="-4024"/>
            <a:ext cx="3121350" cy="719218"/>
          </a:xfrm>
          <a:prstGeom prst="roundRect">
            <a:avLst>
              <a:gd name="adj" fmla="val 0"/>
            </a:avLst>
          </a:prstGeom>
          <a:solidFill>
            <a:schemeClr val="accent6">
              <a:lumMod val="20000"/>
              <a:lumOff val="8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000" b="1" i="0" u="none" strike="noStrike" kern="1200" cap="none" spc="0" normalizeH="0" baseline="0" noProof="0">
                <a:ln>
                  <a:noFill/>
                </a:ln>
                <a:solidFill>
                  <a:schemeClr val="accent1">
                    <a:lumMod val="75000"/>
                  </a:schemeClr>
                </a:solidFill>
                <a:effectLst/>
                <a:uLnTx/>
                <a:uFillTx/>
                <a:latin typeface="思源黑体" panose="020B0500000000000000" pitchFamily="34" charset="-122"/>
                <a:ea typeface="思源黑体" panose="020B0500000000000000" pitchFamily="34" charset="-122"/>
                <a:cs typeface="+mn-cs"/>
              </a:rPr>
              <a:t>五、提升训练</a:t>
            </a:r>
          </a:p>
        </p:txBody>
      </p:sp>
      <p:sp>
        <p:nvSpPr>
          <p:cNvPr id="3" name="矩形 2"/>
          <p:cNvSpPr/>
          <p:nvPr>
            <p:custDataLst>
              <p:tags r:id="rId2"/>
            </p:custDataLst>
          </p:nvPr>
        </p:nvSpPr>
        <p:spPr>
          <a:xfrm>
            <a:off x="108585" y="913765"/>
            <a:ext cx="12192000" cy="5607050"/>
          </a:xfrm>
          <a:prstGeom prst="rect">
            <a:avLst/>
          </a:prstGeom>
          <a:solidFill>
            <a:srgbClr val="23598A"/>
          </a:solidFill>
          <a:ln w="12700" cap="flat" cmpd="sng" algn="ctr">
            <a:noFill/>
            <a:prstDash val="solid"/>
            <a:miter lim="800000"/>
          </a:ln>
          <a:effectLst/>
        </p:spPr>
        <p:txBody>
          <a:bodyPr lIns="648000" tIns="144000" rIns="648000" bIns="252000" rtlCol="0" anchor="ctr" anchorCtr="1"/>
          <a:lstStyle/>
          <a:p>
            <a:pPr lvl="0" indent="0" algn="l" fontAlgn="auto">
              <a:lnSpc>
                <a:spcPts val="4400"/>
              </a:lnSpc>
              <a:defRPr/>
            </a:pPr>
            <a:r>
              <a:rPr lang="en-US" altLang="zh-CN" sz="2600" b="1" kern="0">
                <a:solidFill>
                  <a:srgbClr val="FFC000"/>
                </a:solidFill>
                <a:latin typeface="Times New Roman" panose="02020603050405020304" pitchFamily="18" charset="0"/>
                <a:cs typeface="Times New Roman" panose="02020603050405020304" pitchFamily="18" charset="0"/>
                <a:sym typeface="思源黑体" panose="020B0500000000000000" pitchFamily="34" charset="-122"/>
              </a:rPr>
              <a:t>  </a:t>
            </a:r>
          </a:p>
        </p:txBody>
      </p:sp>
      <p:graphicFrame>
        <p:nvGraphicFramePr>
          <p:cNvPr id="6" name="对象 5">
            <a:hlinkClick r:id="" action="ppaction://ole?verb=0"/>
          </p:cNvPr>
          <p:cNvGraphicFramePr>
            <a:graphicFrameLocks noChangeAspect="1"/>
          </p:cNvGraphicFramePr>
          <p:nvPr>
            <p:custDataLst>
              <p:tags r:id="rId3"/>
            </p:custDataLst>
          </p:nvPr>
        </p:nvGraphicFramePr>
        <p:xfrm>
          <a:off x="659765" y="1743393"/>
          <a:ext cx="11090275" cy="4138295"/>
        </p:xfrm>
        <a:graphic>
          <a:graphicData uri="http://schemas.openxmlformats.org/presentationml/2006/ole">
            <mc:AlternateContent xmlns:mc="http://schemas.openxmlformats.org/markup-compatibility/2006">
              <mc:Choice xmlns:v="urn:schemas-microsoft-com:vml" Requires="v">
                <p:oleObj r:id="rId5" imgW="5295900" imgH="1897380" progId="Word.Document.8">
                  <p:embed/>
                </p:oleObj>
              </mc:Choice>
              <mc:Fallback>
                <p:oleObj r:id="rId5" imgW="5295900" imgH="1897380" progId="Word.Document.8">
                  <p:embed/>
                  <p:pic>
                    <p:nvPicPr>
                      <p:cNvPr id="6" name="对象 5">
                        <a:hlinkClick r:id="" action="ppaction://ole?verb=0"/>
                      </p:cNvPr>
                      <p:cNvPicPr/>
                      <p:nvPr/>
                    </p:nvPicPr>
                    <p:blipFill>
                      <a:blip r:embed="rId6"/>
                      <a:stretch>
                        <a:fillRect/>
                      </a:stretch>
                    </p:blipFill>
                    <p:spPr>
                      <a:xfrm>
                        <a:off x="659765" y="1743393"/>
                        <a:ext cx="11090275" cy="4138295"/>
                      </a:xfrm>
                      <a:prstGeom prst="rect">
                        <a:avLst/>
                      </a:prstGeom>
                    </p:spPr>
                  </p:pic>
                </p:oleObj>
              </mc:Fallback>
            </mc:AlternateContent>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UNIQUEID" val="4417"/>
</p:tagLst>
</file>

<file path=ppt/tags/tag2.xml><?xml version="1.0" encoding="utf-8"?>
<p:tagLst xmlns:a="http://schemas.openxmlformats.org/drawingml/2006/main" xmlns:r="http://schemas.openxmlformats.org/officeDocument/2006/relationships" xmlns:p="http://schemas.openxmlformats.org/presentationml/2006/main">
  <p:tag name="AS_UNIQUEID" val="4418"/>
</p:tagLst>
</file>

<file path=ppt/tags/tag3.xml><?xml version="1.0" encoding="utf-8"?>
<p:tagLst xmlns:a="http://schemas.openxmlformats.org/drawingml/2006/main" xmlns:r="http://schemas.openxmlformats.org/officeDocument/2006/relationships" xmlns:p="http://schemas.openxmlformats.org/presentationml/2006/main">
  <p:tag name="AS_UNIQUEID" val="4419"/>
</p:tagLst>
</file>

<file path=ppt/tags/tag4.xml><?xml version="1.0" encoding="utf-8"?>
<p:tagLst xmlns:a="http://schemas.openxmlformats.org/drawingml/2006/main" xmlns:r="http://schemas.openxmlformats.org/officeDocument/2006/relationships" xmlns:p="http://schemas.openxmlformats.org/presentationml/2006/main">
  <p:tag name="AS_UNIQUEID" val="4420"/>
</p:tagLst>
</file>

<file path=ppt/tags/tag5.xml><?xml version="1.0" encoding="utf-8"?>
<p:tagLst xmlns:a="http://schemas.openxmlformats.org/drawingml/2006/main" xmlns:r="http://schemas.openxmlformats.org/officeDocument/2006/relationships" xmlns:p="http://schemas.openxmlformats.org/presentationml/2006/main">
  <p:tag name="AS_UNIQUEID" val="4421"/>
</p:tagLst>
</file>

<file path=ppt/tags/tag6.xml><?xml version="1.0" encoding="utf-8"?>
<p:tagLst xmlns:a="http://schemas.openxmlformats.org/drawingml/2006/main" xmlns:r="http://schemas.openxmlformats.org/officeDocument/2006/relationships" xmlns:p="http://schemas.openxmlformats.org/presentationml/2006/main">
  <p:tag name="AS_UNIQUEID" val="4422"/>
</p:tagLst>
</file>

<file path=ppt/tags/tag7.xml><?xml version="1.0" encoding="utf-8"?>
<p:tagLst xmlns:a="http://schemas.openxmlformats.org/drawingml/2006/main" xmlns:r="http://schemas.openxmlformats.org/officeDocument/2006/relationships" xmlns:p="http://schemas.openxmlformats.org/presentationml/2006/main">
  <p:tag name="AS_UNIQUEID" val="4423"/>
</p:tagLst>
</file>

<file path=ppt/tags/tag8.xml><?xml version="1.0" encoding="utf-8"?>
<p:tagLst xmlns:a="http://schemas.openxmlformats.org/drawingml/2006/main" xmlns:r="http://schemas.openxmlformats.org/officeDocument/2006/relationships" xmlns:p="http://schemas.openxmlformats.org/presentationml/2006/main">
  <p:tag name="AS_UNIQUEID" val="4425"/>
</p:tagLst>
</file>

<file path=ppt/tags/tag9.xml><?xml version="1.0" encoding="utf-8"?>
<p:tagLst xmlns:a="http://schemas.openxmlformats.org/drawingml/2006/main" xmlns:r="http://schemas.openxmlformats.org/officeDocument/2006/relationships" xmlns:p="http://schemas.openxmlformats.org/presentationml/2006/main">
  <p:tag name="AS_UNIQUEID" val="4426"/>
</p:tagLst>
</file>

<file path=ppt/tags/tag10.xml><?xml version="1.0" encoding="utf-8"?>
<p:tagLst xmlns:a="http://schemas.openxmlformats.org/drawingml/2006/main" xmlns:r="http://schemas.openxmlformats.org/officeDocument/2006/relationships" xmlns:p="http://schemas.openxmlformats.org/presentationml/2006/main">
  <p:tag name="AS_UNIQUEID" val="4427"/>
</p:tagLst>
</file>

<file path=ppt/tags/tag11.xml><?xml version="1.0" encoding="utf-8"?>
<p:tagLst xmlns:a="http://schemas.openxmlformats.org/drawingml/2006/main" xmlns:r="http://schemas.openxmlformats.org/officeDocument/2006/relationships" xmlns:p="http://schemas.openxmlformats.org/presentationml/2006/main">
  <p:tag name="AS_UNIQUEID" val="4428"/>
</p:tagLst>
</file>

<file path=ppt/tags/tag12.xml><?xml version="1.0" encoding="utf-8"?>
<p:tagLst xmlns:a="http://schemas.openxmlformats.org/drawingml/2006/main" xmlns:r="http://schemas.openxmlformats.org/officeDocument/2006/relationships" xmlns:p="http://schemas.openxmlformats.org/presentationml/2006/main">
  <p:tag name="AS_UNIQUEID" val="4429"/>
</p:tagLst>
</file>

<file path=ppt/tags/tag13.xml><?xml version="1.0" encoding="utf-8"?>
<p:tagLst xmlns:a="http://schemas.openxmlformats.org/drawingml/2006/main" xmlns:r="http://schemas.openxmlformats.org/officeDocument/2006/relationships" xmlns:p="http://schemas.openxmlformats.org/presentationml/2006/main">
  <p:tag name="AS_UNIQUEID" val="4434"/>
</p:tagLst>
</file>

<file path=ppt/tags/tag14.xml><?xml version="1.0" encoding="utf-8"?>
<p:tagLst xmlns:a="http://schemas.openxmlformats.org/drawingml/2006/main" xmlns:r="http://schemas.openxmlformats.org/officeDocument/2006/relationships" xmlns:p="http://schemas.openxmlformats.org/presentationml/2006/main">
  <p:tag name="AS_UNIQUEID" val="4435"/>
</p:tagLst>
</file>

<file path=ppt/tags/tag15.xml><?xml version="1.0" encoding="utf-8"?>
<p:tagLst xmlns:a="http://schemas.openxmlformats.org/drawingml/2006/main" xmlns:r="http://schemas.openxmlformats.org/officeDocument/2006/relationships" xmlns:p="http://schemas.openxmlformats.org/presentationml/2006/main">
  <p:tag name="AS_UNIQUEID" val="4436"/>
</p:tagLst>
</file>

<file path=ppt/tags/tag16.xml><?xml version="1.0" encoding="utf-8"?>
<p:tagLst xmlns:a="http://schemas.openxmlformats.org/drawingml/2006/main" xmlns:r="http://schemas.openxmlformats.org/officeDocument/2006/relationships" xmlns:p="http://schemas.openxmlformats.org/presentationml/2006/main">
  <p:tag name="AS_UNIQUEID" val="4437"/>
</p:tagLst>
</file>

<file path=ppt/tags/tag17.xml><?xml version="1.0" encoding="utf-8"?>
<p:tagLst xmlns:a="http://schemas.openxmlformats.org/drawingml/2006/main" xmlns:r="http://schemas.openxmlformats.org/officeDocument/2006/relationships" xmlns:p="http://schemas.openxmlformats.org/presentationml/2006/main">
  <p:tag name="AS_UNIQUEID" val="4438"/>
</p:tagLst>
</file>

<file path=ppt/tags/tag18.xml><?xml version="1.0" encoding="utf-8"?>
<p:tagLst xmlns:a="http://schemas.openxmlformats.org/drawingml/2006/main" xmlns:r="http://schemas.openxmlformats.org/officeDocument/2006/relationships" xmlns:p="http://schemas.openxmlformats.org/presentationml/2006/main">
  <p:tag name="AS_UNIQUEID" val="4431"/>
</p:tagLst>
</file>

<file path=ppt/tags/tag19.xml><?xml version="1.0" encoding="utf-8"?>
<p:tagLst xmlns:a="http://schemas.openxmlformats.org/drawingml/2006/main" xmlns:r="http://schemas.openxmlformats.org/officeDocument/2006/relationships" xmlns:p="http://schemas.openxmlformats.org/presentationml/2006/main">
  <p:tag name="AS_UNIQUEID" val="4432"/>
</p:tagLst>
</file>

<file path=ppt/tags/tag20.xml><?xml version="1.0" encoding="utf-8"?>
<p:tagLst xmlns:a="http://schemas.openxmlformats.org/drawingml/2006/main" xmlns:r="http://schemas.openxmlformats.org/officeDocument/2006/relationships" xmlns:p="http://schemas.openxmlformats.org/presentationml/2006/main">
  <p:tag name="AS_UNIQUEID" val="4440"/>
</p:tagLst>
</file>

<file path=ppt/tags/tag21.xml><?xml version="1.0" encoding="utf-8"?>
<p:tagLst xmlns:a="http://schemas.openxmlformats.org/drawingml/2006/main" xmlns:r="http://schemas.openxmlformats.org/officeDocument/2006/relationships" xmlns:p="http://schemas.openxmlformats.org/presentationml/2006/main">
  <p:tag name="AS_UNIQUEID" val="4441"/>
</p:tagLst>
</file>

<file path=ppt/tags/tag22.xml><?xml version="1.0" encoding="utf-8"?>
<p:tagLst xmlns:a="http://schemas.openxmlformats.org/drawingml/2006/main" xmlns:r="http://schemas.openxmlformats.org/officeDocument/2006/relationships" xmlns:p="http://schemas.openxmlformats.org/presentationml/2006/main">
  <p:tag name="AS_UNIQUEID" val="1019"/>
</p:tagLst>
</file>

<file path=ppt/tags/tag23.xml><?xml version="1.0" encoding="utf-8"?>
<p:tagLst xmlns:a="http://schemas.openxmlformats.org/drawingml/2006/main" xmlns:r="http://schemas.openxmlformats.org/officeDocument/2006/relationships" xmlns:p="http://schemas.openxmlformats.org/presentationml/2006/main">
  <p:tag name="AS_UNIQUEID" val="1020"/>
</p:tagLst>
</file>

<file path=ppt/tags/tag24.xml><?xml version="1.0" encoding="utf-8"?>
<p:tagLst xmlns:a="http://schemas.openxmlformats.org/drawingml/2006/main" xmlns:r="http://schemas.openxmlformats.org/officeDocument/2006/relationships" xmlns:p="http://schemas.openxmlformats.org/presentationml/2006/main">
  <p:tag name="AS_UNIQUEID" val="1021"/>
</p:tagLst>
</file>

<file path=ppt/tags/tag25.xml><?xml version="1.0" encoding="utf-8"?>
<p:tagLst xmlns:a="http://schemas.openxmlformats.org/drawingml/2006/main" xmlns:r="http://schemas.openxmlformats.org/officeDocument/2006/relationships" xmlns:p="http://schemas.openxmlformats.org/presentationml/2006/main">
  <p:tag name="AS_UNIQUEID" val="1023"/>
  <p:tag name="KSO_WM_BEAUTIFY_FLAG" val=""/>
  <p:tag name="KSO_WM_UNIT_TABLE_BEAUTIFY" val="smartTable{53a0ef20-fea6-4eba-bf58-f05ffd41eb96}"/>
  <p:tag name="TABLE_ENDDRAG_ORIGIN_RECT" val="845*282"/>
  <p:tag name="TABLE_ENDDRAG_RECT" val="46*143*846*282"/>
</p:tagLst>
</file>

<file path=ppt/tags/tag26.xml><?xml version="1.0" encoding="utf-8"?>
<p:tagLst xmlns:a="http://schemas.openxmlformats.org/drawingml/2006/main" xmlns:r="http://schemas.openxmlformats.org/officeDocument/2006/relationships" xmlns:p="http://schemas.openxmlformats.org/presentationml/2006/main">
  <p:tag name="AS_UNIQUEID" val="1024"/>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AS_UNIQUEID" val="1025"/>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AS_UNIQUEID" val="4443"/>
</p:tagLst>
</file>

<file path=ppt/tags/tag29.xml><?xml version="1.0" encoding="utf-8"?>
<p:tagLst xmlns:a="http://schemas.openxmlformats.org/drawingml/2006/main" xmlns:r="http://schemas.openxmlformats.org/officeDocument/2006/relationships" xmlns:p="http://schemas.openxmlformats.org/presentationml/2006/main">
  <p:tag name="AS_UNIQUEID" val="1028"/>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AS_UNIQUEID" val="4444"/>
</p:tagLst>
</file>

<file path=ppt/tags/tag31.xml><?xml version="1.0" encoding="utf-8"?>
<p:tagLst xmlns:a="http://schemas.openxmlformats.org/drawingml/2006/main" xmlns:r="http://schemas.openxmlformats.org/officeDocument/2006/relationships" xmlns:p="http://schemas.openxmlformats.org/presentationml/2006/main">
  <p:tag name="AS_UNIQUEID" val="4446"/>
</p:tagLst>
</file>

<file path=ppt/tags/tag32.xml><?xml version="1.0" encoding="utf-8"?>
<p:tagLst xmlns:a="http://schemas.openxmlformats.org/drawingml/2006/main" xmlns:r="http://schemas.openxmlformats.org/officeDocument/2006/relationships" xmlns:p="http://schemas.openxmlformats.org/presentationml/2006/main">
  <p:tag name="AS_UNIQUEID" val="4447"/>
</p:tagLst>
</file>

<file path=ppt/tags/tag33.xml><?xml version="1.0" encoding="utf-8"?>
<p:tagLst xmlns:a="http://schemas.openxmlformats.org/drawingml/2006/main" xmlns:r="http://schemas.openxmlformats.org/officeDocument/2006/relationships" xmlns:p="http://schemas.openxmlformats.org/presentationml/2006/main">
  <p:tag name="AS_UNIQUEID" val="4450"/>
</p:tagLst>
</file>

<file path=ppt/tags/tag34.xml><?xml version="1.0" encoding="utf-8"?>
<p:tagLst xmlns:a="http://schemas.openxmlformats.org/drawingml/2006/main" xmlns:r="http://schemas.openxmlformats.org/officeDocument/2006/relationships" xmlns:p="http://schemas.openxmlformats.org/presentationml/2006/main">
  <p:tag name="AS_UNIQUEID" val="1041"/>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AS_UNIQUEID" val="1042"/>
</p:tagLst>
</file>

<file path=ppt/tags/tag36.xml><?xml version="1.0" encoding="utf-8"?>
<p:tagLst xmlns:a="http://schemas.openxmlformats.org/drawingml/2006/main" xmlns:r="http://schemas.openxmlformats.org/officeDocument/2006/relationships" xmlns:p="http://schemas.openxmlformats.org/presentationml/2006/main">
  <p:tag name="AS_UNIQUEID" val="4452"/>
</p:tagLst>
</file>

<file path=ppt/tags/tag37.xml><?xml version="1.0" encoding="utf-8"?>
<p:tagLst xmlns:a="http://schemas.openxmlformats.org/drawingml/2006/main" xmlns:r="http://schemas.openxmlformats.org/officeDocument/2006/relationships" xmlns:p="http://schemas.openxmlformats.org/presentationml/2006/main">
  <p:tag name="AS_UNIQUEID" val="1045"/>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AS_UNIQUEID" val="1047"/>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AS_UNIQUEID" val="1045"/>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AS_UNIQUEID" val="1049"/>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AS_UNIQUEID" val="4453"/>
</p:tagLst>
</file>

<file path=ppt/tags/tag42.xml><?xml version="1.0" encoding="utf-8"?>
<p:tagLst xmlns:a="http://schemas.openxmlformats.org/drawingml/2006/main" xmlns:r="http://schemas.openxmlformats.org/officeDocument/2006/relationships" xmlns:p="http://schemas.openxmlformats.org/presentationml/2006/main">
  <p:tag name="AS_UNIQUEID" val="4454"/>
</p:tagLst>
</file>

<file path=ppt/tags/tag43.xml><?xml version="1.0" encoding="utf-8"?>
<p:tagLst xmlns:a="http://schemas.openxmlformats.org/drawingml/2006/main" xmlns:r="http://schemas.openxmlformats.org/officeDocument/2006/relationships" xmlns:p="http://schemas.openxmlformats.org/presentationml/2006/main">
  <p:tag name="AS_UNIQUEID" val="4456"/>
</p:tagLst>
</file>

<file path=ppt/tags/tag44.xml><?xml version="1.0" encoding="utf-8"?>
<p:tagLst xmlns:a="http://schemas.openxmlformats.org/drawingml/2006/main" xmlns:r="http://schemas.openxmlformats.org/officeDocument/2006/relationships" xmlns:p="http://schemas.openxmlformats.org/presentationml/2006/main">
  <p:tag name="AS_UNIQUEID" val="1059"/>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AS_UNIQUEID" val="1060"/>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AS_UNIQUEID" val="1061"/>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AS_UNIQUEID" val="1062"/>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AS_UNIQUEID" val="4458"/>
</p:tagLst>
</file>

<file path=ppt/tags/tag49.xml><?xml version="1.0" encoding="utf-8"?>
<p:tagLst xmlns:a="http://schemas.openxmlformats.org/drawingml/2006/main" xmlns:r="http://schemas.openxmlformats.org/officeDocument/2006/relationships" xmlns:p="http://schemas.openxmlformats.org/presentationml/2006/main">
  <p:tag name="AS_UNIQUEID" val="1066"/>
  <p:tag name="KSO_WM_BEAUTIFY_FLAG" val=""/>
  <p:tag name="KSO_WM_UNIT_TABLE_BEAUTIFY" val="smartTable{c4df0b90-2d59-4ab6-bb5e-d89220da7e4a}"/>
  <p:tag name="TABLE_ENDDRAG_ORIGIN_RECT" val="875*317"/>
  <p:tag name="TABLE_ENDDRAG_RECT" val="38*182*875*317"/>
</p:tagLst>
</file>

<file path=ppt/tags/tag50.xml><?xml version="1.0" encoding="utf-8"?>
<p:tagLst xmlns:a="http://schemas.openxmlformats.org/drawingml/2006/main" xmlns:r="http://schemas.openxmlformats.org/officeDocument/2006/relationships" xmlns:p="http://schemas.openxmlformats.org/presentationml/2006/main">
  <p:tag name="AS_UNIQUEID" val="1067"/>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AS_UNIQUEID" val="4460"/>
</p:tagLst>
</file>

<file path=ppt/tags/tag52.xml><?xml version="1.0" encoding="utf-8"?>
<p:tagLst xmlns:a="http://schemas.openxmlformats.org/drawingml/2006/main" xmlns:r="http://schemas.openxmlformats.org/officeDocument/2006/relationships" xmlns:p="http://schemas.openxmlformats.org/presentationml/2006/main">
  <p:tag name="AS_UNIQUEID" val="4461"/>
</p:tagLst>
</file>

<file path=ppt/tags/tag53.xml><?xml version="1.0" encoding="utf-8"?>
<p:tagLst xmlns:a="http://schemas.openxmlformats.org/drawingml/2006/main" xmlns:r="http://schemas.openxmlformats.org/officeDocument/2006/relationships" xmlns:p="http://schemas.openxmlformats.org/presentationml/2006/main">
  <p:tag name="AS_UNIQUEID" val="4463"/>
</p:tagLst>
</file>

<file path=ppt/tags/tag54.xml><?xml version="1.0" encoding="utf-8"?>
<p:tagLst xmlns:a="http://schemas.openxmlformats.org/drawingml/2006/main" xmlns:r="http://schemas.openxmlformats.org/officeDocument/2006/relationships" xmlns:p="http://schemas.openxmlformats.org/presentationml/2006/main">
  <p:tag name="AS_UNIQUEID" val="4464"/>
</p:tagLst>
</file>

<file path=ppt/tags/tag55.xml><?xml version="1.0" encoding="utf-8"?>
<p:tagLst xmlns:a="http://schemas.openxmlformats.org/drawingml/2006/main" xmlns:r="http://schemas.openxmlformats.org/officeDocument/2006/relationships" xmlns:p="http://schemas.openxmlformats.org/presentationml/2006/main">
  <p:tag name="AS_UNIQUEID" val="4466"/>
</p:tagLst>
</file>

<file path=ppt/tags/tag56.xml><?xml version="1.0" encoding="utf-8"?>
<p:tagLst xmlns:a="http://schemas.openxmlformats.org/drawingml/2006/main" xmlns:r="http://schemas.openxmlformats.org/officeDocument/2006/relationships" xmlns:p="http://schemas.openxmlformats.org/presentationml/2006/main">
  <p:tag name="AS_UNIQUEID" val="4467"/>
</p:tagLst>
</file>

<file path=ppt/tags/tag57.xml><?xml version="1.0" encoding="utf-8"?>
<p:tagLst xmlns:a="http://schemas.openxmlformats.org/drawingml/2006/main" xmlns:r="http://schemas.openxmlformats.org/officeDocument/2006/relationships" xmlns:p="http://schemas.openxmlformats.org/presentationml/2006/main">
  <p:tag name="AS_UNIQUEID" val="4468"/>
</p:tagLst>
</file>

<file path=ppt/tags/tag58.xml><?xml version="1.0" encoding="utf-8"?>
<p:tagLst xmlns:a="http://schemas.openxmlformats.org/drawingml/2006/main" xmlns:r="http://schemas.openxmlformats.org/officeDocument/2006/relationships" xmlns:p="http://schemas.openxmlformats.org/presentationml/2006/main">
  <p:tag name="AS_UNIQUEID" val="4470"/>
</p:tagLst>
</file>

<file path=ppt/tags/tag59.xml><?xml version="1.0" encoding="utf-8"?>
<p:tagLst xmlns:a="http://schemas.openxmlformats.org/drawingml/2006/main" xmlns:r="http://schemas.openxmlformats.org/officeDocument/2006/relationships" xmlns:p="http://schemas.openxmlformats.org/presentationml/2006/main">
  <p:tag name="AS_UNIQUEID" val="4471"/>
</p:tagLst>
</file>

<file path=ppt/tags/tag60.xml><?xml version="1.0" encoding="utf-8"?>
<p:tagLst xmlns:a="http://schemas.openxmlformats.org/drawingml/2006/main" xmlns:r="http://schemas.openxmlformats.org/officeDocument/2006/relationships" xmlns:p="http://schemas.openxmlformats.org/presentationml/2006/main">
  <p:tag name="AS_UNIQUEID" val="4472"/>
</p:tagLst>
</file>

<file path=ppt/tags/tag61.xml><?xml version="1.0" encoding="utf-8"?>
<p:tagLst xmlns:a="http://schemas.openxmlformats.org/drawingml/2006/main" xmlns:r="http://schemas.openxmlformats.org/officeDocument/2006/relationships" xmlns:p="http://schemas.openxmlformats.org/presentationml/2006/main">
  <p:tag name="AS_UNIQUEID" val="4819"/>
</p:tagLst>
</file>

<file path=ppt/tags/tag62.xml><?xml version="1.0" encoding="utf-8"?>
<p:tagLst xmlns:a="http://schemas.openxmlformats.org/drawingml/2006/main" xmlns:r="http://schemas.openxmlformats.org/officeDocument/2006/relationships" xmlns:p="http://schemas.openxmlformats.org/presentationml/2006/main">
  <p:tag name="AS_UNIQUEID" val="4475"/>
</p:tagLst>
</file>

<file path=ppt/tags/tag63.xml><?xml version="1.0" encoding="utf-8"?>
<p:tagLst xmlns:a="http://schemas.openxmlformats.org/drawingml/2006/main" xmlns:r="http://schemas.openxmlformats.org/officeDocument/2006/relationships" xmlns:p="http://schemas.openxmlformats.org/presentationml/2006/main">
  <p:tag name="AS_UNIQUEID" val="4476"/>
</p:tagLst>
</file>

<file path=ppt/tags/tag64.xml><?xml version="1.0" encoding="utf-8"?>
<p:tagLst xmlns:a="http://schemas.openxmlformats.org/drawingml/2006/main" xmlns:r="http://schemas.openxmlformats.org/officeDocument/2006/relationships" xmlns:p="http://schemas.openxmlformats.org/presentationml/2006/main">
  <p:tag name="AS_UNIQUEID" val="4477"/>
</p:tagLst>
</file>

<file path=ppt/tags/tag65.xml><?xml version="1.0" encoding="utf-8"?>
<p:tagLst xmlns:a="http://schemas.openxmlformats.org/drawingml/2006/main" xmlns:r="http://schemas.openxmlformats.org/officeDocument/2006/relationships" xmlns:p="http://schemas.openxmlformats.org/presentationml/2006/main">
  <p:tag name="AS_UNIQUEID" val="4479"/>
</p:tagLst>
</file>

<file path=ppt/tags/tag66.xml><?xml version="1.0" encoding="utf-8"?>
<p:tagLst xmlns:a="http://schemas.openxmlformats.org/drawingml/2006/main" xmlns:r="http://schemas.openxmlformats.org/officeDocument/2006/relationships" xmlns:p="http://schemas.openxmlformats.org/presentationml/2006/main">
  <p:tag name="AS_UNIQUEID" val="4480"/>
</p:tagLst>
</file>

<file path=ppt/tags/tag67.xml><?xml version="1.0" encoding="utf-8"?>
<p:tagLst xmlns:a="http://schemas.openxmlformats.org/drawingml/2006/main" xmlns:r="http://schemas.openxmlformats.org/officeDocument/2006/relationships" xmlns:p="http://schemas.openxmlformats.org/presentationml/2006/main">
  <p:tag name="AS_UNIQUEID" val="4504"/>
</p:tagLst>
</file>

<file path=ppt/tags/tag68.xml><?xml version="1.0" encoding="utf-8"?>
<p:tagLst xmlns:a="http://schemas.openxmlformats.org/drawingml/2006/main" xmlns:r="http://schemas.openxmlformats.org/officeDocument/2006/relationships" xmlns:p="http://schemas.openxmlformats.org/presentationml/2006/main">
  <p:tag name="AS_UNIQUEID" val="1116"/>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AS_UNIQUEID" val="1117"/>
  <p:tag name="KSO_WM_BEAUTIFY_FLAG" val=""/>
  <p:tag name="KSO_WM_UNIT_TABLE_BEAUTIFY" val="smartTable{228ac462-8a07-4025-b28a-caba826ff063}"/>
</p:tagLst>
</file>

<file path=ppt/tags/tag70.xml><?xml version="1.0" encoding="utf-8"?>
<p:tagLst xmlns:a="http://schemas.openxmlformats.org/drawingml/2006/main" xmlns:r="http://schemas.openxmlformats.org/officeDocument/2006/relationships" xmlns:p="http://schemas.openxmlformats.org/presentationml/2006/main">
  <p:tag name="AS_UNIQUEID" val="1119"/>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AS_UNIQUEID" val="4501"/>
</p:tagLst>
</file>

<file path=ppt/tags/tag72.xml><?xml version="1.0" encoding="utf-8"?>
<p:tagLst xmlns:a="http://schemas.openxmlformats.org/drawingml/2006/main" xmlns:r="http://schemas.openxmlformats.org/officeDocument/2006/relationships" xmlns:p="http://schemas.openxmlformats.org/presentationml/2006/main">
  <p:tag name="AS_UNIQUEID" val="4502"/>
</p:tagLst>
</file>

<file path=ppt/tags/tag73.xml><?xml version="1.0" encoding="utf-8"?>
<p:tagLst xmlns:a="http://schemas.openxmlformats.org/drawingml/2006/main" xmlns:r="http://schemas.openxmlformats.org/officeDocument/2006/relationships" xmlns:p="http://schemas.openxmlformats.org/presentationml/2006/main">
  <p:tag name="AS_UNIQUEID" val="4509"/>
</p:tagLst>
</file>

<file path=ppt/tags/tag74.xml><?xml version="1.0" encoding="utf-8"?>
<p:tagLst xmlns:a="http://schemas.openxmlformats.org/drawingml/2006/main" xmlns:r="http://schemas.openxmlformats.org/officeDocument/2006/relationships" xmlns:p="http://schemas.openxmlformats.org/presentationml/2006/main">
  <p:tag name="AS_UNIQUEID" val="1121"/>
</p:tagLst>
</file>

<file path=ppt/tags/tag75.xml><?xml version="1.0" encoding="utf-8"?>
<p:tagLst xmlns:a="http://schemas.openxmlformats.org/drawingml/2006/main" xmlns:r="http://schemas.openxmlformats.org/officeDocument/2006/relationships" xmlns:p="http://schemas.openxmlformats.org/presentationml/2006/main">
  <p:tag name="AS_UNIQUEID" val="857"/>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AS_UNIQUEID" val="1124"/>
</p:tagLst>
</file>

<file path=ppt/tags/tag77.xml><?xml version="1.0" encoding="utf-8"?>
<p:tagLst xmlns:a="http://schemas.openxmlformats.org/drawingml/2006/main" xmlns:r="http://schemas.openxmlformats.org/officeDocument/2006/relationships" xmlns:p="http://schemas.openxmlformats.org/presentationml/2006/main">
  <p:tag name="AS_UNIQUEID" val="861"/>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AS_UNIQUEID" val="864"/>
</p:tagLst>
</file>

<file path=ppt/tags/tag79.xml><?xml version="1.0" encoding="utf-8"?>
<p:tagLst xmlns:a="http://schemas.openxmlformats.org/drawingml/2006/main" xmlns:r="http://schemas.openxmlformats.org/officeDocument/2006/relationships" xmlns:p="http://schemas.openxmlformats.org/presentationml/2006/main">
  <p:tag name="AS_UNIQUEID" val="1125"/>
</p:tagLst>
</file>

<file path=ppt/tags/tag80.xml><?xml version="1.0" encoding="utf-8"?>
<p:tagLst xmlns:a="http://schemas.openxmlformats.org/drawingml/2006/main" xmlns:r="http://schemas.openxmlformats.org/officeDocument/2006/relationships" xmlns:p="http://schemas.openxmlformats.org/presentationml/2006/main">
  <p:tag name="AS_UNIQUEID" val="869"/>
</p:tagLst>
</file>

<file path=ppt/tags/tag81.xml><?xml version="1.0" encoding="utf-8"?>
<p:tagLst xmlns:a="http://schemas.openxmlformats.org/drawingml/2006/main" xmlns:r="http://schemas.openxmlformats.org/officeDocument/2006/relationships" xmlns:p="http://schemas.openxmlformats.org/presentationml/2006/main">
  <p:tag name="AS_UNIQUEID" val="870"/>
</p:tagLst>
</file>

<file path=ppt/tags/tag82.xml><?xml version="1.0" encoding="utf-8"?>
<p:tagLst xmlns:a="http://schemas.openxmlformats.org/drawingml/2006/main" xmlns:r="http://schemas.openxmlformats.org/officeDocument/2006/relationships" xmlns:p="http://schemas.openxmlformats.org/presentationml/2006/main">
  <p:tag name="AS_UNIQUEID" val="1126"/>
</p:tagLst>
</file>

<file path=ppt/tags/tag83.xml><?xml version="1.0" encoding="utf-8"?>
<p:tagLst xmlns:a="http://schemas.openxmlformats.org/drawingml/2006/main" xmlns:r="http://schemas.openxmlformats.org/officeDocument/2006/relationships" xmlns:p="http://schemas.openxmlformats.org/presentationml/2006/main">
  <p:tag name="AS_UNIQUEID" val="891"/>
</p:tagLst>
</file>

<file path=ppt/tags/tag84.xml><?xml version="1.0" encoding="utf-8"?>
<p:tagLst xmlns:a="http://schemas.openxmlformats.org/drawingml/2006/main" xmlns:r="http://schemas.openxmlformats.org/officeDocument/2006/relationships" xmlns:p="http://schemas.openxmlformats.org/presentationml/2006/main">
  <p:tag name="AS_UNIQUEID" val="915"/>
</p:tagLst>
</file>

<file path=ppt/tags/tag85.xml><?xml version="1.0" encoding="utf-8"?>
<p:tagLst xmlns:a="http://schemas.openxmlformats.org/drawingml/2006/main" xmlns:r="http://schemas.openxmlformats.org/officeDocument/2006/relationships" xmlns:p="http://schemas.openxmlformats.org/presentationml/2006/main">
  <p:tag name="AS_UNIQUEID" val="857"/>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AS_UNIQUEID" val="1127"/>
</p:tagLst>
</file>

<file path=ppt/tags/tag87.xml><?xml version="1.0" encoding="utf-8"?>
<p:tagLst xmlns:a="http://schemas.openxmlformats.org/drawingml/2006/main" xmlns:r="http://schemas.openxmlformats.org/officeDocument/2006/relationships" xmlns:p="http://schemas.openxmlformats.org/presentationml/2006/main">
  <p:tag name="AS_UNIQUEID" val="861"/>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AS_UNIQUEID" val="1128"/>
</p:tagLst>
</file>

<file path=ppt/tags/tag89.xml><?xml version="1.0" encoding="utf-8"?>
<p:tagLst xmlns:a="http://schemas.openxmlformats.org/drawingml/2006/main" xmlns:r="http://schemas.openxmlformats.org/officeDocument/2006/relationships" xmlns:p="http://schemas.openxmlformats.org/presentationml/2006/main">
  <p:tag name="AS_UNIQUEID" val="1129"/>
</p:tagLst>
</file>

<file path=ppt/tags/tag90.xml><?xml version="1.0" encoding="utf-8"?>
<p:tagLst xmlns:a="http://schemas.openxmlformats.org/drawingml/2006/main" xmlns:r="http://schemas.openxmlformats.org/officeDocument/2006/relationships" xmlns:p="http://schemas.openxmlformats.org/presentationml/2006/main">
  <p:tag name="AS_UNIQUEID" val="1130"/>
</p:tagLst>
</file>

<file path=ppt/tags/tag91.xml><?xml version="1.0" encoding="utf-8"?>
<p:tagLst xmlns:a="http://schemas.openxmlformats.org/drawingml/2006/main" xmlns:r="http://schemas.openxmlformats.org/officeDocument/2006/relationships" xmlns:p="http://schemas.openxmlformats.org/presentationml/2006/main">
  <p:tag name="AS_UNIQUEID" val="869"/>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AS_UNIQUEID" val="870"/>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AS_UNIQUEID" val="891"/>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AS_UNIQUEID" val="915"/>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AS_UNIQUEID" val="867"/>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AS_UNIQUEID" val="868"/>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AS_UNIQUEID" val="860"/>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AS_UNIQUEID" val="864"/>
</p:tagLst>
</file>

<file path=ppt/tags/tag99.xml><?xml version="1.0" encoding="utf-8"?>
<p:tagLst xmlns:a="http://schemas.openxmlformats.org/drawingml/2006/main" xmlns:r="http://schemas.openxmlformats.org/officeDocument/2006/relationships" xmlns:p="http://schemas.openxmlformats.org/presentationml/2006/main">
  <p:tag name="AS_UNIQUEID" val="865"/>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AS_UNIQUEID" val="866"/>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AS_UNIQUEID" val="904"/>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AS_UNIQUEID" val="862"/>
</p:tagLst>
</file>

<file path=ppt/tags/tag103.xml><?xml version="1.0" encoding="utf-8"?>
<p:tagLst xmlns:a="http://schemas.openxmlformats.org/drawingml/2006/main" xmlns:r="http://schemas.openxmlformats.org/officeDocument/2006/relationships" xmlns:p="http://schemas.openxmlformats.org/presentationml/2006/main">
  <p:tag name="AS_UNIQUEID" val="858"/>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AS_UNIQUEID" val="859"/>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AS_UNIQUEID" val="887"/>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AS_UNIQUEID" val="888"/>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AS_UNIQUEID" val="867"/>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AS_UNIQUEID" val="868"/>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AS_UNIQUEID" val="865"/>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AS_UNIQUEID" val="866"/>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AS_UNIQUEID" val="858"/>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AS_UNIQUEID" val="859"/>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AS_UNIQUEID" val="1122"/>
</p:tagLst>
</file>

<file path=ppt/tags/tag114.xml><?xml version="1.0" encoding="utf-8"?>
<p:tagLst xmlns:a="http://schemas.openxmlformats.org/drawingml/2006/main" xmlns:r="http://schemas.openxmlformats.org/officeDocument/2006/relationships" xmlns:p="http://schemas.openxmlformats.org/presentationml/2006/main">
  <p:tag name="AS_UNIQUEID" val="904"/>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AS_UNIQUEID" val="860"/>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AS_UNIQUEID" val="862"/>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AS_UNIQUEID" val="4506"/>
</p:tagLst>
</file>

<file path=ppt/tags/tag118.xml><?xml version="1.0" encoding="utf-8"?>
<p:tagLst xmlns:a="http://schemas.openxmlformats.org/drawingml/2006/main" xmlns:r="http://schemas.openxmlformats.org/officeDocument/2006/relationships" xmlns:p="http://schemas.openxmlformats.org/presentationml/2006/main">
  <p:tag name="AS_UNIQUEID" val="4507"/>
</p:tagLst>
</file>

<file path=ppt/tags/tag119.xml><?xml version="1.0" encoding="utf-8"?>
<p:tagLst xmlns:a="http://schemas.openxmlformats.org/drawingml/2006/main" xmlns:r="http://schemas.openxmlformats.org/officeDocument/2006/relationships" xmlns:p="http://schemas.openxmlformats.org/presentationml/2006/main">
  <p:tag name="AS_UNIQUEID" val="4514"/>
</p:tagLst>
</file>

<file path=ppt/tags/tag120.xml><?xml version="1.0" encoding="utf-8"?>
<p:tagLst xmlns:a="http://schemas.openxmlformats.org/drawingml/2006/main" xmlns:r="http://schemas.openxmlformats.org/officeDocument/2006/relationships" xmlns:p="http://schemas.openxmlformats.org/presentationml/2006/main">
  <p:tag name="AS_UNIQUEID" val="1132"/>
</p:tagLst>
</file>

<file path=ppt/tags/tag121.xml><?xml version="1.0" encoding="utf-8"?>
<p:tagLst xmlns:a="http://schemas.openxmlformats.org/drawingml/2006/main" xmlns:r="http://schemas.openxmlformats.org/officeDocument/2006/relationships" xmlns:p="http://schemas.openxmlformats.org/presentationml/2006/main">
  <p:tag name="AS_UNIQUEID" val="857"/>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AS_UNIQUEID" val="1135"/>
</p:tagLst>
</file>

<file path=ppt/tags/tag123.xml><?xml version="1.0" encoding="utf-8"?>
<p:tagLst xmlns:a="http://schemas.openxmlformats.org/drawingml/2006/main" xmlns:r="http://schemas.openxmlformats.org/officeDocument/2006/relationships" xmlns:p="http://schemas.openxmlformats.org/presentationml/2006/main">
  <p:tag name="AS_UNIQUEID" val="861"/>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AS_UNIQUEID" val="864"/>
</p:tagLst>
</file>

<file path=ppt/tags/tag125.xml><?xml version="1.0" encoding="utf-8"?>
<p:tagLst xmlns:a="http://schemas.openxmlformats.org/drawingml/2006/main" xmlns:r="http://schemas.openxmlformats.org/officeDocument/2006/relationships" xmlns:p="http://schemas.openxmlformats.org/presentationml/2006/main">
  <p:tag name="AS_UNIQUEID" val="1136"/>
</p:tagLst>
</file>

<file path=ppt/tags/tag126.xml><?xml version="1.0" encoding="utf-8"?>
<p:tagLst xmlns:a="http://schemas.openxmlformats.org/drawingml/2006/main" xmlns:r="http://schemas.openxmlformats.org/officeDocument/2006/relationships" xmlns:p="http://schemas.openxmlformats.org/presentationml/2006/main">
  <p:tag name="AS_UNIQUEID" val="869"/>
</p:tagLst>
</file>

<file path=ppt/tags/tag127.xml><?xml version="1.0" encoding="utf-8"?>
<p:tagLst xmlns:a="http://schemas.openxmlformats.org/drawingml/2006/main" xmlns:r="http://schemas.openxmlformats.org/officeDocument/2006/relationships" xmlns:p="http://schemas.openxmlformats.org/presentationml/2006/main">
  <p:tag name="AS_UNIQUEID" val="870"/>
</p:tagLst>
</file>

<file path=ppt/tags/tag128.xml><?xml version="1.0" encoding="utf-8"?>
<p:tagLst xmlns:a="http://schemas.openxmlformats.org/drawingml/2006/main" xmlns:r="http://schemas.openxmlformats.org/officeDocument/2006/relationships" xmlns:p="http://schemas.openxmlformats.org/presentationml/2006/main">
  <p:tag name="AS_UNIQUEID" val="1137"/>
</p:tagLst>
</file>

<file path=ppt/tags/tag129.xml><?xml version="1.0" encoding="utf-8"?>
<p:tagLst xmlns:a="http://schemas.openxmlformats.org/drawingml/2006/main" xmlns:r="http://schemas.openxmlformats.org/officeDocument/2006/relationships" xmlns:p="http://schemas.openxmlformats.org/presentationml/2006/main">
  <p:tag name="AS_UNIQUEID" val="891"/>
</p:tagLst>
</file>

<file path=ppt/tags/tag130.xml><?xml version="1.0" encoding="utf-8"?>
<p:tagLst xmlns:a="http://schemas.openxmlformats.org/drawingml/2006/main" xmlns:r="http://schemas.openxmlformats.org/officeDocument/2006/relationships" xmlns:p="http://schemas.openxmlformats.org/presentationml/2006/main">
  <p:tag name="AS_UNIQUEID" val="915"/>
</p:tagLst>
</file>

<file path=ppt/tags/tag131.xml><?xml version="1.0" encoding="utf-8"?>
<p:tagLst xmlns:a="http://schemas.openxmlformats.org/drawingml/2006/main" xmlns:r="http://schemas.openxmlformats.org/officeDocument/2006/relationships" xmlns:p="http://schemas.openxmlformats.org/presentationml/2006/main">
  <p:tag name="AS_UNIQUEID" val="857"/>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AS_UNIQUEID" val="1138"/>
</p:tagLst>
</file>

<file path=ppt/tags/tag133.xml><?xml version="1.0" encoding="utf-8"?>
<p:tagLst xmlns:a="http://schemas.openxmlformats.org/drawingml/2006/main" xmlns:r="http://schemas.openxmlformats.org/officeDocument/2006/relationships" xmlns:p="http://schemas.openxmlformats.org/presentationml/2006/main">
  <p:tag name="AS_UNIQUEID" val="861"/>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AS_UNIQUEID" val="1139"/>
</p:tagLst>
</file>

<file path=ppt/tags/tag135.xml><?xml version="1.0" encoding="utf-8"?>
<p:tagLst xmlns:a="http://schemas.openxmlformats.org/drawingml/2006/main" xmlns:r="http://schemas.openxmlformats.org/officeDocument/2006/relationships" xmlns:p="http://schemas.openxmlformats.org/presentationml/2006/main">
  <p:tag name="AS_UNIQUEID" val="1140"/>
</p:tagLst>
</file>

<file path=ppt/tags/tag136.xml><?xml version="1.0" encoding="utf-8"?>
<p:tagLst xmlns:a="http://schemas.openxmlformats.org/drawingml/2006/main" xmlns:r="http://schemas.openxmlformats.org/officeDocument/2006/relationships" xmlns:p="http://schemas.openxmlformats.org/presentationml/2006/main">
  <p:tag name="AS_UNIQUEID" val="1141"/>
</p:tagLst>
</file>

<file path=ppt/tags/tag137.xml><?xml version="1.0" encoding="utf-8"?>
<p:tagLst xmlns:a="http://schemas.openxmlformats.org/drawingml/2006/main" xmlns:r="http://schemas.openxmlformats.org/officeDocument/2006/relationships" xmlns:p="http://schemas.openxmlformats.org/presentationml/2006/main">
  <p:tag name="AS_UNIQUEID" val="869"/>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AS_UNIQUEID" val="870"/>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AS_UNIQUEID" val="891"/>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AS_UNIQUEID" val="915"/>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AS_UNIQUEID" val="867"/>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AS_UNIQUEID" val="868"/>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AS_UNIQUEID" val="860"/>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AS_UNIQUEID" val="864"/>
</p:tagLst>
</file>

<file path=ppt/tags/tag145.xml><?xml version="1.0" encoding="utf-8"?>
<p:tagLst xmlns:a="http://schemas.openxmlformats.org/drawingml/2006/main" xmlns:r="http://schemas.openxmlformats.org/officeDocument/2006/relationships" xmlns:p="http://schemas.openxmlformats.org/presentationml/2006/main">
  <p:tag name="AS_UNIQUEID" val="865"/>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AS_UNIQUEID" val="866"/>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AS_UNIQUEID" val="904"/>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AS_UNIQUEID" val="862"/>
</p:tagLst>
</file>

<file path=ppt/tags/tag149.xml><?xml version="1.0" encoding="utf-8"?>
<p:tagLst xmlns:a="http://schemas.openxmlformats.org/drawingml/2006/main" xmlns:r="http://schemas.openxmlformats.org/officeDocument/2006/relationships" xmlns:p="http://schemas.openxmlformats.org/presentationml/2006/main">
  <p:tag name="AS_UNIQUEID" val="858"/>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AS_UNIQUEID" val="859"/>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AS_UNIQUEID" val="887"/>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AS_UNIQUEID" val="888"/>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AS_UNIQUEID" val="867"/>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AS_UNIQUEID" val="868"/>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AS_UNIQUEID" val="865"/>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AS_UNIQUEID" val="866"/>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AS_UNIQUEID" val="858"/>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AS_UNIQUEID" val="859"/>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AS_UNIQUEID" val="1133"/>
</p:tagLst>
</file>

<file path=ppt/tags/tag160.xml><?xml version="1.0" encoding="utf-8"?>
<p:tagLst xmlns:a="http://schemas.openxmlformats.org/drawingml/2006/main" xmlns:r="http://schemas.openxmlformats.org/officeDocument/2006/relationships" xmlns:p="http://schemas.openxmlformats.org/presentationml/2006/main">
  <p:tag name="AS_UNIQUEID" val="904"/>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AS_UNIQUEID" val="860"/>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AS_UNIQUEID" val="862"/>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AS_UNIQUEID" val="4511"/>
</p:tagLst>
</file>

<file path=ppt/tags/tag164.xml><?xml version="1.0" encoding="utf-8"?>
<p:tagLst xmlns:a="http://schemas.openxmlformats.org/drawingml/2006/main" xmlns:r="http://schemas.openxmlformats.org/officeDocument/2006/relationships" xmlns:p="http://schemas.openxmlformats.org/presentationml/2006/main">
  <p:tag name="AS_UNIQUEID" val="4512"/>
</p:tagLst>
</file>

<file path=ppt/tags/tag165.xml><?xml version="1.0" encoding="utf-8"?>
<p:tagLst xmlns:a="http://schemas.openxmlformats.org/drawingml/2006/main" xmlns:r="http://schemas.openxmlformats.org/officeDocument/2006/relationships" xmlns:p="http://schemas.openxmlformats.org/presentationml/2006/main">
  <p:tag name="AS_UNIQUEID" val="4519"/>
</p:tagLst>
</file>

<file path=ppt/tags/tag166.xml><?xml version="1.0" encoding="utf-8"?>
<p:tagLst xmlns:a="http://schemas.openxmlformats.org/drawingml/2006/main" xmlns:r="http://schemas.openxmlformats.org/officeDocument/2006/relationships" xmlns:p="http://schemas.openxmlformats.org/presentationml/2006/main">
  <p:tag name="AS_UNIQUEID" val="1144"/>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AS_UNIQUEID" val="1145"/>
</p:tagLst>
</file>

<file path=ppt/tags/tag168.xml><?xml version="1.0" encoding="utf-8"?>
<p:tagLst xmlns:a="http://schemas.openxmlformats.org/drawingml/2006/main" xmlns:r="http://schemas.openxmlformats.org/officeDocument/2006/relationships" xmlns:p="http://schemas.openxmlformats.org/presentationml/2006/main">
  <p:tag name="AS_UNIQUEID" val="4520"/>
</p:tagLst>
</file>

<file path=ppt/tags/tag169.xml><?xml version="1.0" encoding="utf-8"?>
<p:tagLst xmlns:a="http://schemas.openxmlformats.org/drawingml/2006/main" xmlns:r="http://schemas.openxmlformats.org/officeDocument/2006/relationships" xmlns:p="http://schemas.openxmlformats.org/presentationml/2006/main">
  <p:tag name="AS_UNIQUEID" val="4521"/>
</p:tagLst>
</file>

<file path=ppt/tags/tag170.xml><?xml version="1.0" encoding="utf-8"?>
<p:tagLst xmlns:a="http://schemas.openxmlformats.org/drawingml/2006/main" xmlns:r="http://schemas.openxmlformats.org/officeDocument/2006/relationships" xmlns:p="http://schemas.openxmlformats.org/presentationml/2006/main">
  <p:tag name="AS_UNIQUEID" val="1218"/>
</p:tagLst>
</file>

<file path=ppt/tags/tag171.xml><?xml version="1.0" encoding="utf-8"?>
<p:tagLst xmlns:a="http://schemas.openxmlformats.org/drawingml/2006/main" xmlns:r="http://schemas.openxmlformats.org/officeDocument/2006/relationships" xmlns:p="http://schemas.openxmlformats.org/presentationml/2006/main">
  <p:tag name="AS_UNIQUEID" val="4516"/>
</p:tagLst>
</file>

<file path=ppt/tags/tag172.xml><?xml version="1.0" encoding="utf-8"?>
<p:tagLst xmlns:a="http://schemas.openxmlformats.org/drawingml/2006/main" xmlns:r="http://schemas.openxmlformats.org/officeDocument/2006/relationships" xmlns:p="http://schemas.openxmlformats.org/presentationml/2006/main">
  <p:tag name="AS_UNIQUEID" val="4517"/>
</p:tagLst>
</file>

<file path=ppt/tags/tag173.xml><?xml version="1.0" encoding="utf-8"?>
<p:tagLst xmlns:a="http://schemas.openxmlformats.org/drawingml/2006/main" xmlns:r="http://schemas.openxmlformats.org/officeDocument/2006/relationships" xmlns:p="http://schemas.openxmlformats.org/presentationml/2006/main">
  <p:tag name="AS_UNIQUEID" val="4526"/>
</p:tagLst>
</file>

<file path=ppt/tags/tag174.xml><?xml version="1.0" encoding="utf-8"?>
<p:tagLst xmlns:a="http://schemas.openxmlformats.org/drawingml/2006/main" xmlns:r="http://schemas.openxmlformats.org/officeDocument/2006/relationships" xmlns:p="http://schemas.openxmlformats.org/presentationml/2006/main">
  <p:tag name="AS_UNIQUEID" val="1222"/>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AS_UNIQUEID" val="1223"/>
</p:tagLst>
</file>

<file path=ppt/tags/tag176.xml><?xml version="1.0" encoding="utf-8"?>
<p:tagLst xmlns:a="http://schemas.openxmlformats.org/drawingml/2006/main" xmlns:r="http://schemas.openxmlformats.org/officeDocument/2006/relationships" xmlns:p="http://schemas.openxmlformats.org/presentationml/2006/main">
  <p:tag name="AS_UNIQUEID" val="1224"/>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AS_UNIQUEID" val="1225"/>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AS_UNIQUEID" val="1226"/>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AS_UNIQUEID" val="1227"/>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AS_UNIQUEID" val="1228"/>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AS_UNIQUEID" val="4523"/>
</p:tagLst>
</file>

<file path=ppt/tags/tag182.xml><?xml version="1.0" encoding="utf-8"?>
<p:tagLst xmlns:a="http://schemas.openxmlformats.org/drawingml/2006/main" xmlns:r="http://schemas.openxmlformats.org/officeDocument/2006/relationships" xmlns:p="http://schemas.openxmlformats.org/presentationml/2006/main">
  <p:tag name="AS_UNIQUEID" val="4524"/>
</p:tagLst>
</file>

<file path=ppt/tags/tag183.xml><?xml version="1.0" encoding="utf-8"?>
<p:tagLst xmlns:a="http://schemas.openxmlformats.org/drawingml/2006/main" xmlns:r="http://schemas.openxmlformats.org/officeDocument/2006/relationships" xmlns:p="http://schemas.openxmlformats.org/presentationml/2006/main">
  <p:tag name="AS_UNIQUEID" val="4531"/>
</p:tagLst>
</file>

<file path=ppt/tags/tag184.xml><?xml version="1.0" encoding="utf-8"?>
<p:tagLst xmlns:a="http://schemas.openxmlformats.org/drawingml/2006/main" xmlns:r="http://schemas.openxmlformats.org/officeDocument/2006/relationships" xmlns:p="http://schemas.openxmlformats.org/presentationml/2006/main">
  <p:tag name="AS_UNIQUEID" val="1231"/>
</p:tagLst>
</file>

<file path=ppt/tags/tag185.xml><?xml version="1.0" encoding="utf-8"?>
<p:tagLst xmlns:a="http://schemas.openxmlformats.org/drawingml/2006/main" xmlns:r="http://schemas.openxmlformats.org/officeDocument/2006/relationships" xmlns:p="http://schemas.openxmlformats.org/presentationml/2006/main">
  <p:tag name="AS_UNIQUEID" val="1237"/>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AS_UNIQUEID" val="1232"/>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AS_UNIQUEID" val="1233"/>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AS_UNIQUEID" val="1234"/>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AS_UNIQUEID" val="1235"/>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AS_UNIQUEID" val="1236"/>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AS_UNIQUEID" val="4528"/>
</p:tagLst>
</file>

<file path=ppt/tags/tag192.xml><?xml version="1.0" encoding="utf-8"?>
<p:tagLst xmlns:a="http://schemas.openxmlformats.org/drawingml/2006/main" xmlns:r="http://schemas.openxmlformats.org/officeDocument/2006/relationships" xmlns:p="http://schemas.openxmlformats.org/presentationml/2006/main">
  <p:tag name="AS_UNIQUEID" val="4529"/>
</p:tagLst>
</file>

<file path=ppt/tags/tag193.xml><?xml version="1.0" encoding="utf-8"?>
<p:tagLst xmlns:a="http://schemas.openxmlformats.org/drawingml/2006/main" xmlns:r="http://schemas.openxmlformats.org/officeDocument/2006/relationships" xmlns:p="http://schemas.openxmlformats.org/presentationml/2006/main">
  <p:tag name="AS_UNIQUEID" val="4536"/>
</p:tagLst>
</file>

<file path=ppt/tags/tag194.xml><?xml version="1.0" encoding="utf-8"?>
<p:tagLst xmlns:a="http://schemas.openxmlformats.org/drawingml/2006/main" xmlns:r="http://schemas.openxmlformats.org/officeDocument/2006/relationships" xmlns:p="http://schemas.openxmlformats.org/presentationml/2006/main">
  <p:tag name="AS_UNIQUEID" val="4537"/>
</p:tagLst>
</file>

<file path=ppt/tags/tag195.xml><?xml version="1.0" encoding="utf-8"?>
<p:tagLst xmlns:a="http://schemas.openxmlformats.org/drawingml/2006/main" xmlns:r="http://schemas.openxmlformats.org/officeDocument/2006/relationships" xmlns:p="http://schemas.openxmlformats.org/presentationml/2006/main">
  <p:tag name="AS_UNIQUEID" val="4538"/>
</p:tagLst>
</file>

<file path=ppt/tags/tag196.xml><?xml version="1.0" encoding="utf-8"?>
<p:tagLst xmlns:a="http://schemas.openxmlformats.org/drawingml/2006/main" xmlns:r="http://schemas.openxmlformats.org/officeDocument/2006/relationships" xmlns:p="http://schemas.openxmlformats.org/presentationml/2006/main">
  <p:tag name="AS_UNIQUEID" val="4533"/>
</p:tagLst>
</file>

<file path=ppt/tags/tag197.xml><?xml version="1.0" encoding="utf-8"?>
<p:tagLst xmlns:a="http://schemas.openxmlformats.org/drawingml/2006/main" xmlns:r="http://schemas.openxmlformats.org/officeDocument/2006/relationships" xmlns:p="http://schemas.openxmlformats.org/presentationml/2006/main">
  <p:tag name="AS_UNIQUEID" val="4534"/>
</p:tagLst>
</file>

<file path=ppt/tags/tag198.xml><?xml version="1.0" encoding="utf-8"?>
<p:tagLst xmlns:a="http://schemas.openxmlformats.org/drawingml/2006/main" xmlns:r="http://schemas.openxmlformats.org/officeDocument/2006/relationships" xmlns:p="http://schemas.openxmlformats.org/presentationml/2006/main">
  <p:tag name="AS_UNIQUEID" val="4543"/>
</p:tagLst>
</file>

<file path=ppt/tags/tag199.xml><?xml version="1.0" encoding="utf-8"?>
<p:tagLst xmlns:a="http://schemas.openxmlformats.org/drawingml/2006/main" xmlns:r="http://schemas.openxmlformats.org/officeDocument/2006/relationships" xmlns:p="http://schemas.openxmlformats.org/presentationml/2006/main">
  <p:tag name="AS_UNIQUEID" val="4544"/>
</p:tagLst>
</file>

<file path=ppt/tags/tag200.xml><?xml version="1.0" encoding="utf-8"?>
<p:tagLst xmlns:a="http://schemas.openxmlformats.org/drawingml/2006/main" xmlns:r="http://schemas.openxmlformats.org/officeDocument/2006/relationships" xmlns:p="http://schemas.openxmlformats.org/presentationml/2006/main">
  <p:tag name="AS_UNIQUEID" val="4545"/>
</p:tagLst>
</file>

<file path=ppt/tags/tag201.xml><?xml version="1.0" encoding="utf-8"?>
<p:tagLst xmlns:a="http://schemas.openxmlformats.org/drawingml/2006/main" xmlns:r="http://schemas.openxmlformats.org/officeDocument/2006/relationships" xmlns:p="http://schemas.openxmlformats.org/presentationml/2006/main">
  <p:tag name="AS_UNIQUEID" val="4546"/>
</p:tagLst>
</file>

<file path=ppt/tags/tag202.xml><?xml version="1.0" encoding="utf-8"?>
<p:tagLst xmlns:a="http://schemas.openxmlformats.org/drawingml/2006/main" xmlns:r="http://schemas.openxmlformats.org/officeDocument/2006/relationships" xmlns:p="http://schemas.openxmlformats.org/presentationml/2006/main">
  <p:tag name="AS_UNIQUEID" val="4547"/>
</p:tagLst>
</file>

<file path=ppt/tags/tag203.xml><?xml version="1.0" encoding="utf-8"?>
<p:tagLst xmlns:a="http://schemas.openxmlformats.org/drawingml/2006/main" xmlns:r="http://schemas.openxmlformats.org/officeDocument/2006/relationships" xmlns:p="http://schemas.openxmlformats.org/presentationml/2006/main">
  <p:tag name="AS_UNIQUEID" val="4548"/>
</p:tagLst>
</file>

<file path=ppt/tags/tag204.xml><?xml version="1.0" encoding="utf-8"?>
<p:tagLst xmlns:a="http://schemas.openxmlformats.org/drawingml/2006/main" xmlns:r="http://schemas.openxmlformats.org/officeDocument/2006/relationships" xmlns:p="http://schemas.openxmlformats.org/presentationml/2006/main">
  <p:tag name="AS_UNIQUEID" val="4549"/>
</p:tagLst>
</file>

<file path=ppt/tags/tag205.xml><?xml version="1.0" encoding="utf-8"?>
<p:tagLst xmlns:a="http://schemas.openxmlformats.org/drawingml/2006/main" xmlns:r="http://schemas.openxmlformats.org/officeDocument/2006/relationships" xmlns:p="http://schemas.openxmlformats.org/presentationml/2006/main">
  <p:tag name="AS_UNIQUEID" val="4550"/>
</p:tagLst>
</file>

<file path=ppt/tags/tag206.xml><?xml version="1.0" encoding="utf-8"?>
<p:tagLst xmlns:a="http://schemas.openxmlformats.org/drawingml/2006/main" xmlns:r="http://schemas.openxmlformats.org/officeDocument/2006/relationships" xmlns:p="http://schemas.openxmlformats.org/presentationml/2006/main">
  <p:tag name="AS_UNIQUEID" val="4540"/>
</p:tagLst>
</file>

<file path=ppt/tags/tag207.xml><?xml version="1.0" encoding="utf-8"?>
<p:tagLst xmlns:a="http://schemas.openxmlformats.org/drawingml/2006/main" xmlns:r="http://schemas.openxmlformats.org/officeDocument/2006/relationships" xmlns:p="http://schemas.openxmlformats.org/presentationml/2006/main">
  <p:tag name="AS_UNIQUEID" val="4541"/>
</p:tagLst>
</file>

<file path=ppt/tags/tag208.xml><?xml version="1.0" encoding="utf-8"?>
<p:tagLst xmlns:a="http://schemas.openxmlformats.org/drawingml/2006/main" xmlns:r="http://schemas.openxmlformats.org/officeDocument/2006/relationships" xmlns:p="http://schemas.openxmlformats.org/presentationml/2006/main">
  <p:tag name="AS_UNIQUEID" val="4573"/>
</p:tagLst>
</file>

<file path=ppt/tags/tag209.xml><?xml version="1.0" encoding="utf-8"?>
<p:tagLst xmlns:a="http://schemas.openxmlformats.org/drawingml/2006/main" xmlns:r="http://schemas.openxmlformats.org/officeDocument/2006/relationships" xmlns:p="http://schemas.openxmlformats.org/presentationml/2006/main">
  <p:tag name="AS_UNIQUEID" val="4574"/>
</p:tagLst>
</file>

<file path=ppt/tags/tag210.xml><?xml version="1.0" encoding="utf-8"?>
<p:tagLst xmlns:a="http://schemas.openxmlformats.org/drawingml/2006/main" xmlns:r="http://schemas.openxmlformats.org/officeDocument/2006/relationships" xmlns:p="http://schemas.openxmlformats.org/presentationml/2006/main">
  <p:tag name="AS_UNIQUEID" val="4575"/>
</p:tagLst>
</file>

<file path=ppt/tags/tag211.xml><?xml version="1.0" encoding="utf-8"?>
<p:tagLst xmlns:a="http://schemas.openxmlformats.org/drawingml/2006/main" xmlns:r="http://schemas.openxmlformats.org/officeDocument/2006/relationships" xmlns:p="http://schemas.openxmlformats.org/presentationml/2006/main">
  <p:tag name="AS_UNIQUEID" val="4576"/>
</p:tagLst>
</file>

<file path=ppt/tags/tag212.xml><?xml version="1.0" encoding="utf-8"?>
<p:tagLst xmlns:a="http://schemas.openxmlformats.org/drawingml/2006/main" xmlns:r="http://schemas.openxmlformats.org/officeDocument/2006/relationships" xmlns:p="http://schemas.openxmlformats.org/presentationml/2006/main">
  <p:tag name="AS_UNIQUEID" val="4578"/>
</p:tagLst>
</file>

<file path=ppt/tags/tag213.xml><?xml version="1.0" encoding="utf-8"?>
<p:tagLst xmlns:a="http://schemas.openxmlformats.org/drawingml/2006/main" xmlns:r="http://schemas.openxmlformats.org/officeDocument/2006/relationships" xmlns:p="http://schemas.openxmlformats.org/presentationml/2006/main">
  <p:tag name="AS_UNIQUEID" val="4579"/>
</p:tagLst>
</file>

<file path=ppt/tags/tag214.xml><?xml version="1.0" encoding="utf-8"?>
<p:tagLst xmlns:a="http://schemas.openxmlformats.org/drawingml/2006/main" xmlns:r="http://schemas.openxmlformats.org/officeDocument/2006/relationships" xmlns:p="http://schemas.openxmlformats.org/presentationml/2006/main">
  <p:tag name="AS_UNIQUEID" val="4581"/>
</p:tagLst>
</file>

<file path=ppt/tags/tag215.xml><?xml version="1.0" encoding="utf-8"?>
<p:tagLst xmlns:a="http://schemas.openxmlformats.org/drawingml/2006/main" xmlns:r="http://schemas.openxmlformats.org/officeDocument/2006/relationships" xmlns:p="http://schemas.openxmlformats.org/presentationml/2006/main">
  <p:tag name="AS_UNIQUEID" val="4582"/>
</p:tagLst>
</file>

<file path=ppt/tags/tag216.xml><?xml version="1.0" encoding="utf-8"?>
<p:tagLst xmlns:a="http://schemas.openxmlformats.org/drawingml/2006/main" xmlns:r="http://schemas.openxmlformats.org/officeDocument/2006/relationships" xmlns:p="http://schemas.openxmlformats.org/presentationml/2006/main">
  <p:tag name="AS_UNIQUEID" val="4583"/>
</p:tagLst>
</file>

<file path=ppt/tags/tag217.xml><?xml version="1.0" encoding="utf-8"?>
<p:tagLst xmlns:a="http://schemas.openxmlformats.org/drawingml/2006/main" xmlns:r="http://schemas.openxmlformats.org/officeDocument/2006/relationships" xmlns:p="http://schemas.openxmlformats.org/presentationml/2006/main">
  <p:tag name="AS_UNIQUEID" val="4570"/>
</p:tagLst>
</file>

<file path=ppt/tags/tag218.xml><?xml version="1.0" encoding="utf-8"?>
<p:tagLst xmlns:a="http://schemas.openxmlformats.org/drawingml/2006/main" xmlns:r="http://schemas.openxmlformats.org/officeDocument/2006/relationships" xmlns:p="http://schemas.openxmlformats.org/presentationml/2006/main">
  <p:tag name="AS_UNIQUEID" val="4571"/>
</p:tagLst>
</file>

<file path=ppt/tags/tag219.xml><?xml version="1.0" encoding="utf-8"?>
<p:tagLst xmlns:a="http://schemas.openxmlformats.org/drawingml/2006/main" xmlns:r="http://schemas.openxmlformats.org/officeDocument/2006/relationships" xmlns:p="http://schemas.openxmlformats.org/presentationml/2006/main">
  <p:tag name="AS_UNIQUEID" val="4588"/>
</p:tagLst>
</file>

<file path=ppt/tags/tag220.xml><?xml version="1.0" encoding="utf-8"?>
<p:tagLst xmlns:a="http://schemas.openxmlformats.org/drawingml/2006/main" xmlns:r="http://schemas.openxmlformats.org/officeDocument/2006/relationships" xmlns:p="http://schemas.openxmlformats.org/presentationml/2006/main">
  <p:tag name="AS_UNIQUEID" val="4589"/>
</p:tagLst>
</file>

<file path=ppt/tags/tag221.xml><?xml version="1.0" encoding="utf-8"?>
<p:tagLst xmlns:a="http://schemas.openxmlformats.org/drawingml/2006/main" xmlns:r="http://schemas.openxmlformats.org/officeDocument/2006/relationships" xmlns:p="http://schemas.openxmlformats.org/presentationml/2006/main">
  <p:tag name="AS_UNIQUEID" val="4591"/>
</p:tagLst>
</file>

<file path=ppt/tags/tag222.xml><?xml version="1.0" encoding="utf-8"?>
<p:tagLst xmlns:a="http://schemas.openxmlformats.org/drawingml/2006/main" xmlns:r="http://schemas.openxmlformats.org/officeDocument/2006/relationships" xmlns:p="http://schemas.openxmlformats.org/presentationml/2006/main">
  <p:tag name="AS_UNIQUEID" val="4592"/>
</p:tagLst>
</file>

<file path=ppt/tags/tag223.xml><?xml version="1.0" encoding="utf-8"?>
<p:tagLst xmlns:a="http://schemas.openxmlformats.org/drawingml/2006/main" xmlns:r="http://schemas.openxmlformats.org/officeDocument/2006/relationships" xmlns:p="http://schemas.openxmlformats.org/presentationml/2006/main">
  <p:tag name="AS_UNIQUEID" val="4585"/>
</p:tagLst>
</file>

<file path=ppt/tags/tag224.xml><?xml version="1.0" encoding="utf-8"?>
<p:tagLst xmlns:a="http://schemas.openxmlformats.org/drawingml/2006/main" xmlns:r="http://schemas.openxmlformats.org/officeDocument/2006/relationships" xmlns:p="http://schemas.openxmlformats.org/presentationml/2006/main">
  <p:tag name="AS_UNIQUEID" val="4586"/>
</p:tagLst>
</file>

<file path=ppt/tags/tag225.xml><?xml version="1.0" encoding="utf-8"?>
<p:tagLst xmlns:a="http://schemas.openxmlformats.org/drawingml/2006/main" xmlns:r="http://schemas.openxmlformats.org/officeDocument/2006/relationships" xmlns:p="http://schemas.openxmlformats.org/presentationml/2006/main">
  <p:tag name="AS_UNIQUEID" val="4597"/>
</p:tagLst>
</file>

<file path=ppt/tags/tag226.xml><?xml version="1.0" encoding="utf-8"?>
<p:tagLst xmlns:a="http://schemas.openxmlformats.org/drawingml/2006/main" xmlns:r="http://schemas.openxmlformats.org/officeDocument/2006/relationships" xmlns:p="http://schemas.openxmlformats.org/presentationml/2006/main">
  <p:tag name="AS_UNIQUEID" val="4598"/>
</p:tagLst>
</file>

<file path=ppt/tags/tag227.xml><?xml version="1.0" encoding="utf-8"?>
<p:tagLst xmlns:a="http://schemas.openxmlformats.org/drawingml/2006/main" xmlns:r="http://schemas.openxmlformats.org/officeDocument/2006/relationships" xmlns:p="http://schemas.openxmlformats.org/presentationml/2006/main">
  <p:tag name="AS_UNIQUEID" val="4599"/>
</p:tagLst>
</file>

<file path=ppt/tags/tag228.xml><?xml version="1.0" encoding="utf-8"?>
<p:tagLst xmlns:a="http://schemas.openxmlformats.org/drawingml/2006/main" xmlns:r="http://schemas.openxmlformats.org/officeDocument/2006/relationships" xmlns:p="http://schemas.openxmlformats.org/presentationml/2006/main">
  <p:tag name="AS_UNIQUEID" val="4600"/>
</p:tagLst>
</file>

<file path=ppt/tags/tag229.xml><?xml version="1.0" encoding="utf-8"?>
<p:tagLst xmlns:a="http://schemas.openxmlformats.org/drawingml/2006/main" xmlns:r="http://schemas.openxmlformats.org/officeDocument/2006/relationships" xmlns:p="http://schemas.openxmlformats.org/presentationml/2006/main">
  <p:tag name="AS_UNIQUEID" val="4601"/>
</p:tagLst>
</file>

<file path=ppt/tags/tag230.xml><?xml version="1.0" encoding="utf-8"?>
<p:tagLst xmlns:a="http://schemas.openxmlformats.org/drawingml/2006/main" xmlns:r="http://schemas.openxmlformats.org/officeDocument/2006/relationships" xmlns:p="http://schemas.openxmlformats.org/presentationml/2006/main">
  <p:tag name="AS_UNIQUEID" val="4602"/>
</p:tagLst>
</file>

<file path=ppt/tags/tag231.xml><?xml version="1.0" encoding="utf-8"?>
<p:tagLst xmlns:a="http://schemas.openxmlformats.org/drawingml/2006/main" xmlns:r="http://schemas.openxmlformats.org/officeDocument/2006/relationships" xmlns:p="http://schemas.openxmlformats.org/presentationml/2006/main">
  <p:tag name="AS_UNIQUEID" val="4603"/>
</p:tagLst>
</file>

<file path=ppt/tags/tag232.xml><?xml version="1.0" encoding="utf-8"?>
<p:tagLst xmlns:a="http://schemas.openxmlformats.org/drawingml/2006/main" xmlns:r="http://schemas.openxmlformats.org/officeDocument/2006/relationships" xmlns:p="http://schemas.openxmlformats.org/presentationml/2006/main">
  <p:tag name="AS_UNIQUEID" val="4594"/>
</p:tagLst>
</file>

<file path=ppt/tags/tag233.xml><?xml version="1.0" encoding="utf-8"?>
<p:tagLst xmlns:a="http://schemas.openxmlformats.org/drawingml/2006/main" xmlns:r="http://schemas.openxmlformats.org/officeDocument/2006/relationships" xmlns:p="http://schemas.openxmlformats.org/presentationml/2006/main">
  <p:tag name="AS_UNIQUEID" val="4595"/>
</p:tagLst>
</file>

<file path=ppt/tags/tag234.xml><?xml version="1.0" encoding="utf-8"?>
<p:tagLst xmlns:a="http://schemas.openxmlformats.org/drawingml/2006/main" xmlns:r="http://schemas.openxmlformats.org/officeDocument/2006/relationships" xmlns:p="http://schemas.openxmlformats.org/presentationml/2006/main">
  <p:tag name="AS_UNIQUEID" val="4608"/>
</p:tagLst>
</file>

<file path=ppt/tags/tag235.xml><?xml version="1.0" encoding="utf-8"?>
<p:tagLst xmlns:a="http://schemas.openxmlformats.org/drawingml/2006/main" xmlns:r="http://schemas.openxmlformats.org/officeDocument/2006/relationships" xmlns:p="http://schemas.openxmlformats.org/presentationml/2006/main">
  <p:tag name="AS_UNIQUEID" val="4609"/>
</p:tagLst>
</file>

<file path=ppt/tags/tag236.xml><?xml version="1.0" encoding="utf-8"?>
<p:tagLst xmlns:a="http://schemas.openxmlformats.org/drawingml/2006/main" xmlns:r="http://schemas.openxmlformats.org/officeDocument/2006/relationships" xmlns:p="http://schemas.openxmlformats.org/presentationml/2006/main">
  <p:tag name="AS_UNIQUEID" val="4610"/>
</p:tagLst>
</file>

<file path=ppt/tags/tag237.xml><?xml version="1.0" encoding="utf-8"?>
<p:tagLst xmlns:a="http://schemas.openxmlformats.org/drawingml/2006/main" xmlns:r="http://schemas.openxmlformats.org/officeDocument/2006/relationships" xmlns:p="http://schemas.openxmlformats.org/presentationml/2006/main">
  <p:tag name="AS_UNIQUEID" val="4611"/>
</p:tagLst>
</file>

<file path=ppt/tags/tag238.xml><?xml version="1.0" encoding="utf-8"?>
<p:tagLst xmlns:a="http://schemas.openxmlformats.org/drawingml/2006/main" xmlns:r="http://schemas.openxmlformats.org/officeDocument/2006/relationships" xmlns:p="http://schemas.openxmlformats.org/presentationml/2006/main">
  <p:tag name="AS_UNIQUEID" val="4612"/>
</p:tagLst>
</file>

<file path=ppt/tags/tag239.xml><?xml version="1.0" encoding="utf-8"?>
<p:tagLst xmlns:a="http://schemas.openxmlformats.org/drawingml/2006/main" xmlns:r="http://schemas.openxmlformats.org/officeDocument/2006/relationships" xmlns:p="http://schemas.openxmlformats.org/presentationml/2006/main">
  <p:tag name="AS_UNIQUEID" val="4613"/>
</p:tagLst>
</file>

<file path=ppt/tags/tag240.xml><?xml version="1.0" encoding="utf-8"?>
<p:tagLst xmlns:a="http://schemas.openxmlformats.org/drawingml/2006/main" xmlns:r="http://schemas.openxmlformats.org/officeDocument/2006/relationships" xmlns:p="http://schemas.openxmlformats.org/presentationml/2006/main">
  <p:tag name="AS_UNIQUEID" val="4605"/>
</p:tagLst>
</file>

<file path=ppt/tags/tag241.xml><?xml version="1.0" encoding="utf-8"?>
<p:tagLst xmlns:a="http://schemas.openxmlformats.org/drawingml/2006/main" xmlns:r="http://schemas.openxmlformats.org/officeDocument/2006/relationships" xmlns:p="http://schemas.openxmlformats.org/presentationml/2006/main">
  <p:tag name="AS_UNIQUEID" val="4606"/>
</p:tagLst>
</file>

<file path=ppt/tags/tag242.xml><?xml version="1.0" encoding="utf-8"?>
<p:tagLst xmlns:a="http://schemas.openxmlformats.org/drawingml/2006/main" xmlns:r="http://schemas.openxmlformats.org/officeDocument/2006/relationships" xmlns:p="http://schemas.openxmlformats.org/presentationml/2006/main">
  <p:tag name="AS_UNIQUEID" val="4618"/>
</p:tagLst>
</file>

<file path=ppt/tags/tag243.xml><?xml version="1.0" encoding="utf-8"?>
<p:tagLst xmlns:a="http://schemas.openxmlformats.org/drawingml/2006/main" xmlns:r="http://schemas.openxmlformats.org/officeDocument/2006/relationships" xmlns:p="http://schemas.openxmlformats.org/presentationml/2006/main">
  <p:tag name="AS_UNIQUEID" val="4619"/>
</p:tagLst>
</file>

<file path=ppt/tags/tag244.xml><?xml version="1.0" encoding="utf-8"?>
<p:tagLst xmlns:a="http://schemas.openxmlformats.org/drawingml/2006/main" xmlns:r="http://schemas.openxmlformats.org/officeDocument/2006/relationships" xmlns:p="http://schemas.openxmlformats.org/presentationml/2006/main">
  <p:tag name="AS_UNIQUEID" val="4615"/>
</p:tagLst>
</file>

<file path=ppt/tags/tag245.xml><?xml version="1.0" encoding="utf-8"?>
<p:tagLst xmlns:a="http://schemas.openxmlformats.org/drawingml/2006/main" xmlns:r="http://schemas.openxmlformats.org/officeDocument/2006/relationships" xmlns:p="http://schemas.openxmlformats.org/presentationml/2006/main">
  <p:tag name="AS_UNIQUEID" val="4616"/>
</p:tagLst>
</file>

<file path=ppt/tags/tag246.xml><?xml version="1.0" encoding="utf-8"?>
<p:tagLst xmlns:a="http://schemas.openxmlformats.org/drawingml/2006/main" xmlns:r="http://schemas.openxmlformats.org/officeDocument/2006/relationships" xmlns:p="http://schemas.openxmlformats.org/presentationml/2006/main">
  <p:tag name="AS_UNIQUEID" val="4625"/>
</p:tagLst>
</file>

<file path=ppt/tags/tag247.xml><?xml version="1.0" encoding="utf-8"?>
<p:tagLst xmlns:a="http://schemas.openxmlformats.org/drawingml/2006/main" xmlns:r="http://schemas.openxmlformats.org/officeDocument/2006/relationships" xmlns:p="http://schemas.openxmlformats.org/presentationml/2006/main">
  <p:tag name="AS_UNIQUEID" val="4626"/>
</p:tagLst>
</file>

<file path=ppt/tags/tag248.xml><?xml version="1.0" encoding="utf-8"?>
<p:tagLst xmlns:a="http://schemas.openxmlformats.org/drawingml/2006/main" xmlns:r="http://schemas.openxmlformats.org/officeDocument/2006/relationships" xmlns:p="http://schemas.openxmlformats.org/presentationml/2006/main">
  <p:tag name="AS_UNIQUEID" val="4627"/>
</p:tagLst>
</file>

<file path=ppt/tags/tag249.xml><?xml version="1.0" encoding="utf-8"?>
<p:tagLst xmlns:a="http://schemas.openxmlformats.org/drawingml/2006/main" xmlns:r="http://schemas.openxmlformats.org/officeDocument/2006/relationships" xmlns:p="http://schemas.openxmlformats.org/presentationml/2006/main">
  <p:tag name="AS_UNIQUEID" val="4622"/>
</p:tagLst>
</file>

<file path=ppt/tags/tag250.xml><?xml version="1.0" encoding="utf-8"?>
<p:tagLst xmlns:a="http://schemas.openxmlformats.org/drawingml/2006/main" xmlns:r="http://schemas.openxmlformats.org/officeDocument/2006/relationships" xmlns:p="http://schemas.openxmlformats.org/presentationml/2006/main">
  <p:tag name="AS_UNIQUEID" val="4623"/>
</p:tagLst>
</file>

<file path=ppt/tags/tag251.xml><?xml version="1.0" encoding="utf-8"?>
<p:tagLst xmlns:a="http://schemas.openxmlformats.org/drawingml/2006/main" xmlns:r="http://schemas.openxmlformats.org/officeDocument/2006/relationships" xmlns:p="http://schemas.openxmlformats.org/presentationml/2006/main">
  <p:tag name="AS_UNIQUEID" val="4632"/>
</p:tagLst>
</file>

<file path=ppt/tags/tag252.xml><?xml version="1.0" encoding="utf-8"?>
<p:tagLst xmlns:a="http://schemas.openxmlformats.org/drawingml/2006/main" xmlns:r="http://schemas.openxmlformats.org/officeDocument/2006/relationships" xmlns:p="http://schemas.openxmlformats.org/presentationml/2006/main">
  <p:tag name="AS_UNIQUEID" val="4633"/>
</p:tagLst>
</file>

<file path=ppt/tags/tag253.xml><?xml version="1.0" encoding="utf-8"?>
<p:tagLst xmlns:a="http://schemas.openxmlformats.org/drawingml/2006/main" xmlns:r="http://schemas.openxmlformats.org/officeDocument/2006/relationships" xmlns:p="http://schemas.openxmlformats.org/presentationml/2006/main">
  <p:tag name="AS_UNIQUEID" val="4635"/>
</p:tagLst>
</file>

<file path=ppt/tags/tag254.xml><?xml version="1.0" encoding="utf-8"?>
<p:tagLst xmlns:a="http://schemas.openxmlformats.org/drawingml/2006/main" xmlns:r="http://schemas.openxmlformats.org/officeDocument/2006/relationships" xmlns:p="http://schemas.openxmlformats.org/presentationml/2006/main">
  <p:tag name="AS_UNIQUEID" val="4629"/>
</p:tagLst>
</file>

<file path=ppt/tags/tag255.xml><?xml version="1.0" encoding="utf-8"?>
<p:tagLst xmlns:a="http://schemas.openxmlformats.org/drawingml/2006/main" xmlns:r="http://schemas.openxmlformats.org/officeDocument/2006/relationships" xmlns:p="http://schemas.openxmlformats.org/presentationml/2006/main">
  <p:tag name="AS_UNIQUEID" val="4630"/>
</p:tagLst>
</file>

<file path=ppt/tags/tag256.xml><?xml version="1.0" encoding="utf-8"?>
<p:tagLst xmlns:a="http://schemas.openxmlformats.org/drawingml/2006/main" xmlns:r="http://schemas.openxmlformats.org/officeDocument/2006/relationships" xmlns:p="http://schemas.openxmlformats.org/presentationml/2006/main">
  <p:tag name="AS_UNIQUEID" val="4640"/>
</p:tagLst>
</file>

<file path=ppt/tags/tag257.xml><?xml version="1.0" encoding="utf-8"?>
<p:tagLst xmlns:a="http://schemas.openxmlformats.org/drawingml/2006/main" xmlns:r="http://schemas.openxmlformats.org/officeDocument/2006/relationships" xmlns:p="http://schemas.openxmlformats.org/presentationml/2006/main">
  <p:tag name="AS_UNIQUEID" val="1432"/>
  <p:tag name="KSO_WM_BEAUTIFY_FLAG" val=""/>
</p:tagLst>
</file>

<file path=ppt/tags/tag258.xml><?xml version="1.0" encoding="utf-8"?>
<p:tagLst xmlns:a="http://schemas.openxmlformats.org/drawingml/2006/main" xmlns:r="http://schemas.openxmlformats.org/officeDocument/2006/relationships" xmlns:p="http://schemas.openxmlformats.org/presentationml/2006/main">
  <p:tag name="AS_UNIQUEID" val="1433"/>
  <p:tag name="KSO_WM_BEAUTIFY_FLAG" val=""/>
</p:tagLst>
</file>

<file path=ppt/tags/tag259.xml><?xml version="1.0" encoding="utf-8"?>
<p:tagLst xmlns:a="http://schemas.openxmlformats.org/drawingml/2006/main" xmlns:r="http://schemas.openxmlformats.org/officeDocument/2006/relationships" xmlns:p="http://schemas.openxmlformats.org/presentationml/2006/main">
  <p:tag name="AS_UNIQUEID" val="1434"/>
  <p:tag name="KSO_WM_BEAUTIFY_FLAG" val=""/>
</p:tagLst>
</file>

<file path=ppt/tags/tag260.xml><?xml version="1.0" encoding="utf-8"?>
<p:tagLst xmlns:a="http://schemas.openxmlformats.org/drawingml/2006/main" xmlns:r="http://schemas.openxmlformats.org/officeDocument/2006/relationships" xmlns:p="http://schemas.openxmlformats.org/presentationml/2006/main">
  <p:tag name="AS_UNIQUEID" val="1435"/>
</p:tagLst>
</file>

<file path=ppt/tags/tag261.xml><?xml version="1.0" encoding="utf-8"?>
<p:tagLst xmlns:a="http://schemas.openxmlformats.org/drawingml/2006/main" xmlns:r="http://schemas.openxmlformats.org/officeDocument/2006/relationships" xmlns:p="http://schemas.openxmlformats.org/presentationml/2006/main">
  <p:tag name="AS_UNIQUEID" val="1436"/>
</p:tagLst>
</file>

<file path=ppt/tags/tag262.xml><?xml version="1.0" encoding="utf-8"?>
<p:tagLst xmlns:a="http://schemas.openxmlformats.org/drawingml/2006/main" xmlns:r="http://schemas.openxmlformats.org/officeDocument/2006/relationships" xmlns:p="http://schemas.openxmlformats.org/presentationml/2006/main">
  <p:tag name="AS_UNIQUEID" val="1459"/>
  <p:tag name="KSO_WM_BEAUTIFY_FLAG" val=""/>
</p:tagLst>
</file>

<file path=ppt/tags/tag263.xml><?xml version="1.0" encoding="utf-8"?>
<p:tagLst xmlns:a="http://schemas.openxmlformats.org/drawingml/2006/main" xmlns:r="http://schemas.openxmlformats.org/officeDocument/2006/relationships" xmlns:p="http://schemas.openxmlformats.org/presentationml/2006/main">
  <p:tag name="AS_UNIQUEID" val="1460"/>
  <p:tag name="KSO_WM_BEAUTIFY_FLAG" val=""/>
</p:tagLst>
</file>

<file path=ppt/tags/tag264.xml><?xml version="1.0" encoding="utf-8"?>
<p:tagLst xmlns:a="http://schemas.openxmlformats.org/drawingml/2006/main" xmlns:r="http://schemas.openxmlformats.org/officeDocument/2006/relationships" xmlns:p="http://schemas.openxmlformats.org/presentationml/2006/main">
  <p:tag name="AS_UNIQUEID" val="1461"/>
  <p:tag name="KSO_WM_BEAUTIFY_FLAG" val=""/>
</p:tagLst>
</file>

<file path=ppt/tags/tag265.xml><?xml version="1.0" encoding="utf-8"?>
<p:tagLst xmlns:a="http://schemas.openxmlformats.org/drawingml/2006/main" xmlns:r="http://schemas.openxmlformats.org/officeDocument/2006/relationships" xmlns:p="http://schemas.openxmlformats.org/presentationml/2006/main">
  <p:tag name="AS_UNIQUEID" val="1462"/>
  <p:tag name="KSO_WM_BEAUTIFY_FLAG" val=""/>
</p:tagLst>
</file>

<file path=ppt/tags/tag266.xml><?xml version="1.0" encoding="utf-8"?>
<p:tagLst xmlns:a="http://schemas.openxmlformats.org/drawingml/2006/main" xmlns:r="http://schemas.openxmlformats.org/officeDocument/2006/relationships" xmlns:p="http://schemas.openxmlformats.org/presentationml/2006/main">
  <p:tag name="AS_UNIQUEID" val="1463"/>
</p:tagLst>
</file>

<file path=ppt/tags/tag267.xml><?xml version="1.0" encoding="utf-8"?>
<p:tagLst xmlns:a="http://schemas.openxmlformats.org/drawingml/2006/main" xmlns:r="http://schemas.openxmlformats.org/officeDocument/2006/relationships" xmlns:p="http://schemas.openxmlformats.org/presentationml/2006/main">
  <p:tag name="AS_UNIQUEID" val="1466"/>
</p:tagLst>
</file>

<file path=ppt/tags/tag268.xml><?xml version="1.0" encoding="utf-8"?>
<p:tagLst xmlns:a="http://schemas.openxmlformats.org/drawingml/2006/main" xmlns:r="http://schemas.openxmlformats.org/officeDocument/2006/relationships" xmlns:p="http://schemas.openxmlformats.org/presentationml/2006/main">
  <p:tag name="AS_UNIQUEID" val="1469"/>
  <p:tag name="KSO_WM_BEAUTIFY_FLAG" val=""/>
</p:tagLst>
</file>

<file path=ppt/tags/tag269.xml><?xml version="1.0" encoding="utf-8"?>
<p:tagLst xmlns:a="http://schemas.openxmlformats.org/drawingml/2006/main" xmlns:r="http://schemas.openxmlformats.org/officeDocument/2006/relationships" xmlns:p="http://schemas.openxmlformats.org/presentationml/2006/main">
  <p:tag name="AS_UNIQUEID" val="1470"/>
  <p:tag name="KSO_WM_BEAUTIFY_FLAG" val=""/>
</p:tagLst>
</file>

<file path=ppt/tags/tag270.xml><?xml version="1.0" encoding="utf-8"?>
<p:tagLst xmlns:a="http://schemas.openxmlformats.org/drawingml/2006/main" xmlns:r="http://schemas.openxmlformats.org/officeDocument/2006/relationships" xmlns:p="http://schemas.openxmlformats.org/presentationml/2006/main">
  <p:tag name="AS_UNIQUEID" val="1467"/>
  <p:tag name="KSO_WM_BEAUTIFY_FLAG" val=""/>
</p:tagLst>
</file>

<file path=ppt/tags/tag271.xml><?xml version="1.0" encoding="utf-8"?>
<p:tagLst xmlns:a="http://schemas.openxmlformats.org/drawingml/2006/main" xmlns:r="http://schemas.openxmlformats.org/officeDocument/2006/relationships" xmlns:p="http://schemas.openxmlformats.org/presentationml/2006/main">
  <p:tag name="AS_UNIQUEID" val="1468"/>
  <p:tag name="KSO_WM_BEAUTIFY_FLAG" val=""/>
</p:tagLst>
</file>

<file path=ppt/tags/tag272.xml><?xml version="1.0" encoding="utf-8"?>
<p:tagLst xmlns:a="http://schemas.openxmlformats.org/drawingml/2006/main" xmlns:r="http://schemas.openxmlformats.org/officeDocument/2006/relationships" xmlns:p="http://schemas.openxmlformats.org/presentationml/2006/main">
  <p:tag name="AS_UNIQUEID" val="1464"/>
  <p:tag name="KSO_WM_BEAUTIFY_FLAG" val=""/>
</p:tagLst>
</file>

<file path=ppt/tags/tag273.xml><?xml version="1.0" encoding="utf-8"?>
<p:tagLst xmlns:a="http://schemas.openxmlformats.org/drawingml/2006/main" xmlns:r="http://schemas.openxmlformats.org/officeDocument/2006/relationships" xmlns:p="http://schemas.openxmlformats.org/presentationml/2006/main">
  <p:tag name="AS_UNIQUEID" val="1465"/>
  <p:tag name="KSO_WM_BEAUTIFY_FLAG" val=""/>
</p:tagLst>
</file>

<file path=ppt/tags/tag274.xml><?xml version="1.0" encoding="utf-8"?>
<p:tagLst xmlns:a="http://schemas.openxmlformats.org/drawingml/2006/main" xmlns:r="http://schemas.openxmlformats.org/officeDocument/2006/relationships" xmlns:p="http://schemas.openxmlformats.org/presentationml/2006/main">
  <p:tag name="AS_UNIQUEID" val="1437"/>
</p:tagLst>
</file>

<file path=ppt/tags/tag275.xml><?xml version="1.0" encoding="utf-8"?>
<p:tagLst xmlns:a="http://schemas.openxmlformats.org/drawingml/2006/main" xmlns:r="http://schemas.openxmlformats.org/officeDocument/2006/relationships" xmlns:p="http://schemas.openxmlformats.org/presentationml/2006/main">
  <p:tag name="AS_UNIQUEID" val="1449"/>
  <p:tag name="KSO_WM_BEAUTIFY_FLAG" val=""/>
</p:tagLst>
</file>

<file path=ppt/tags/tag276.xml><?xml version="1.0" encoding="utf-8"?>
<p:tagLst xmlns:a="http://schemas.openxmlformats.org/drawingml/2006/main" xmlns:r="http://schemas.openxmlformats.org/officeDocument/2006/relationships" xmlns:p="http://schemas.openxmlformats.org/presentationml/2006/main">
  <p:tag name="AS_UNIQUEID" val="1450"/>
  <p:tag name="KSO_WM_BEAUTIFY_FLAG" val=""/>
</p:tagLst>
</file>

<file path=ppt/tags/tag277.xml><?xml version="1.0" encoding="utf-8"?>
<p:tagLst xmlns:a="http://schemas.openxmlformats.org/drawingml/2006/main" xmlns:r="http://schemas.openxmlformats.org/officeDocument/2006/relationships" xmlns:p="http://schemas.openxmlformats.org/presentationml/2006/main">
  <p:tag name="AS_UNIQUEID" val="1451"/>
  <p:tag name="KSO_WM_BEAUTIFY_FLAG" val=""/>
</p:tagLst>
</file>

<file path=ppt/tags/tag278.xml><?xml version="1.0" encoding="utf-8"?>
<p:tagLst xmlns:a="http://schemas.openxmlformats.org/drawingml/2006/main" xmlns:r="http://schemas.openxmlformats.org/officeDocument/2006/relationships" xmlns:p="http://schemas.openxmlformats.org/presentationml/2006/main">
  <p:tag name="AS_UNIQUEID" val="1452"/>
  <p:tag name="KSO_WM_BEAUTIFY_FLAG" val=""/>
</p:tagLst>
</file>

<file path=ppt/tags/tag279.xml><?xml version="1.0" encoding="utf-8"?>
<p:tagLst xmlns:a="http://schemas.openxmlformats.org/drawingml/2006/main" xmlns:r="http://schemas.openxmlformats.org/officeDocument/2006/relationships" xmlns:p="http://schemas.openxmlformats.org/presentationml/2006/main">
  <p:tag name="AS_UNIQUEID" val="1453"/>
  <p:tag name="KSO_WM_BEAUTIFY_FLAG" val=""/>
</p:tagLst>
</file>

<file path=ppt/tags/tag280.xml><?xml version="1.0" encoding="utf-8"?>
<p:tagLst xmlns:a="http://schemas.openxmlformats.org/drawingml/2006/main" xmlns:r="http://schemas.openxmlformats.org/officeDocument/2006/relationships" xmlns:p="http://schemas.openxmlformats.org/presentationml/2006/main">
  <p:tag name="AS_UNIQUEID" val="1454"/>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AS_UNIQUEID" val="1455"/>
  <p:tag name="KSO_WM_BEAUTIFY_FLAG" val=""/>
</p:tagLst>
</file>

<file path=ppt/tags/tag282.xml><?xml version="1.0" encoding="utf-8"?>
<p:tagLst xmlns:a="http://schemas.openxmlformats.org/drawingml/2006/main" xmlns:r="http://schemas.openxmlformats.org/officeDocument/2006/relationships" xmlns:p="http://schemas.openxmlformats.org/presentationml/2006/main">
  <p:tag name="AS_UNIQUEID" val="1456"/>
  <p:tag name="KSO_WM_BEAUTIFY_FLAG" val=""/>
</p:tagLst>
</file>

<file path=ppt/tags/tag283.xml><?xml version="1.0" encoding="utf-8"?>
<p:tagLst xmlns:a="http://schemas.openxmlformats.org/drawingml/2006/main" xmlns:r="http://schemas.openxmlformats.org/officeDocument/2006/relationships" xmlns:p="http://schemas.openxmlformats.org/presentationml/2006/main">
  <p:tag name="AS_UNIQUEID" val="1457"/>
  <p:tag name="KSO_WM_BEAUTIFY_FLAG" val=""/>
</p:tagLst>
</file>

<file path=ppt/tags/tag284.xml><?xml version="1.0" encoding="utf-8"?>
<p:tagLst xmlns:a="http://schemas.openxmlformats.org/drawingml/2006/main" xmlns:r="http://schemas.openxmlformats.org/officeDocument/2006/relationships" xmlns:p="http://schemas.openxmlformats.org/presentationml/2006/main">
  <p:tag name="AS_UNIQUEID" val="1458"/>
  <p:tag name="KSO_WM_BEAUTIFY_FLAG" val=""/>
</p:tagLst>
</file>

<file path=ppt/tags/tag285.xml><?xml version="1.0" encoding="utf-8"?>
<p:tagLst xmlns:a="http://schemas.openxmlformats.org/drawingml/2006/main" xmlns:r="http://schemas.openxmlformats.org/officeDocument/2006/relationships" xmlns:p="http://schemas.openxmlformats.org/presentationml/2006/main">
  <p:tag name="AS_UNIQUEID" val="1438"/>
</p:tagLst>
</file>

<file path=ppt/tags/tag286.xml><?xml version="1.0" encoding="utf-8"?>
<p:tagLst xmlns:a="http://schemas.openxmlformats.org/drawingml/2006/main" xmlns:r="http://schemas.openxmlformats.org/officeDocument/2006/relationships" xmlns:p="http://schemas.openxmlformats.org/presentationml/2006/main">
  <p:tag name="AS_UNIQUEID" val="1441"/>
  <p:tag name="KSO_WM_BEAUTIFY_FLAG" val=""/>
</p:tagLst>
</file>

<file path=ppt/tags/tag287.xml><?xml version="1.0" encoding="utf-8"?>
<p:tagLst xmlns:a="http://schemas.openxmlformats.org/drawingml/2006/main" xmlns:r="http://schemas.openxmlformats.org/officeDocument/2006/relationships" xmlns:p="http://schemas.openxmlformats.org/presentationml/2006/main">
  <p:tag name="AS_UNIQUEID" val="1442"/>
  <p:tag name="KSO_WM_BEAUTIFY_FLAG" val=""/>
</p:tagLst>
</file>

<file path=ppt/tags/tag288.xml><?xml version="1.0" encoding="utf-8"?>
<p:tagLst xmlns:a="http://schemas.openxmlformats.org/drawingml/2006/main" xmlns:r="http://schemas.openxmlformats.org/officeDocument/2006/relationships" xmlns:p="http://schemas.openxmlformats.org/presentationml/2006/main">
  <p:tag name="AS_UNIQUEID" val="1443"/>
  <p:tag name="KSO_WM_BEAUTIFY_FLAG" val=""/>
</p:tagLst>
</file>

<file path=ppt/tags/tag289.xml><?xml version="1.0" encoding="utf-8"?>
<p:tagLst xmlns:a="http://schemas.openxmlformats.org/drawingml/2006/main" xmlns:r="http://schemas.openxmlformats.org/officeDocument/2006/relationships" xmlns:p="http://schemas.openxmlformats.org/presentationml/2006/main">
  <p:tag name="AS_UNIQUEID" val="1444"/>
  <p:tag name="KSO_WM_BEAUTIFY_FLAG" val=""/>
</p:tagLst>
</file>

<file path=ppt/tags/tag290.xml><?xml version="1.0" encoding="utf-8"?>
<p:tagLst xmlns:a="http://schemas.openxmlformats.org/drawingml/2006/main" xmlns:r="http://schemas.openxmlformats.org/officeDocument/2006/relationships" xmlns:p="http://schemas.openxmlformats.org/presentationml/2006/main">
  <p:tag name="AS_UNIQUEID" val="1445"/>
  <p:tag name="KSO_WM_BEAUTIFY_FLAG" val=""/>
</p:tagLst>
</file>

<file path=ppt/tags/tag291.xml><?xml version="1.0" encoding="utf-8"?>
<p:tagLst xmlns:a="http://schemas.openxmlformats.org/drawingml/2006/main" xmlns:r="http://schemas.openxmlformats.org/officeDocument/2006/relationships" xmlns:p="http://schemas.openxmlformats.org/presentationml/2006/main">
  <p:tag name="AS_UNIQUEID" val="1446"/>
  <p:tag name="KSO_WM_BEAUTIFY_FLAG" val=""/>
</p:tagLst>
</file>

<file path=ppt/tags/tag292.xml><?xml version="1.0" encoding="utf-8"?>
<p:tagLst xmlns:a="http://schemas.openxmlformats.org/drawingml/2006/main" xmlns:r="http://schemas.openxmlformats.org/officeDocument/2006/relationships" xmlns:p="http://schemas.openxmlformats.org/presentationml/2006/main">
  <p:tag name="AS_UNIQUEID" val="1447"/>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AS_UNIQUEID" val="1448"/>
  <p:tag name="KSO_WM_BEAUTIFY_FLAG" val=""/>
</p:tagLst>
</file>

<file path=ppt/tags/tag294.xml><?xml version="1.0" encoding="utf-8"?>
<p:tagLst xmlns:a="http://schemas.openxmlformats.org/drawingml/2006/main" xmlns:r="http://schemas.openxmlformats.org/officeDocument/2006/relationships" xmlns:p="http://schemas.openxmlformats.org/presentationml/2006/main">
  <p:tag name="AS_UNIQUEID" val="1439"/>
  <p:tag name="KSO_WM_BEAUTIFY_FLAG" val=""/>
</p:tagLst>
</file>

<file path=ppt/tags/tag295.xml><?xml version="1.0" encoding="utf-8"?>
<p:tagLst xmlns:a="http://schemas.openxmlformats.org/drawingml/2006/main" xmlns:r="http://schemas.openxmlformats.org/officeDocument/2006/relationships" xmlns:p="http://schemas.openxmlformats.org/presentationml/2006/main">
  <p:tag name="AS_UNIQUEID" val="1440"/>
  <p:tag name="KSO_WM_BEAUTIFY_FLAG" val=""/>
</p:tagLst>
</file>

<file path=ppt/tags/tag296.xml><?xml version="1.0" encoding="utf-8"?>
<p:tagLst xmlns:a="http://schemas.openxmlformats.org/drawingml/2006/main" xmlns:r="http://schemas.openxmlformats.org/officeDocument/2006/relationships" xmlns:p="http://schemas.openxmlformats.org/presentationml/2006/main">
  <p:tag name="AS_UNIQUEID" val="4637"/>
</p:tagLst>
</file>

<file path=ppt/tags/tag297.xml><?xml version="1.0" encoding="utf-8"?>
<p:tagLst xmlns:a="http://schemas.openxmlformats.org/drawingml/2006/main" xmlns:r="http://schemas.openxmlformats.org/officeDocument/2006/relationships" xmlns:p="http://schemas.openxmlformats.org/presentationml/2006/main">
  <p:tag name="AS_UNIQUEID" val="4638"/>
</p:tagLst>
</file>

<file path=ppt/tags/tag298.xml><?xml version="1.0" encoding="utf-8"?>
<p:tagLst xmlns:a="http://schemas.openxmlformats.org/drawingml/2006/main" xmlns:r="http://schemas.openxmlformats.org/officeDocument/2006/relationships" xmlns:p="http://schemas.openxmlformats.org/presentationml/2006/main">
  <p:tag name="AS_UNIQUEID" val="4645"/>
</p:tagLst>
</file>

<file path=ppt/tags/tag299.xml><?xml version="1.0" encoding="utf-8"?>
<p:tagLst xmlns:a="http://schemas.openxmlformats.org/drawingml/2006/main" xmlns:r="http://schemas.openxmlformats.org/officeDocument/2006/relationships" xmlns:p="http://schemas.openxmlformats.org/presentationml/2006/main">
  <p:tag name="AS_UNIQUEID" val="4646"/>
</p:tagLst>
</file>

<file path=ppt/tags/tag300.xml><?xml version="1.0" encoding="utf-8"?>
<p:tagLst xmlns:a="http://schemas.openxmlformats.org/drawingml/2006/main" xmlns:r="http://schemas.openxmlformats.org/officeDocument/2006/relationships" xmlns:p="http://schemas.openxmlformats.org/presentationml/2006/main">
  <p:tag name="AS_UNIQUEID" val="4647"/>
</p:tagLst>
</file>

<file path=ppt/tags/tag301.xml><?xml version="1.0" encoding="utf-8"?>
<p:tagLst xmlns:a="http://schemas.openxmlformats.org/drawingml/2006/main" xmlns:r="http://schemas.openxmlformats.org/officeDocument/2006/relationships" xmlns:p="http://schemas.openxmlformats.org/presentationml/2006/main">
  <p:tag name="AS_UNIQUEID" val="4642"/>
</p:tagLst>
</file>

<file path=ppt/tags/tag302.xml><?xml version="1.0" encoding="utf-8"?>
<p:tagLst xmlns:a="http://schemas.openxmlformats.org/drawingml/2006/main" xmlns:r="http://schemas.openxmlformats.org/officeDocument/2006/relationships" xmlns:p="http://schemas.openxmlformats.org/presentationml/2006/main">
  <p:tag name="AS_UNIQUEID" val="4643"/>
</p:tagLst>
</file>

<file path=ppt/tags/tag303.xml><?xml version="1.0" encoding="utf-8"?>
<p:tagLst xmlns:a="http://schemas.openxmlformats.org/drawingml/2006/main" xmlns:r="http://schemas.openxmlformats.org/officeDocument/2006/relationships" xmlns:p="http://schemas.openxmlformats.org/presentationml/2006/main">
  <p:tag name="AS_UNIQUEID" val="4652"/>
</p:tagLst>
</file>

<file path=ppt/tags/tag304.xml><?xml version="1.0" encoding="utf-8"?>
<p:tagLst xmlns:a="http://schemas.openxmlformats.org/drawingml/2006/main" xmlns:r="http://schemas.openxmlformats.org/officeDocument/2006/relationships" xmlns:p="http://schemas.openxmlformats.org/presentationml/2006/main">
  <p:tag name="AS_UNIQUEID" val="4653"/>
</p:tagLst>
</file>

<file path=ppt/tags/tag305.xml><?xml version="1.0" encoding="utf-8"?>
<p:tagLst xmlns:a="http://schemas.openxmlformats.org/drawingml/2006/main" xmlns:r="http://schemas.openxmlformats.org/officeDocument/2006/relationships" xmlns:p="http://schemas.openxmlformats.org/presentationml/2006/main">
  <p:tag name="AS_UNIQUEID" val="4654"/>
</p:tagLst>
</file>

<file path=ppt/tags/tag306.xml><?xml version="1.0" encoding="utf-8"?>
<p:tagLst xmlns:a="http://schemas.openxmlformats.org/drawingml/2006/main" xmlns:r="http://schemas.openxmlformats.org/officeDocument/2006/relationships" xmlns:p="http://schemas.openxmlformats.org/presentationml/2006/main">
  <p:tag name="AS_UNIQUEID" val="4649"/>
</p:tagLst>
</file>

<file path=ppt/tags/tag307.xml><?xml version="1.0" encoding="utf-8"?>
<p:tagLst xmlns:a="http://schemas.openxmlformats.org/drawingml/2006/main" xmlns:r="http://schemas.openxmlformats.org/officeDocument/2006/relationships" xmlns:p="http://schemas.openxmlformats.org/presentationml/2006/main">
  <p:tag name="AS_UNIQUEID" val="4650"/>
</p:tagLst>
</file>

<file path=ppt/tags/tag308.xml><?xml version="1.0" encoding="utf-8"?>
<p:tagLst xmlns:a="http://schemas.openxmlformats.org/drawingml/2006/main" xmlns:r="http://schemas.openxmlformats.org/officeDocument/2006/relationships" xmlns:p="http://schemas.openxmlformats.org/presentationml/2006/main">
  <p:tag name="AS_UNIQUEID" val="4674"/>
</p:tagLst>
</file>

<file path=ppt/tags/tag309.xml><?xml version="1.0" encoding="utf-8"?>
<p:tagLst xmlns:a="http://schemas.openxmlformats.org/drawingml/2006/main" xmlns:r="http://schemas.openxmlformats.org/officeDocument/2006/relationships" xmlns:p="http://schemas.openxmlformats.org/presentationml/2006/main">
  <p:tag name="AS_UNIQUEID" val="4675"/>
</p:tagLst>
</file>

<file path=ppt/tags/tag310.xml><?xml version="1.0" encoding="utf-8"?>
<p:tagLst xmlns:a="http://schemas.openxmlformats.org/drawingml/2006/main" xmlns:r="http://schemas.openxmlformats.org/officeDocument/2006/relationships" xmlns:p="http://schemas.openxmlformats.org/presentationml/2006/main">
  <p:tag name="AS_UNIQUEID" val="4676"/>
</p:tagLst>
</file>

<file path=ppt/tags/tag311.xml><?xml version="1.0" encoding="utf-8"?>
<p:tagLst xmlns:a="http://schemas.openxmlformats.org/drawingml/2006/main" xmlns:r="http://schemas.openxmlformats.org/officeDocument/2006/relationships" xmlns:p="http://schemas.openxmlformats.org/presentationml/2006/main">
  <p:tag name="AS_UNIQUEID" val="4677"/>
</p:tagLst>
</file>

<file path=ppt/tags/tag312.xml><?xml version="1.0" encoding="utf-8"?>
<p:tagLst xmlns:a="http://schemas.openxmlformats.org/drawingml/2006/main" xmlns:r="http://schemas.openxmlformats.org/officeDocument/2006/relationships" xmlns:p="http://schemas.openxmlformats.org/presentationml/2006/main">
  <p:tag name="AS_UNIQUEID" val="4678"/>
</p:tagLst>
</file>

<file path=ppt/tags/tag313.xml><?xml version="1.0" encoding="utf-8"?>
<p:tagLst xmlns:a="http://schemas.openxmlformats.org/drawingml/2006/main" xmlns:r="http://schemas.openxmlformats.org/officeDocument/2006/relationships" xmlns:p="http://schemas.openxmlformats.org/presentationml/2006/main">
  <p:tag name="AS_UNIQUEID" val="4679"/>
</p:tagLst>
</file>

<file path=ppt/tags/tag314.xml><?xml version="1.0" encoding="utf-8"?>
<p:tagLst xmlns:a="http://schemas.openxmlformats.org/drawingml/2006/main" xmlns:r="http://schemas.openxmlformats.org/officeDocument/2006/relationships" xmlns:p="http://schemas.openxmlformats.org/presentationml/2006/main">
  <p:tag name="AS_UNIQUEID" val="4681"/>
</p:tagLst>
</file>

<file path=ppt/tags/tag315.xml><?xml version="1.0" encoding="utf-8"?>
<p:tagLst xmlns:a="http://schemas.openxmlformats.org/drawingml/2006/main" xmlns:r="http://schemas.openxmlformats.org/officeDocument/2006/relationships" xmlns:p="http://schemas.openxmlformats.org/presentationml/2006/main">
  <p:tag name="AS_UNIQUEID" val="4682"/>
</p:tagLst>
</file>

<file path=ppt/tags/tag316.xml><?xml version="1.0" encoding="utf-8"?>
<p:tagLst xmlns:a="http://schemas.openxmlformats.org/drawingml/2006/main" xmlns:r="http://schemas.openxmlformats.org/officeDocument/2006/relationships" xmlns:p="http://schemas.openxmlformats.org/presentationml/2006/main">
  <p:tag name="AS_UNIQUEID" val="4683"/>
</p:tagLst>
</file>

<file path=ppt/tags/tag317.xml><?xml version="1.0" encoding="utf-8"?>
<p:tagLst xmlns:a="http://schemas.openxmlformats.org/drawingml/2006/main" xmlns:r="http://schemas.openxmlformats.org/officeDocument/2006/relationships" xmlns:p="http://schemas.openxmlformats.org/presentationml/2006/main">
  <p:tag name="AS_UNIQUEID" val="4684"/>
</p:tagLst>
</file>

<file path=ppt/tags/tag318.xml><?xml version="1.0" encoding="utf-8"?>
<p:tagLst xmlns:a="http://schemas.openxmlformats.org/drawingml/2006/main" xmlns:r="http://schemas.openxmlformats.org/officeDocument/2006/relationships" xmlns:p="http://schemas.openxmlformats.org/presentationml/2006/main">
  <p:tag name="AS_UNIQUEID" val="4686"/>
</p:tagLst>
</file>

<file path=ppt/tags/tag319.xml><?xml version="1.0" encoding="utf-8"?>
<p:tagLst xmlns:a="http://schemas.openxmlformats.org/drawingml/2006/main" xmlns:r="http://schemas.openxmlformats.org/officeDocument/2006/relationships" xmlns:p="http://schemas.openxmlformats.org/presentationml/2006/main">
  <p:tag name="AS_UNIQUEID" val="4687"/>
</p:tagLst>
</file>

<file path=ppt/tags/tag320.xml><?xml version="1.0" encoding="utf-8"?>
<p:tagLst xmlns:a="http://schemas.openxmlformats.org/drawingml/2006/main" xmlns:r="http://schemas.openxmlformats.org/officeDocument/2006/relationships" xmlns:p="http://schemas.openxmlformats.org/presentationml/2006/main">
  <p:tag name="AS_UNIQUEID" val="4689"/>
</p:tagLst>
</file>

<file path=ppt/tags/tag321.xml><?xml version="1.0" encoding="utf-8"?>
<p:tagLst xmlns:a="http://schemas.openxmlformats.org/drawingml/2006/main" xmlns:r="http://schemas.openxmlformats.org/officeDocument/2006/relationships" xmlns:p="http://schemas.openxmlformats.org/presentationml/2006/main">
  <p:tag name="AS_UNIQUEID" val="4690"/>
</p:tagLst>
</file>

<file path=ppt/tags/tag322.xml><?xml version="1.0" encoding="utf-8"?>
<p:tagLst xmlns:a="http://schemas.openxmlformats.org/drawingml/2006/main" xmlns:r="http://schemas.openxmlformats.org/officeDocument/2006/relationships" xmlns:p="http://schemas.openxmlformats.org/presentationml/2006/main">
  <p:tag name="AS_UNIQUEID" val="4691"/>
</p:tagLst>
</file>

<file path=ppt/tags/tag323.xml><?xml version="1.0" encoding="utf-8"?>
<p:tagLst xmlns:a="http://schemas.openxmlformats.org/drawingml/2006/main" xmlns:r="http://schemas.openxmlformats.org/officeDocument/2006/relationships" xmlns:p="http://schemas.openxmlformats.org/presentationml/2006/main">
  <p:tag name="AS_UNIQUEID" val="4693"/>
</p:tagLst>
</file>

<file path=ppt/tags/tag324.xml><?xml version="1.0" encoding="utf-8"?>
<p:tagLst xmlns:a="http://schemas.openxmlformats.org/drawingml/2006/main" xmlns:r="http://schemas.openxmlformats.org/officeDocument/2006/relationships" xmlns:p="http://schemas.openxmlformats.org/presentationml/2006/main">
  <p:tag name="AS_UNIQUEID" val="4694"/>
</p:tagLst>
</file>

<file path=ppt/tags/tag325.xml><?xml version="1.0" encoding="utf-8"?>
<p:tagLst xmlns:a="http://schemas.openxmlformats.org/drawingml/2006/main" xmlns:r="http://schemas.openxmlformats.org/officeDocument/2006/relationships" xmlns:p="http://schemas.openxmlformats.org/presentationml/2006/main">
  <p:tag name="AS_UNIQUEID" val="4695"/>
</p:tagLst>
</file>

<file path=ppt/tags/tag326.xml><?xml version="1.0" encoding="utf-8"?>
<p:tagLst xmlns:a="http://schemas.openxmlformats.org/drawingml/2006/main" xmlns:r="http://schemas.openxmlformats.org/officeDocument/2006/relationships" xmlns:p="http://schemas.openxmlformats.org/presentationml/2006/main">
  <p:tag name="AS_UNIQUEID" val="4696"/>
</p:tagLst>
</file>

<file path=ppt/tags/tag327.xml><?xml version="1.0" encoding="utf-8"?>
<p:tagLst xmlns:a="http://schemas.openxmlformats.org/drawingml/2006/main" xmlns:r="http://schemas.openxmlformats.org/officeDocument/2006/relationships" xmlns:p="http://schemas.openxmlformats.org/presentationml/2006/main">
  <p:tag name="AS_UNIQUEID" val="4697"/>
</p:tagLst>
</file>

<file path=ppt/tags/tag328.xml><?xml version="1.0" encoding="utf-8"?>
<p:tagLst xmlns:a="http://schemas.openxmlformats.org/drawingml/2006/main" xmlns:r="http://schemas.openxmlformats.org/officeDocument/2006/relationships" xmlns:p="http://schemas.openxmlformats.org/presentationml/2006/main">
  <p:tag name="AS_UNIQUEID" val="4698"/>
</p:tagLst>
</file>

<file path=ppt/tags/tag329.xml><?xml version="1.0" encoding="utf-8"?>
<p:tagLst xmlns:a="http://schemas.openxmlformats.org/drawingml/2006/main" xmlns:r="http://schemas.openxmlformats.org/officeDocument/2006/relationships" xmlns:p="http://schemas.openxmlformats.org/presentationml/2006/main">
  <p:tag name="AS_UNIQUEID" val="4699"/>
</p:tagLst>
</file>

<file path=ppt/tags/tag330.xml><?xml version="1.0" encoding="utf-8"?>
<p:tagLst xmlns:a="http://schemas.openxmlformats.org/drawingml/2006/main" xmlns:r="http://schemas.openxmlformats.org/officeDocument/2006/relationships" xmlns:p="http://schemas.openxmlformats.org/presentationml/2006/main">
  <p:tag name="AS_UNIQUEID" val="385"/>
</p:tagLst>
</file>

<file path=ppt/tags/tag331.xml><?xml version="1.0" encoding="utf-8"?>
<p:tagLst xmlns:a="http://schemas.openxmlformats.org/drawingml/2006/main" xmlns:r="http://schemas.openxmlformats.org/officeDocument/2006/relationships" xmlns:p="http://schemas.openxmlformats.org/presentationml/2006/main">
  <p:tag name="AS_UNIQUEID" val="4680"/>
</p:tagLst>
</file>

<file path=ppt/tags/tag332.xml><?xml version="1.0" encoding="utf-8"?>
<p:tagLst xmlns:a="http://schemas.openxmlformats.org/drawingml/2006/main" xmlns:r="http://schemas.openxmlformats.org/officeDocument/2006/relationships" xmlns:p="http://schemas.openxmlformats.org/presentationml/2006/main">
  <p:tag name="AS_UNIQUEID" val="4701"/>
</p:tagLst>
</file>

<file path=ppt/tags/tag333.xml><?xml version="1.0" encoding="utf-8"?>
<p:tagLst xmlns:a="http://schemas.openxmlformats.org/drawingml/2006/main" xmlns:r="http://schemas.openxmlformats.org/officeDocument/2006/relationships" xmlns:p="http://schemas.openxmlformats.org/presentationml/2006/main">
  <p:tag name="AS_UNIQUEID" val="4702"/>
</p:tagLst>
</file>

<file path=ppt/tags/tag334.xml><?xml version="1.0" encoding="utf-8"?>
<p:tagLst xmlns:a="http://schemas.openxmlformats.org/drawingml/2006/main" xmlns:r="http://schemas.openxmlformats.org/officeDocument/2006/relationships" xmlns:p="http://schemas.openxmlformats.org/presentationml/2006/main">
  <p:tag name="AS_UNIQUEID" val="4703"/>
</p:tagLst>
</file>

<file path=ppt/tags/tag335.xml><?xml version="1.0" encoding="utf-8"?>
<p:tagLst xmlns:a="http://schemas.openxmlformats.org/drawingml/2006/main" xmlns:r="http://schemas.openxmlformats.org/officeDocument/2006/relationships" xmlns:p="http://schemas.openxmlformats.org/presentationml/2006/main">
  <p:tag name="AS_UNIQUEID" val="4704"/>
</p:tagLst>
</file>

<file path=ppt/tags/tag336.xml><?xml version="1.0" encoding="utf-8"?>
<p:tagLst xmlns:a="http://schemas.openxmlformats.org/drawingml/2006/main" xmlns:r="http://schemas.openxmlformats.org/officeDocument/2006/relationships" xmlns:p="http://schemas.openxmlformats.org/presentationml/2006/main">
  <p:tag name="AS_UNIQUEID" val="4705"/>
</p:tagLst>
</file>

<file path=ppt/tags/tag337.xml><?xml version="1.0" encoding="utf-8"?>
<p:tagLst xmlns:a="http://schemas.openxmlformats.org/drawingml/2006/main" xmlns:r="http://schemas.openxmlformats.org/officeDocument/2006/relationships" xmlns:p="http://schemas.openxmlformats.org/presentationml/2006/main">
  <p:tag name="AS_UNIQUEID" val="4706"/>
</p:tagLst>
</file>

<file path=ppt/tags/tag338.xml><?xml version="1.0" encoding="utf-8"?>
<p:tagLst xmlns:a="http://schemas.openxmlformats.org/drawingml/2006/main" xmlns:r="http://schemas.openxmlformats.org/officeDocument/2006/relationships" xmlns:p="http://schemas.openxmlformats.org/presentationml/2006/main">
  <p:tag name="AS_UNIQUEID" val="4708"/>
</p:tagLst>
</file>

<file path=ppt/tags/tag339.xml><?xml version="1.0" encoding="utf-8"?>
<p:tagLst xmlns:a="http://schemas.openxmlformats.org/drawingml/2006/main" xmlns:r="http://schemas.openxmlformats.org/officeDocument/2006/relationships" xmlns:p="http://schemas.openxmlformats.org/presentationml/2006/main">
  <p:tag name="AS_UNIQUEID" val="4709"/>
</p:tagLst>
</file>

<file path=ppt/tags/tag340.xml><?xml version="1.0" encoding="utf-8"?>
<p:tagLst xmlns:a="http://schemas.openxmlformats.org/drawingml/2006/main" xmlns:r="http://schemas.openxmlformats.org/officeDocument/2006/relationships" xmlns:p="http://schemas.openxmlformats.org/presentationml/2006/main">
  <p:tag name="AS_UNIQUEID" val="4710"/>
</p:tagLst>
</file>

<file path=ppt/tags/tag341.xml><?xml version="1.0" encoding="utf-8"?>
<p:tagLst xmlns:a="http://schemas.openxmlformats.org/drawingml/2006/main" xmlns:r="http://schemas.openxmlformats.org/officeDocument/2006/relationships" xmlns:p="http://schemas.openxmlformats.org/presentationml/2006/main">
  <p:tag name="AS_UNIQUEID" val="4711"/>
</p:tagLst>
</file>

<file path=ppt/tags/tag342.xml><?xml version="1.0" encoding="utf-8"?>
<p:tagLst xmlns:a="http://schemas.openxmlformats.org/drawingml/2006/main" xmlns:r="http://schemas.openxmlformats.org/officeDocument/2006/relationships" xmlns:p="http://schemas.openxmlformats.org/presentationml/2006/main">
  <p:tag name="AS_UNIQUEID" val="4712"/>
</p:tagLst>
</file>

<file path=ppt/tags/tag343.xml><?xml version="1.0" encoding="utf-8"?>
<p:tagLst xmlns:a="http://schemas.openxmlformats.org/drawingml/2006/main" xmlns:r="http://schemas.openxmlformats.org/officeDocument/2006/relationships" xmlns:p="http://schemas.openxmlformats.org/presentationml/2006/main">
  <p:tag name="AS_UNIQUEID" val="4713"/>
</p:tagLst>
</file>

<file path=ppt/tags/tag344.xml><?xml version="1.0" encoding="utf-8"?>
<p:tagLst xmlns:a="http://schemas.openxmlformats.org/drawingml/2006/main" xmlns:r="http://schemas.openxmlformats.org/officeDocument/2006/relationships" xmlns:p="http://schemas.openxmlformats.org/presentationml/2006/main">
  <p:tag name="AS_UNIQUEID" val="4714"/>
</p:tagLst>
</file>

<file path=ppt/tags/tag345.xml><?xml version="1.0" encoding="utf-8"?>
<p:tagLst xmlns:a="http://schemas.openxmlformats.org/drawingml/2006/main" xmlns:r="http://schemas.openxmlformats.org/officeDocument/2006/relationships" xmlns:p="http://schemas.openxmlformats.org/presentationml/2006/main">
  <p:tag name="AS_UNIQUEID" val="4715"/>
</p:tagLst>
</file>

<file path=ppt/tags/tag346.xml><?xml version="1.0" encoding="utf-8"?>
<p:tagLst xmlns:a="http://schemas.openxmlformats.org/drawingml/2006/main" xmlns:r="http://schemas.openxmlformats.org/officeDocument/2006/relationships" xmlns:p="http://schemas.openxmlformats.org/presentationml/2006/main">
  <p:tag name="AS_UNIQUEID" val="4716"/>
</p:tagLst>
</file>

<file path=ppt/tags/tag347.xml><?xml version="1.0" encoding="utf-8"?>
<p:tagLst xmlns:a="http://schemas.openxmlformats.org/drawingml/2006/main" xmlns:r="http://schemas.openxmlformats.org/officeDocument/2006/relationships" xmlns:p="http://schemas.openxmlformats.org/presentationml/2006/main">
  <p:tag name="AS_UNIQUEID" val="4717"/>
</p:tagLst>
</file>

<file path=ppt/tags/tag348.xml><?xml version="1.0" encoding="utf-8"?>
<p:tagLst xmlns:a="http://schemas.openxmlformats.org/drawingml/2006/main" xmlns:r="http://schemas.openxmlformats.org/officeDocument/2006/relationships" xmlns:p="http://schemas.openxmlformats.org/presentationml/2006/main">
  <p:tag name="AS_UNIQUEID" val="4718"/>
</p:tagLst>
</file>

<file path=ppt/tags/tag349.xml><?xml version="1.0" encoding="utf-8"?>
<p:tagLst xmlns:a="http://schemas.openxmlformats.org/drawingml/2006/main" xmlns:r="http://schemas.openxmlformats.org/officeDocument/2006/relationships" xmlns:p="http://schemas.openxmlformats.org/presentationml/2006/main">
  <p:tag name="AS_UNIQUEID" val="4719"/>
</p:tagLst>
</file>

<file path=ppt/tags/tag350.xml><?xml version="1.0" encoding="utf-8"?>
<p:tagLst xmlns:a="http://schemas.openxmlformats.org/drawingml/2006/main" xmlns:r="http://schemas.openxmlformats.org/officeDocument/2006/relationships" xmlns:p="http://schemas.openxmlformats.org/presentationml/2006/main">
  <p:tag name="AS_UNIQUEID" val="4720"/>
</p:tagLst>
</file>

<file path=ppt/tags/tag351.xml><?xml version="1.0" encoding="utf-8"?>
<p:tagLst xmlns:a="http://schemas.openxmlformats.org/drawingml/2006/main" xmlns:r="http://schemas.openxmlformats.org/officeDocument/2006/relationships" xmlns:p="http://schemas.openxmlformats.org/presentationml/2006/main">
  <p:tag name="AS_UNIQUEID" val="4721"/>
</p:tagLst>
</file>

<file path=ppt/tags/tag352.xml><?xml version="1.0" encoding="utf-8"?>
<p:tagLst xmlns:a="http://schemas.openxmlformats.org/drawingml/2006/main" xmlns:r="http://schemas.openxmlformats.org/officeDocument/2006/relationships" xmlns:p="http://schemas.openxmlformats.org/presentationml/2006/main">
  <p:tag name="AS_UNIQUEID" val="4722"/>
</p:tagLst>
</file>

<file path=ppt/tags/tag353.xml><?xml version="1.0" encoding="utf-8"?>
<p:tagLst xmlns:a="http://schemas.openxmlformats.org/drawingml/2006/main" xmlns:r="http://schemas.openxmlformats.org/officeDocument/2006/relationships" xmlns:p="http://schemas.openxmlformats.org/presentationml/2006/main">
  <p:tag name="AS_UNIQUEID" val="4723"/>
</p:tagLst>
</file>

<file path=ppt/tags/tag354.xml><?xml version="1.0" encoding="utf-8"?>
<p:tagLst xmlns:a="http://schemas.openxmlformats.org/drawingml/2006/main" xmlns:r="http://schemas.openxmlformats.org/officeDocument/2006/relationships" xmlns:p="http://schemas.openxmlformats.org/presentationml/2006/main">
  <p:tag name="AS_UNIQUEID" val="4724"/>
</p:tagLst>
</file>

<file path=ppt/tags/tag355.xml><?xml version="1.0" encoding="utf-8"?>
<p:tagLst xmlns:a="http://schemas.openxmlformats.org/drawingml/2006/main" xmlns:r="http://schemas.openxmlformats.org/officeDocument/2006/relationships" xmlns:p="http://schemas.openxmlformats.org/presentationml/2006/main">
  <p:tag name="AS_UNIQUEID" val="4725"/>
</p:tagLst>
</file>

<file path=ppt/tags/tag356.xml><?xml version="1.0" encoding="utf-8"?>
<p:tagLst xmlns:a="http://schemas.openxmlformats.org/drawingml/2006/main" xmlns:r="http://schemas.openxmlformats.org/officeDocument/2006/relationships" xmlns:p="http://schemas.openxmlformats.org/presentationml/2006/main">
  <p:tag name="AS_UNIQUEID" val="385"/>
</p:tagLst>
</file>

<file path=ppt/tags/tag357.xml><?xml version="1.0" encoding="utf-8"?>
<p:tagLst xmlns:a="http://schemas.openxmlformats.org/drawingml/2006/main" xmlns:r="http://schemas.openxmlformats.org/officeDocument/2006/relationships" xmlns:p="http://schemas.openxmlformats.org/presentationml/2006/main">
  <p:tag name="AS_UNIQUEID" val="4707"/>
</p:tagLst>
</file>

<file path=ppt/tags/tag358.xml><?xml version="1.0" encoding="utf-8"?>
<p:tagLst xmlns:a="http://schemas.openxmlformats.org/drawingml/2006/main" xmlns:r="http://schemas.openxmlformats.org/officeDocument/2006/relationships" xmlns:p="http://schemas.openxmlformats.org/presentationml/2006/main">
  <p:tag name="AS_UNIQUEID" val="4745"/>
</p:tagLst>
</file>

<file path=ppt/tags/tag359.xml><?xml version="1.0" encoding="utf-8"?>
<p:tagLst xmlns:a="http://schemas.openxmlformats.org/drawingml/2006/main" xmlns:r="http://schemas.openxmlformats.org/officeDocument/2006/relationships" xmlns:p="http://schemas.openxmlformats.org/presentationml/2006/main">
  <p:tag name="AS_UNIQUEID" val="4746"/>
</p:tagLst>
</file>

<file path=ppt/tags/tag360.xml><?xml version="1.0" encoding="utf-8"?>
<p:tagLst xmlns:a="http://schemas.openxmlformats.org/drawingml/2006/main" xmlns:r="http://schemas.openxmlformats.org/officeDocument/2006/relationships" xmlns:p="http://schemas.openxmlformats.org/presentationml/2006/main">
  <p:tag name="AS_UNIQUEID" val="4747"/>
</p:tagLst>
</file>

<file path=ppt/tags/tag361.xml><?xml version="1.0" encoding="utf-8"?>
<p:tagLst xmlns:a="http://schemas.openxmlformats.org/drawingml/2006/main" xmlns:r="http://schemas.openxmlformats.org/officeDocument/2006/relationships" xmlns:p="http://schemas.openxmlformats.org/presentationml/2006/main">
  <p:tag name="AS_UNIQUEID" val="4749"/>
</p:tagLst>
</file>

<file path=ppt/tags/tag362.xml><?xml version="1.0" encoding="utf-8"?>
<p:tagLst xmlns:a="http://schemas.openxmlformats.org/drawingml/2006/main" xmlns:r="http://schemas.openxmlformats.org/officeDocument/2006/relationships" xmlns:p="http://schemas.openxmlformats.org/presentationml/2006/main">
  <p:tag name="AS_UNIQUEID" val="4750"/>
</p:tagLst>
</file>

<file path=ppt/tags/tag363.xml><?xml version="1.0" encoding="utf-8"?>
<p:tagLst xmlns:a="http://schemas.openxmlformats.org/drawingml/2006/main" xmlns:r="http://schemas.openxmlformats.org/officeDocument/2006/relationships" xmlns:p="http://schemas.openxmlformats.org/presentationml/2006/main">
  <p:tag name="AS_UNIQUEID" val="4751"/>
</p:tagLst>
</file>

<file path=ppt/tags/tag364.xml><?xml version="1.0" encoding="utf-8"?>
<p:tagLst xmlns:a="http://schemas.openxmlformats.org/drawingml/2006/main" xmlns:r="http://schemas.openxmlformats.org/officeDocument/2006/relationships" xmlns:p="http://schemas.openxmlformats.org/presentationml/2006/main">
  <p:tag name="AS_UNIQUEID" val="4753"/>
</p:tagLst>
</file>

<file path=ppt/tags/tag365.xml><?xml version="1.0" encoding="utf-8"?>
<p:tagLst xmlns:a="http://schemas.openxmlformats.org/drawingml/2006/main" xmlns:r="http://schemas.openxmlformats.org/officeDocument/2006/relationships" xmlns:p="http://schemas.openxmlformats.org/presentationml/2006/main">
  <p:tag name="AS_UNIQUEID" val="4754"/>
</p:tagLst>
</file>

<file path=ppt/tags/tag366.xml><?xml version="1.0" encoding="utf-8"?>
<p:tagLst xmlns:a="http://schemas.openxmlformats.org/drawingml/2006/main" xmlns:r="http://schemas.openxmlformats.org/officeDocument/2006/relationships" xmlns:p="http://schemas.openxmlformats.org/presentationml/2006/main">
  <p:tag name="AS_UNIQUEID" val="4756"/>
</p:tagLst>
</file>

<file path=ppt/tags/tag367.xml><?xml version="1.0" encoding="utf-8"?>
<p:tagLst xmlns:a="http://schemas.openxmlformats.org/drawingml/2006/main" xmlns:r="http://schemas.openxmlformats.org/officeDocument/2006/relationships" xmlns:p="http://schemas.openxmlformats.org/presentationml/2006/main">
  <p:tag name="AS_UNIQUEID" val="4757"/>
</p:tagLst>
</file>

<file path=ppt/tags/tag368.xml><?xml version="1.0" encoding="utf-8"?>
<p:tagLst xmlns:a="http://schemas.openxmlformats.org/drawingml/2006/main" xmlns:r="http://schemas.openxmlformats.org/officeDocument/2006/relationships" xmlns:p="http://schemas.openxmlformats.org/presentationml/2006/main">
  <p:tag name="AS_UNIQUEID" val="4758"/>
</p:tagLst>
</file>

<file path=ppt/tags/tag369.xml><?xml version="1.0" encoding="utf-8"?>
<p:tagLst xmlns:a="http://schemas.openxmlformats.org/drawingml/2006/main" xmlns:r="http://schemas.openxmlformats.org/officeDocument/2006/relationships" xmlns:p="http://schemas.openxmlformats.org/presentationml/2006/main">
  <p:tag name="AS_UNIQUEID" val="4760"/>
</p:tagLst>
</file>

<file path=ppt/tags/tag370.xml><?xml version="1.0" encoding="utf-8"?>
<p:tagLst xmlns:a="http://schemas.openxmlformats.org/drawingml/2006/main" xmlns:r="http://schemas.openxmlformats.org/officeDocument/2006/relationships" xmlns:p="http://schemas.openxmlformats.org/presentationml/2006/main">
  <p:tag name="AS_UNIQUEID" val="4761"/>
</p:tagLst>
</file>

<file path=ppt/tags/tag371.xml><?xml version="1.0" encoding="utf-8"?>
<p:tagLst xmlns:a="http://schemas.openxmlformats.org/drawingml/2006/main" xmlns:r="http://schemas.openxmlformats.org/officeDocument/2006/relationships" xmlns:p="http://schemas.openxmlformats.org/presentationml/2006/main">
  <p:tag name="AS_UNIQUEID" val="4763"/>
</p:tagLst>
</file>

<file path=ppt/tags/tag372.xml><?xml version="1.0" encoding="utf-8"?>
<p:tagLst xmlns:a="http://schemas.openxmlformats.org/drawingml/2006/main" xmlns:r="http://schemas.openxmlformats.org/officeDocument/2006/relationships" xmlns:p="http://schemas.openxmlformats.org/presentationml/2006/main">
  <p:tag name="AS_UNIQUEID" val="4764"/>
</p:tagLst>
</file>

<file path=ppt/tags/tag373.xml><?xml version="1.0" encoding="utf-8"?>
<p:tagLst xmlns:a="http://schemas.openxmlformats.org/drawingml/2006/main" xmlns:r="http://schemas.openxmlformats.org/officeDocument/2006/relationships" xmlns:p="http://schemas.openxmlformats.org/presentationml/2006/main">
  <p:tag name="AS_UNIQUEID" val="4765"/>
</p:tagLst>
</file>

<file path=ppt/tags/tag374.xml><?xml version="1.0" encoding="utf-8"?>
<p:tagLst xmlns:a="http://schemas.openxmlformats.org/drawingml/2006/main" xmlns:r="http://schemas.openxmlformats.org/officeDocument/2006/relationships" xmlns:p="http://schemas.openxmlformats.org/presentationml/2006/main">
  <p:tag name="AS_UNIQUEID" val="4767"/>
</p:tagLst>
</file>

<file path=ppt/tags/tag375.xml><?xml version="1.0" encoding="utf-8"?>
<p:tagLst xmlns:a="http://schemas.openxmlformats.org/drawingml/2006/main" xmlns:r="http://schemas.openxmlformats.org/officeDocument/2006/relationships" xmlns:p="http://schemas.openxmlformats.org/presentationml/2006/main">
  <p:tag name="AS_UNIQUEID" val="4768"/>
</p:tagLst>
</file>

<file path=ppt/tags/tag376.xml><?xml version="1.0" encoding="utf-8"?>
<p:tagLst xmlns:a="http://schemas.openxmlformats.org/drawingml/2006/main" xmlns:r="http://schemas.openxmlformats.org/officeDocument/2006/relationships" xmlns:p="http://schemas.openxmlformats.org/presentationml/2006/main">
  <p:tag name="AS_UNIQUEID" val="4770"/>
</p:tagLst>
</file>

<file path=ppt/tags/tag377.xml><?xml version="1.0" encoding="utf-8"?>
<p:tagLst xmlns:a="http://schemas.openxmlformats.org/drawingml/2006/main" xmlns:r="http://schemas.openxmlformats.org/officeDocument/2006/relationships" xmlns:p="http://schemas.openxmlformats.org/presentationml/2006/main">
  <p:tag name="AS_UNIQUEID" val="4771"/>
</p:tagLst>
</file>

<file path=ppt/tags/tag378.xml><?xml version="1.0" encoding="utf-8"?>
<p:tagLst xmlns:a="http://schemas.openxmlformats.org/drawingml/2006/main" xmlns:r="http://schemas.openxmlformats.org/officeDocument/2006/relationships" xmlns:p="http://schemas.openxmlformats.org/presentationml/2006/main">
  <p:tag name="AS_UNIQUEID" val="4772"/>
</p:tagLst>
</file>

<file path=ppt/tags/tag379.xml><?xml version="1.0" encoding="utf-8"?>
<p:tagLst xmlns:a="http://schemas.openxmlformats.org/drawingml/2006/main" xmlns:r="http://schemas.openxmlformats.org/officeDocument/2006/relationships" xmlns:p="http://schemas.openxmlformats.org/presentationml/2006/main">
  <p:tag name="AS_UNIQUEID" val="4774"/>
</p:tagLst>
</file>

<file path=ppt/tags/tag380.xml><?xml version="1.0" encoding="utf-8"?>
<p:tagLst xmlns:a="http://schemas.openxmlformats.org/drawingml/2006/main" xmlns:r="http://schemas.openxmlformats.org/officeDocument/2006/relationships" xmlns:p="http://schemas.openxmlformats.org/presentationml/2006/main">
  <p:tag name="AS_UNIQUEID" val="4775"/>
</p:tagLst>
</file>

<file path=ppt/tags/tag381.xml><?xml version="1.0" encoding="utf-8"?>
<p:tagLst xmlns:a="http://schemas.openxmlformats.org/drawingml/2006/main" xmlns:r="http://schemas.openxmlformats.org/officeDocument/2006/relationships" xmlns:p="http://schemas.openxmlformats.org/presentationml/2006/main">
  <p:tag name="AS_UNIQUEID" val="4777"/>
</p:tagLst>
</file>

<file path=ppt/tags/tag382.xml><?xml version="1.0" encoding="utf-8"?>
<p:tagLst xmlns:a="http://schemas.openxmlformats.org/drawingml/2006/main" xmlns:r="http://schemas.openxmlformats.org/officeDocument/2006/relationships" xmlns:p="http://schemas.openxmlformats.org/presentationml/2006/main">
  <p:tag name="AS_UNIQUEID" val="4778"/>
</p:tagLst>
</file>

<file path=ppt/tags/tag383.xml><?xml version="1.0" encoding="utf-8"?>
<p:tagLst xmlns:a="http://schemas.openxmlformats.org/drawingml/2006/main" xmlns:r="http://schemas.openxmlformats.org/officeDocument/2006/relationships" xmlns:p="http://schemas.openxmlformats.org/presentationml/2006/main">
  <p:tag name="AS_UNIQUEID" val="4779"/>
</p:tagLst>
</file>

<file path=ppt/tags/tag384.xml><?xml version="1.0" encoding="utf-8"?>
<p:tagLst xmlns:a="http://schemas.openxmlformats.org/drawingml/2006/main" xmlns:r="http://schemas.openxmlformats.org/officeDocument/2006/relationships" xmlns:p="http://schemas.openxmlformats.org/presentationml/2006/main">
  <p:tag name="AS_UNIQUEID" val="4799"/>
</p:tagLst>
</file>

<file path=ppt/tags/tag385.xml><?xml version="1.0" encoding="utf-8"?>
<p:tagLst xmlns:a="http://schemas.openxmlformats.org/drawingml/2006/main" xmlns:r="http://schemas.openxmlformats.org/officeDocument/2006/relationships" xmlns:p="http://schemas.openxmlformats.org/presentationml/2006/main">
  <p:tag name="AS_UNIQUEID" val="4800"/>
</p:tagLst>
</file>

<file path=ppt/tags/tag386.xml><?xml version="1.0" encoding="utf-8"?>
<p:tagLst xmlns:a="http://schemas.openxmlformats.org/drawingml/2006/main" xmlns:r="http://schemas.openxmlformats.org/officeDocument/2006/relationships" xmlns:p="http://schemas.openxmlformats.org/presentationml/2006/main">
  <p:tag name="AS_UNIQUEID" val="4802"/>
</p:tagLst>
</file>

<file path=ppt/tags/tag387.xml><?xml version="1.0" encoding="utf-8"?>
<p:tagLst xmlns:a="http://schemas.openxmlformats.org/drawingml/2006/main" xmlns:r="http://schemas.openxmlformats.org/officeDocument/2006/relationships" xmlns:p="http://schemas.openxmlformats.org/presentationml/2006/main">
  <p:tag name="AS_UNIQUEID" val="4803"/>
</p:tagLst>
</file>

<file path=ppt/tags/tag388.xml><?xml version="1.0" encoding="utf-8"?>
<p:tagLst xmlns:a="http://schemas.openxmlformats.org/drawingml/2006/main" xmlns:r="http://schemas.openxmlformats.org/officeDocument/2006/relationships" xmlns:p="http://schemas.openxmlformats.org/presentationml/2006/main">
  <p:tag name="AS_UNIQUEID" val="4804"/>
</p:tagLst>
</file>

<file path=ppt/tags/tag389.xml><?xml version="1.0" encoding="utf-8"?>
<p:tagLst xmlns:a="http://schemas.openxmlformats.org/drawingml/2006/main" xmlns:r="http://schemas.openxmlformats.org/officeDocument/2006/relationships" xmlns:p="http://schemas.openxmlformats.org/presentationml/2006/main">
  <p:tag name="AS_UNIQUEID" val="4806"/>
</p:tagLst>
</file>

<file path=ppt/tags/tag390.xml><?xml version="1.0" encoding="utf-8"?>
<p:tagLst xmlns:a="http://schemas.openxmlformats.org/drawingml/2006/main" xmlns:r="http://schemas.openxmlformats.org/officeDocument/2006/relationships" xmlns:p="http://schemas.openxmlformats.org/presentationml/2006/main">
  <p:tag name="AS_UNIQUEID" val="4807"/>
</p:tagLst>
</file>

<file path=ppt/tags/tag391.xml><?xml version="1.0" encoding="utf-8"?>
<p:tagLst xmlns:a="http://schemas.openxmlformats.org/drawingml/2006/main" xmlns:r="http://schemas.openxmlformats.org/officeDocument/2006/relationships" xmlns:p="http://schemas.openxmlformats.org/presentationml/2006/main">
  <p:tag name="AS_UNIQUEID" val="4809"/>
</p:tagLst>
</file>

<file path=ppt/tags/tag392.xml><?xml version="1.0" encoding="utf-8"?>
<p:tagLst xmlns:a="http://schemas.openxmlformats.org/drawingml/2006/main" xmlns:r="http://schemas.openxmlformats.org/officeDocument/2006/relationships" xmlns:p="http://schemas.openxmlformats.org/presentationml/2006/main">
  <p:tag name="AS_UNIQUEID" val="4810"/>
</p:tagLst>
</file>

<file path=ppt/tags/tag393.xml><?xml version="1.0" encoding="utf-8"?>
<p:tagLst xmlns:a="http://schemas.openxmlformats.org/drawingml/2006/main" xmlns:r="http://schemas.openxmlformats.org/officeDocument/2006/relationships" xmlns:p="http://schemas.openxmlformats.org/presentationml/2006/main">
  <p:tag name="AS_UNIQUEID" val="4811"/>
</p:tagLst>
</file>

<file path=ppt/tags/tag394.xml><?xml version="1.0" encoding="utf-8"?>
<p:tagLst xmlns:a="http://schemas.openxmlformats.org/drawingml/2006/main" xmlns:r="http://schemas.openxmlformats.org/officeDocument/2006/relationships" xmlns:p="http://schemas.openxmlformats.org/presentationml/2006/main">
  <p:tag name="AS_UNIQUEID" val="4813"/>
</p:tagLst>
</file>

<file path=ppt/tags/tag395.xml><?xml version="1.0" encoding="utf-8"?>
<p:tagLst xmlns:a="http://schemas.openxmlformats.org/drawingml/2006/main" xmlns:r="http://schemas.openxmlformats.org/officeDocument/2006/relationships" xmlns:p="http://schemas.openxmlformats.org/presentationml/2006/main">
  <p:tag name="AS_UNIQUEID" val="4814"/>
</p:tagLst>
</file>

<file path=ppt/tags/tag396.xml><?xml version="1.0" encoding="utf-8"?>
<p:tagLst xmlns:a="http://schemas.openxmlformats.org/drawingml/2006/main" xmlns:r="http://schemas.openxmlformats.org/officeDocument/2006/relationships" xmlns:p="http://schemas.openxmlformats.org/presentationml/2006/main">
  <p:tag name="AS_UNIQUEID" val="4816"/>
</p:tagLst>
</file>

<file path=ppt/tags/tag397.xml><?xml version="1.0" encoding="utf-8"?>
<p:tagLst xmlns:a="http://schemas.openxmlformats.org/drawingml/2006/main" xmlns:r="http://schemas.openxmlformats.org/officeDocument/2006/relationships" xmlns:p="http://schemas.openxmlformats.org/presentationml/2006/main">
  <p:tag name="AS_UNIQUEID" val="4817"/>
</p:tagLst>
</file>

<file path=ppt/tags/tag398.xml><?xml version="1.0" encoding="utf-8"?>
<p:tagLst xmlns:a="http://schemas.openxmlformats.org/drawingml/2006/main" xmlns:r="http://schemas.openxmlformats.org/officeDocument/2006/relationships" xmlns:p="http://schemas.openxmlformats.org/presentationml/2006/main">
  <p:tag name="AS_UNIQUEID" val="481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tand Chines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F8B9FEED-8146-4839-8053-D9880E4F147B}" vid="{01A7EF7B-974A-4C72-8CCA-666A79B3FFE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Stand Chinese</Template>
  <TotalTime>0</TotalTime>
  <Words>3760</Words>
  <Application>Microsoft Macintosh PowerPoint</Application>
  <PresentationFormat>Widescreen</PresentationFormat>
  <Paragraphs>359</Paragraphs>
  <Slides>60</Slides>
  <Notes>19</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73" baseType="lpstr">
      <vt:lpstr>思源黑体</vt:lpstr>
      <vt:lpstr>思源黑体 CN Light</vt:lpstr>
      <vt:lpstr>等线</vt:lpstr>
      <vt:lpstr>微软雅黑</vt:lpstr>
      <vt:lpstr>黑体</vt:lpstr>
      <vt:lpstr>Arial</vt:lpstr>
      <vt:lpstr>Book Antiqua</vt:lpstr>
      <vt:lpstr>Calibri</vt:lpstr>
      <vt:lpstr>Cambria Math</vt:lpstr>
      <vt:lpstr>Times New Roman</vt:lpstr>
      <vt:lpstr>Wingdings</vt:lpstr>
      <vt:lpstr>Office 主题​​</vt:lpstr>
      <vt:lpstr>Word.Document.8</vt:lpstr>
      <vt:lpstr>哪辆车快？哪辆车坐着舒服？</vt:lpstr>
      <vt:lpstr>谁的速度更大？</vt:lpstr>
      <vt:lpstr>从静止开始到最高时速， 谁的速度变化量更大？</vt:lpstr>
      <vt:lpstr>从静止开始到最高时速， 谁的速度变化量更快？</vt:lpstr>
      <vt:lpstr>加速度</vt:lpstr>
      <vt:lpstr>加速度</vt:lpstr>
      <vt:lpstr>飞机起飞前在地面上滑行，可以在30s内，速度由零增加到81m/s。那么，飞机起飞前的加速度为多少？</vt:lpstr>
      <vt:lpstr>汽车急刹车时，可以在3秒内速度由18m/s减小到零。那么，汽车急刹车时的加速度为多少？</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dc:creator>
  <cp:lastModifiedBy>Xingyu Shu</cp:lastModifiedBy>
  <cp:revision>2</cp:revision>
  <dcterms:created xsi:type="dcterms:W3CDTF">2024-08-30T04:15:04Z</dcterms:created>
  <dcterms:modified xsi:type="dcterms:W3CDTF">2026-09-09T01:53:53Z</dcterms:modified>
</cp:coreProperties>
</file>