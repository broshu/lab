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3F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58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5297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2"/>
            <a:ext cx="12192000" cy="6875297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724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5297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2"/>
            <a:ext cx="12192000" cy="6875297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>
            <a:hlinkClick r:id="" action="ppaction://noaction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251467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选择性必修第一册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" action="ppaction://noaction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2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327615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26">
            <a:hlinkClick r:id="rId2" action="ppaction://hlinksldjump"/>
          </p:cNvPr>
          <p:cNvSpPr txBox="1"/>
          <p:nvPr userDrawn="1"/>
        </p:nvSpPr>
        <p:spPr>
          <a:xfrm>
            <a:off x="11508077" y="645995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102980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532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36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1" r:id="rId3"/>
    <p:sldLayoutId id="2147483650" r:id="rId4"/>
    <p:sldLayoutId id="214748365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Mg4y1B7EM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视频卡片">
            <a:hlinkClick r:id="rId2"/>
          </p:cNvPr>
          <p:cNvSpPr/>
          <p:nvPr/>
        </p:nvSpPr>
        <p:spPr>
          <a:xfrm>
            <a:off x="1889760" y="777240"/>
            <a:ext cx="8412480" cy="4732020"/>
          </a:xfrm>
          <a:prstGeom prst="roundRect">
            <a:avLst>
              <a:gd name="adj" fmla="val 4000"/>
            </a:avLst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播放按钮">
            <a:hlinkClick r:id="rId2"/>
          </p:cNvPr>
          <p:cNvSpPr/>
          <p:nvPr/>
        </p:nvSpPr>
        <p:spPr>
          <a:xfrm>
            <a:off x="5318760" y="1828800"/>
            <a:ext cx="1554480" cy="155448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播放三角">
            <a:hlinkClick r:id="rId2"/>
          </p:cNvPr>
          <p:cNvSpPr/>
          <p:nvPr/>
        </p:nvSpPr>
        <p:spPr>
          <a:xfrm rot="5400000">
            <a:off x="5885688" y="2276856"/>
            <a:ext cx="566928" cy="65836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视频文字">
            <a:hlinkClick r:id="rId2"/>
          </p:cNvPr>
          <p:cNvSpPr txBox="1"/>
          <p:nvPr/>
        </p:nvSpPr>
        <p:spPr>
          <a:xfrm>
            <a:off x="1889760" y="365760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点击播放视频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BFBFBF"/>
                </a:solidFill>
                <a:latin typeface="微软雅黑"/>
                <a:ea typeface="微软雅黑"/>
              </a:rPr>
              <a:t>实验：验证动量守恒定律　·　约 10 分钟</a:t>
            </a:r>
          </a:p>
        </p:txBody>
      </p:sp>
      <p:sp>
        <p:nvSpPr>
          <p:cNvPr id="6" name="来源说明"/>
          <p:cNvSpPr txBox="1"/>
          <p:nvPr/>
        </p:nvSpPr>
        <p:spPr>
          <a:xfrm>
            <a:off x="1889760" y="5618988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视频来源：哔哩哔哩 · 北京海淀韩老师（放映时点击画面，在浏览器中打开 B 站播放，需联网）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22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方正新报宋_GBK</vt:lpstr>
      <vt:lpstr>微软雅黑</vt:lpstr>
      <vt:lpstr>Arial</vt:lpstr>
      <vt:lpstr>Office 主题​​</vt:lpstr>
      <vt:lpstr>PowerPoint Presentation</vt:lpstr>
    </vt:vector>
  </TitlesOfParts>
  <Company>三维设计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三维设计</dc:title>
  <dc:creator>三维设计</dc:creator>
  <cp:lastModifiedBy>Xingyu Shu</cp:lastModifiedBy>
  <cp:revision>66</cp:revision>
  <dcterms:created xsi:type="dcterms:W3CDTF">2025-04-22T02:39:12Z</dcterms:created>
  <dcterms:modified xsi:type="dcterms:W3CDTF">2026-09-29T00:47:29Z</dcterms:modified>
</cp:coreProperties>
</file>