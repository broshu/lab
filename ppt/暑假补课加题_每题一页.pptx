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8805404524853" /><Relationship Type="http://schemas.openxmlformats.org/officeDocument/2006/relationships/extended-properties" Target="/docProps/app.xml" Id="Rd2db020a6466408d" /><Relationship Type="http://schemas.openxmlformats.org/officeDocument/2006/relationships/officeDocument" Target="/ppt/presentation.xml" Id="R6812da66d7e546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279f7e28f34163"/>
  </p:sldMasterIdLst>
  <p:notesMasterIdLst>
    <p:notesMasterId xmlns:r="http://schemas.openxmlformats.org/officeDocument/2006/relationships" r:id="R5b6f1c2f2cc647b2"/>
  </p:notesMasterIdLst>
  <p:sldIdLst>
    <p:sldId xmlns:r="http://schemas.openxmlformats.org/officeDocument/2006/relationships" id="256" r:id="R359da59cdd9545e1"/>
    <p:sldId xmlns:r="http://schemas.openxmlformats.org/officeDocument/2006/relationships" id="257" r:id="Refe181cd295149b5"/>
    <p:sldId xmlns:r="http://schemas.openxmlformats.org/officeDocument/2006/relationships" id="258" r:id="R8a5f366f8a8649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0c523b42e74101" /><Relationship Type="http://schemas.openxmlformats.org/officeDocument/2006/relationships/slideMaster" Target="/ppt/slideMasters/slideMaster1.xml" Id="R3b279f7e28f34163" /><Relationship Type="http://schemas.openxmlformats.org/officeDocument/2006/relationships/notesMaster" Target="/ppt/notesMasters/notesMaster1.xml" Id="R5b6f1c2f2cc647b2" /><Relationship Type="http://schemas.openxmlformats.org/officeDocument/2006/relationships/presProps" Target="/ppt/presProps.xml" Id="R134f39ce0a9348a9" /><Relationship Type="http://schemas.openxmlformats.org/officeDocument/2006/relationships/tableStyles" Target="/ppt/tableStyles.xml" Id="R31027e02f6bb4736" /><Relationship Type="http://schemas.openxmlformats.org/officeDocument/2006/relationships/slide" Target="/ppt/slides/slide1.xml" Id="R359da59cdd9545e1" /><Relationship Type="http://schemas.openxmlformats.org/officeDocument/2006/relationships/slide" Target="/ppt/slides/slide2.xml" Id="Refe181cd295149b5" /><Relationship Type="http://schemas.openxmlformats.org/officeDocument/2006/relationships/slide" Target="/ppt/slides/slide3.xml" Id="R8a5f366f8a8649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7c84eec87f4e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0f4f588a3d4b36" /><Relationship Type="http://schemas.openxmlformats.org/officeDocument/2006/relationships/notesMaster" Target="/ppt/notesMasters/notesMaster1.xml" Id="R82380577f7914f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2f0a1a29aa4f35" /><Relationship Type="http://schemas.openxmlformats.org/officeDocument/2006/relationships/notesMaster" Target="/ppt/notesMasters/notesMaster1.xml" Id="R1427ce91c4ed48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1283c9e3774477" /><Relationship Type="http://schemas.openxmlformats.org/officeDocument/2006/relationships/notesMaster" Target="/ppt/notesMasters/notesMaster1.xml" Id="Rfb69ccdea1ba4f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d519ef7d841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d7b8430ff44930" /><Relationship Type="http://schemas.openxmlformats.org/officeDocument/2006/relationships/slideLayout" Target="/ppt/slideLayouts/slideLayout1.xml" Id="R0f757089c1b04b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757089c1b04b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e1b7994f24c03" /><Relationship Type="http://schemas.openxmlformats.org/officeDocument/2006/relationships/image" Target="/ppt/media/image.png" Id="Rb78f42fe727949cf" /><Relationship Type="http://schemas.openxmlformats.org/officeDocument/2006/relationships/notesSlide" Target="/ppt/notesSlides/notesSlide1.xml" Id="Rfba52e5811f146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5486fde694f5e" /><Relationship Type="http://schemas.openxmlformats.org/officeDocument/2006/relationships/image" Target="/ppt/media/image2.png" Id="R8ed680abbcab4be4" /><Relationship Type="http://schemas.openxmlformats.org/officeDocument/2006/relationships/notesSlide" Target="/ppt/notesSlides/notesSlide2.xml" Id="R185965f5d0e544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59cb0c8c94fcd" /><Relationship Type="http://schemas.openxmlformats.org/officeDocument/2006/relationships/image" Target="/ppt/media/image3.png" Id="R024952795ef24e11" /><Relationship Type="http://schemas.openxmlformats.org/officeDocument/2006/relationships/notesSlide" Target="/ppt/notesSlides/notesSlide3.xml" Id="R1b2f039af9ef47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1">
            <a:extLst xmlns:a="http://schemas.openxmlformats.org/drawingml/2006/main">
              <a:ext uri="{FF2B5EF4-FFF2-40B4-BE49-F238E27FC236}">
                <a16:creationId xmlns:a16="http://schemas.microsoft.com/office/drawing/2014/main" id="{86AD17EA-3B40-4088-B8F0-AA81A957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">
            <a:extLst xmlns:a="http://schemas.openxmlformats.org/drawingml/2006/main">
              <a:ext uri="{FF2B5EF4-FFF2-40B4-BE49-F238E27FC236}">
                <a16:creationId xmlns:a16="http://schemas.microsoft.com/office/drawing/2014/main" id="{8A702A1A-52E5-4C2D-ADD9-055640A4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第1题 · 单选题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E4537132-E81B-4383-95C8-237A79C0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等效重力下的圆周运动</a:t>
            </a:r>
          </a:p>
        </p:txBody>
      </p:sp>
      <p:sp>
        <p:nvSpPr>
          <p:cNvPr id="4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65EC6BBA-1498-4BC3-BBC3-900BF4EF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uestion-1-stem">
            <a:extLst xmlns:a="http://schemas.openxmlformats.org/drawingml/2006/main">
              <a:ext uri="{FF2B5EF4-FFF2-40B4-BE49-F238E27FC236}">
                <a16:creationId xmlns:a16="http://schemas.microsoft.com/office/drawing/2014/main" id="{E7532D12-4C1C-4CE6-9431-BC32D06A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6865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如图所示，竖直平面内有固定的半径为 R 的光滑绝缘圆形轨道，水平匀强电场平行于轨道平面向左。P、Q 分别为轨道上的最高点和最低点，M、N 分别是轨道上与圆心等高的点。质量为 m、电荷量为 q 的带正电小球（可视为质点）在轨道内运动，已知重力加速度为 g，场强 E = √3mg / 3q。要使小球能沿轨道做完整的圆周运动，下列说法正确的是（  ）</a:t>
            </a:r>
          </a:p>
        </p:txBody>
      </p:sp>
      <p:sp>
        <p:nvSpPr>
          <p:cNvPr id="6" name="question-1-diagram-backdrop">
            <a:extLst xmlns:a="http://schemas.openxmlformats.org/drawingml/2006/main">
              <a:ext uri="{FF2B5EF4-FFF2-40B4-BE49-F238E27FC236}">
                <a16:creationId xmlns:a16="http://schemas.microsoft.com/office/drawing/2014/main" id="{D66E4D47-0924-44DF-954A-5236FEBF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790950" cy="3095625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f42fe727949cf"/>
          <a:stretch xmlns:a="http://schemas.openxmlformats.org/drawingml/2006/main"/>
        </p:blipFill>
        <p:spPr>
          <a:xfrm xmlns:a="http://schemas.openxmlformats.org/drawingml/2006/main">
            <a:off x="7715250" y="1615105"/>
            <a:ext cx="3600450" cy="2875316"/>
          </a:xfrm>
          <a:prstGeom xmlns:a="http://schemas.openxmlformats.org/drawingml/2006/main" prst="rect">
            <a:avLst/>
          </a:prstGeom>
        </p:spPr>
      </p:pic>
      <p:sp>
        <p:nvSpPr>
          <p:cNvPr id="8" name="options-surface-1">
            <a:extLst xmlns:a="http://schemas.openxmlformats.org/drawingml/2006/main">
              <a:ext uri="{FF2B5EF4-FFF2-40B4-BE49-F238E27FC236}">
                <a16:creationId xmlns:a16="http://schemas.microsoft.com/office/drawing/2014/main" id="{B9217DDA-A429-4E25-8830-FB5BF52D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66865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question-1-option-1">
            <a:extLst xmlns:a="http://schemas.openxmlformats.org/drawingml/2006/main">
              <a:ext uri="{FF2B5EF4-FFF2-40B4-BE49-F238E27FC236}">
                <a16:creationId xmlns:a16="http://schemas.microsoft.com/office/drawing/2014/main" id="{458FBC91-D28B-4DA0-8D7C-B8B3EE7A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A．小球在轨道上运动时，在 P 点电势能最大，在 M 点电势能最小</a:t>
            </a:r>
          </a:p>
        </p:txBody>
      </p:sp>
      <p:sp>
        <p:nvSpPr>
          <p:cNvPr id="10" name="question-1-option-2">
            <a:extLst xmlns:a="http://schemas.openxmlformats.org/drawingml/2006/main">
              <a:ext uri="{FF2B5EF4-FFF2-40B4-BE49-F238E27FC236}">
                <a16:creationId xmlns:a16="http://schemas.microsoft.com/office/drawing/2014/main" id="{D1FFBC0C-6FAF-4C1B-9836-FBB1403B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B．小球动能最小的位置在 P、N 两点之间</a:t>
            </a:r>
          </a:p>
        </p:txBody>
      </p:sp>
      <p:sp>
        <p:nvSpPr>
          <p:cNvPr id="11" name="question-1-option-3">
            <a:extLst xmlns:a="http://schemas.openxmlformats.org/drawingml/2006/main">
              <a:ext uri="{FF2B5EF4-FFF2-40B4-BE49-F238E27FC236}">
                <a16:creationId xmlns:a16="http://schemas.microsoft.com/office/drawing/2014/main" id="{9DBE17C3-58B8-4EF9-B80E-F51415C8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86325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C．小球过 Q、P 点时所受轨道弹力大小的差值大于 6mg</a:t>
            </a:r>
          </a:p>
        </p:txBody>
      </p:sp>
      <p:sp>
        <p:nvSpPr>
          <p:cNvPr id="12" name="question-1-option-4">
            <a:extLst xmlns:a="http://schemas.openxmlformats.org/drawingml/2006/main">
              <a:ext uri="{FF2B5EF4-FFF2-40B4-BE49-F238E27FC236}">
                <a16:creationId xmlns:a16="http://schemas.microsoft.com/office/drawing/2014/main" id="{CB39540A-125C-4BDD-BAAD-64A9496A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D．小球在轨道上运动时，机械能最大的位置一定在 Q 点</a:t>
            </a:r>
          </a:p>
        </p:txBody>
      </p:sp>
      <p:sp>
        <p:nvSpPr>
          <p:cNvPr id="13" name="question-1-instruction">
            <a:extLst xmlns:a="http://schemas.openxmlformats.org/drawingml/2006/main">
              <a:ext uri="{FF2B5EF4-FFF2-40B4-BE49-F238E27FC236}">
                <a16:creationId xmlns:a16="http://schemas.microsoft.com/office/drawing/2014/main" id="{7EFD92A8-C38F-436B-9732-04A24CDA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95850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请选择正确选项</a:t>
            </a:r>
          </a:p>
        </p:txBody>
      </p:sp>
    </p:spTree>
    <p:extLst>
      <p:ext uri="{BB962C8B-B14F-4D97-AF65-F5344CB8AC3E}">
        <p14:creationId xmlns:p14="http://schemas.microsoft.com/office/powerpoint/2010/main" val="8910369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cent-2">
            <a:extLst xmlns:a="http://schemas.openxmlformats.org/drawingml/2006/main">
              <a:ext uri="{FF2B5EF4-FFF2-40B4-BE49-F238E27FC236}">
                <a16:creationId xmlns:a16="http://schemas.microsoft.com/office/drawing/2014/main" id="{E5F0D0F0-7FD0-4391-8A63-6B36853F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98A66779-29B3-44D1-AD35-B52BAFBD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第2题 · 解答题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ED79E4D3-97E3-4B7A-986D-C0186DA6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带电粒子的加速与偏转</a:t>
            </a:r>
          </a:p>
        </p:txBody>
      </p:sp>
      <p:sp>
        <p:nvSpPr>
          <p:cNvPr id="4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12E4BCE7-4413-40F5-8B69-B321A252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uestion-2-stem">
            <a:extLst xmlns:a="http://schemas.openxmlformats.org/drawingml/2006/main">
              <a:ext uri="{FF2B5EF4-FFF2-40B4-BE49-F238E27FC236}">
                <a16:creationId xmlns:a16="http://schemas.microsoft.com/office/drawing/2014/main" id="{3A900121-11D2-4D3D-9DEB-2A99D70C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6000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一束初速不计的带电粒子，电荷量 q = 1.6×10⁻¹⁹ C，在经 U = 5000 V 的加速电压加速后，在距两极板等距处垂直进入平行板间的匀强电场，如图所示。若板间距离 d = 1.0 cm，板长 l = 5.0 cm，两个极板上电压为 U′ = 400 V，粒子的质量为 m = 4×10⁻³⁰ kg。（重力忽略不计）求：</a:t>
            </a:r>
          </a:p>
        </p:txBody>
      </p:sp>
      <p:sp>
        <p:nvSpPr>
          <p:cNvPr id="6" name="parts-surface-2">
            <a:extLst xmlns:a="http://schemas.openxmlformats.org/drawingml/2006/main">
              <a:ext uri="{FF2B5EF4-FFF2-40B4-BE49-F238E27FC236}">
                <a16:creationId xmlns:a16="http://schemas.microsoft.com/office/drawing/2014/main" id="{BCB1BB00-E12C-410C-87A2-A3F5E13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6000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question-2-part-1">
            <a:extLst xmlns:a="http://schemas.openxmlformats.org/drawingml/2006/main">
              <a:ext uri="{FF2B5EF4-FFF2-40B4-BE49-F238E27FC236}">
                <a16:creationId xmlns:a16="http://schemas.microsoft.com/office/drawing/2014/main" id="{C83F07AA-CE27-4D4C-A2D1-881C9328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（1）粒子进入偏转电场时的速度 v₀；</a:t>
            </a:r>
          </a:p>
        </p:txBody>
      </p:sp>
      <p:sp>
        <p:nvSpPr>
          <p:cNvPr id="8" name="question-2-part-2">
            <a:extLst xmlns:a="http://schemas.openxmlformats.org/drawingml/2006/main">
              <a:ext uri="{FF2B5EF4-FFF2-40B4-BE49-F238E27FC236}">
                <a16:creationId xmlns:a16="http://schemas.microsoft.com/office/drawing/2014/main" id="{E7492D1A-9D98-455D-8DEE-9EB96F49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（2）粒子在偏转电场中的加速度大小。</a:t>
            </a:r>
          </a:p>
        </p:txBody>
      </p:sp>
      <p:sp>
        <p:nvSpPr>
          <p:cNvPr id="9" name="question-2-diagram-backdrop">
            <a:extLst xmlns:a="http://schemas.openxmlformats.org/drawingml/2006/main">
              <a:ext uri="{FF2B5EF4-FFF2-40B4-BE49-F238E27FC236}">
                <a16:creationId xmlns:a16="http://schemas.microsoft.com/office/drawing/2014/main" id="{FF652BFB-91EC-4BD4-BE14-929BACF4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43624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680abbcab4be4"/>
          <a:stretch xmlns:a="http://schemas.openxmlformats.org/drawingml/2006/main"/>
        </p:blipFill>
        <p:spPr>
          <a:xfrm xmlns:a="http://schemas.openxmlformats.org/drawingml/2006/main">
            <a:off x="7048500" y="2402794"/>
            <a:ext cx="4171950" cy="1804762"/>
          </a:xfrm>
          <a:prstGeom xmlns:a="http://schemas.openxmlformats.org/drawingml/2006/main" prst="rect">
            <a:avLst/>
          </a:prstGeom>
        </p:spPr>
      </p:pic>
      <p:sp>
        <p:nvSpPr>
          <p:cNvPr id="11" name="question-2-caption">
            <a:extLst xmlns:a="http://schemas.openxmlformats.org/drawingml/2006/main">
              <a:ext uri="{FF2B5EF4-FFF2-40B4-BE49-F238E27FC236}">
                <a16:creationId xmlns:a16="http://schemas.microsoft.com/office/drawing/2014/main" id="{2E715B21-B6F6-4602-AFF0-A0EC1F6B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1967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粒子从两极板中线进入偏转电场</a:t>
            </a:r>
          </a:p>
        </p:txBody>
      </p:sp>
    </p:spTree>
    <p:extLst>
      <p:ext uri="{BB962C8B-B14F-4D97-AF65-F5344CB8AC3E}">
        <p14:creationId xmlns:p14="http://schemas.microsoft.com/office/powerpoint/2010/main" val="19671874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cent-3">
            <a:extLst xmlns:a="http://schemas.openxmlformats.org/drawingml/2006/main">
              <a:ext uri="{FF2B5EF4-FFF2-40B4-BE49-F238E27FC236}">
                <a16:creationId xmlns:a16="http://schemas.microsoft.com/office/drawing/2014/main" id="{3896B47E-8664-46FA-ADD2-C8117E8F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E79FDF13-1458-44DD-87F8-43C7999A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第3题 · 解答题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F7EA3093-FE6A-41BD-8FB0-E26DC1D7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光电效应电子在电场中的运动</a:t>
            </a:r>
          </a:p>
        </p:txBody>
      </p:sp>
      <p:sp>
        <p:nvSpPr>
          <p:cNvPr id="4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9CB05177-BF5E-436B-B872-817BD82F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uestion-3-stem">
            <a:extLst xmlns:a="http://schemas.openxmlformats.org/drawingml/2006/main">
              <a:ext uri="{FF2B5EF4-FFF2-40B4-BE49-F238E27FC236}">
                <a16:creationId xmlns:a16="http://schemas.microsoft.com/office/drawing/2014/main" id="{49FAAE1E-916F-47E5-AD56-2AE8C0E2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72771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金属极板 M 受到紫外线照射会不停地发射电子，射出的电子具有不同的运动方向，速度大小也不相同。正对 M 放置一金属网 N。如果用导线将 M、N 连起来，从 M 板射出的电子会沿着导线回到 M，从而形成电流。取下 M、N 间的导线后，按图所示在 M、N 之间加电压；随着电压增大到 U 时，电流表中就不再有电流，之后保持电压 U 不变。已知 M、N 间距为 d（远小于板长且板、网足够大），电子的质量为 m，电荷量为 e。（取 sin37° = 3/5，cos37° = 4/5）</a:t>
            </a:r>
          </a:p>
        </p:txBody>
      </p:sp>
      <p:sp>
        <p:nvSpPr>
          <p:cNvPr id="6" name="question-3-diagram-backdrop">
            <a:extLst xmlns:a="http://schemas.openxmlformats.org/drawingml/2006/main">
              <a:ext uri="{FF2B5EF4-FFF2-40B4-BE49-F238E27FC236}">
                <a16:creationId xmlns:a16="http://schemas.microsoft.com/office/drawing/2014/main" id="{6BA6D2DF-9B0F-4418-8630-610CB3C9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66850"/>
            <a:ext cx="2533650" cy="3571875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952795ef24e11"/>
          <a:stretch xmlns:a="http://schemas.openxmlformats.org/drawingml/2006/main"/>
        </p:blipFill>
        <p:spPr>
          <a:xfrm xmlns:a="http://schemas.openxmlformats.org/drawingml/2006/main">
            <a:off x="8610830" y="1562100"/>
            <a:ext cx="2171240" cy="3381375"/>
          </a:xfrm>
          <a:prstGeom xmlns:a="http://schemas.openxmlformats.org/drawingml/2006/main" prst="rect">
            <a:avLst/>
          </a:prstGeom>
        </p:spPr>
      </p:pic>
      <p:sp>
        <p:nvSpPr>
          <p:cNvPr id="8" name="parts-surface-3">
            <a:extLst xmlns:a="http://schemas.openxmlformats.org/drawingml/2006/main">
              <a:ext uri="{FF2B5EF4-FFF2-40B4-BE49-F238E27FC236}">
                <a16:creationId xmlns:a16="http://schemas.microsoft.com/office/drawing/2014/main" id="{1C19A826-D0A7-48E1-AE46-A71D6A9C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72771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question-3-part-1">
            <a:extLst xmlns:a="http://schemas.openxmlformats.org/drawingml/2006/main">
              <a:ext uri="{FF2B5EF4-FFF2-40B4-BE49-F238E27FC236}">
                <a16:creationId xmlns:a16="http://schemas.microsoft.com/office/drawing/2014/main" id="{4FEEF8DD-B73B-468B-A248-6FE585B0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（1）金属极板 M 被紫外线照射出的电子，最大速度是多少？</a:t>
            </a:r>
          </a:p>
        </p:txBody>
      </p:sp>
      <p:sp>
        <p:nvSpPr>
          <p:cNvPr id="10" name="question-3-part-2">
            <a:extLst xmlns:a="http://schemas.openxmlformats.org/drawingml/2006/main">
              <a:ext uri="{FF2B5EF4-FFF2-40B4-BE49-F238E27FC236}">
                <a16:creationId xmlns:a16="http://schemas.microsoft.com/office/drawing/2014/main" id="{72A489E5-1105-400C-B83A-8B55A8E2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（2）某一电子以最大速度从 O 点沿与 y 轴正方向夹角为 37° 的方向离开 M 板，之后电子距离 M 板的最大距离为多少？</a:t>
            </a:r>
          </a:p>
        </p:txBody>
      </p:sp>
      <p:sp>
        <p:nvSpPr>
          <p:cNvPr id="11" name="question-3-part-3">
            <a:extLst xmlns:a="http://schemas.openxmlformats.org/drawingml/2006/main">
              <a:ext uri="{FF2B5EF4-FFF2-40B4-BE49-F238E27FC236}">
                <a16:creationId xmlns:a16="http://schemas.microsoft.com/office/drawing/2014/main" id="{FCD5E2F6-EE38-4D53-9D46-290F0D98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5782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（3）某一电子以最大速度从 O 点沿与 y 轴正方向夹角 θ 的方向离开 M 板后，再回到 M 板距离 O 点有最大距离：θ 为多少度？最大距离为多少？</a:t>
            </a:r>
          </a:p>
        </p:txBody>
      </p:sp>
    </p:spTree>
    <p:extLst>
      <p:ext uri="{BB962C8B-B14F-4D97-AF65-F5344CB8AC3E}">
        <p14:creationId xmlns:p14="http://schemas.microsoft.com/office/powerpoint/2010/main" val="584648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2026-08-27T00:51:48.5730000Z</dcterms:created>
  <dcterms:modified xsi:type="dcterms:W3CDTF">2026-08-27T00:51:48.5730000Z</dcterms:modified>
</coreProperties>
</file>