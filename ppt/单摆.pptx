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3" r:id="rId5"/>
    <p:sldId id="258" r:id="rId6"/>
    <p:sldId id="260" r:id="rId7"/>
    <p:sldId id="264" r:id="rId8"/>
    <p:sldId id="364" r:id="rId9"/>
    <p:sldId id="373" r:id="rId10"/>
    <p:sldId id="3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20D54-C7A4-F62C-CC22-B293E0704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0589F1-7D74-4430-FB9E-40E1F442B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2771C-A8D5-5948-1E5C-1736747CD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DC015-CD30-C731-1C93-A1325969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0D019-59E6-17D0-F066-F6DA9B4ED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4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46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gif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70" Type="http://schemas.openxmlformats.org/officeDocument/2006/relationships/tags" Target="../tags/tag170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181" Type="http://schemas.openxmlformats.org/officeDocument/2006/relationships/tags" Target="../tags/tag181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71" Type="http://schemas.openxmlformats.org/officeDocument/2006/relationships/tags" Target="../tags/tag171.xml"/><Relationship Id="rId12" Type="http://schemas.openxmlformats.org/officeDocument/2006/relationships/tags" Target="../tags/tag12.xml"/><Relationship Id="rId33" Type="http://schemas.openxmlformats.org/officeDocument/2006/relationships/tags" Target="../tags/tag33.xml"/><Relationship Id="rId108" Type="http://schemas.openxmlformats.org/officeDocument/2006/relationships/tags" Target="../tags/tag108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5" Type="http://schemas.openxmlformats.org/officeDocument/2006/relationships/tags" Target="../tags/tag75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61" Type="http://schemas.openxmlformats.org/officeDocument/2006/relationships/tags" Target="../tags/tag161.xml"/><Relationship Id="rId182" Type="http://schemas.openxmlformats.org/officeDocument/2006/relationships/tags" Target="../tags/tag182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5" Type="http://schemas.openxmlformats.org/officeDocument/2006/relationships/tags" Target="../tags/tag65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51" Type="http://schemas.openxmlformats.org/officeDocument/2006/relationships/tags" Target="../tags/tag151.xml"/><Relationship Id="rId172" Type="http://schemas.openxmlformats.org/officeDocument/2006/relationships/tags" Target="../tags/tag172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167" Type="http://schemas.openxmlformats.org/officeDocument/2006/relationships/tags" Target="../tags/tag167.xml"/><Relationship Id="rId188" Type="http://schemas.openxmlformats.org/officeDocument/2006/relationships/slideLayout" Target="../slideLayouts/slideLayout2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183" Type="http://schemas.openxmlformats.org/officeDocument/2006/relationships/tags" Target="../tags/tag183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178" Type="http://schemas.openxmlformats.org/officeDocument/2006/relationships/tags" Target="../tags/tag178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73" Type="http://schemas.openxmlformats.org/officeDocument/2006/relationships/tags" Target="../tags/tag173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168" Type="http://schemas.openxmlformats.org/officeDocument/2006/relationships/tags" Target="../tags/tag168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184" Type="http://schemas.openxmlformats.org/officeDocument/2006/relationships/tags" Target="../tags/tag184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74" Type="http://schemas.openxmlformats.org/officeDocument/2006/relationships/tags" Target="../tags/tag174.xml"/><Relationship Id="rId179" Type="http://schemas.openxmlformats.org/officeDocument/2006/relationships/tags" Target="../tags/tag179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169" Type="http://schemas.openxmlformats.org/officeDocument/2006/relationships/tags" Target="../tags/tag169.xml"/><Relationship Id="rId185" Type="http://schemas.openxmlformats.org/officeDocument/2006/relationships/tags" Target="../tags/tag18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80" Type="http://schemas.openxmlformats.org/officeDocument/2006/relationships/tags" Target="../tags/tag180.xml"/><Relationship Id="rId26" Type="http://schemas.openxmlformats.org/officeDocument/2006/relationships/tags" Target="../tags/tag26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75" Type="http://schemas.openxmlformats.org/officeDocument/2006/relationships/tags" Target="../tags/tag175.xml"/><Relationship Id="rId16" Type="http://schemas.openxmlformats.org/officeDocument/2006/relationships/tags" Target="../tags/tag16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tags" Target="../tags/tag165.xml"/><Relationship Id="rId186" Type="http://schemas.openxmlformats.org/officeDocument/2006/relationships/tags" Target="../tags/tag186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Relationship Id="rId176" Type="http://schemas.openxmlformats.org/officeDocument/2006/relationships/tags" Target="../tags/tag176.xml"/><Relationship Id="rId17" Type="http://schemas.openxmlformats.org/officeDocument/2006/relationships/tags" Target="../tags/tag17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24" Type="http://schemas.openxmlformats.org/officeDocument/2006/relationships/tags" Target="../tags/tag124.xml"/><Relationship Id="rId70" Type="http://schemas.openxmlformats.org/officeDocument/2006/relationships/tags" Target="../tags/tag70.xml"/><Relationship Id="rId91" Type="http://schemas.openxmlformats.org/officeDocument/2006/relationships/tags" Target="../tags/tag91.xml"/><Relationship Id="rId145" Type="http://schemas.openxmlformats.org/officeDocument/2006/relationships/tags" Target="../tags/tag145.xml"/><Relationship Id="rId166" Type="http://schemas.openxmlformats.org/officeDocument/2006/relationships/tags" Target="../tags/tag166.xml"/><Relationship Id="rId187" Type="http://schemas.openxmlformats.org/officeDocument/2006/relationships/tags" Target="../tags/tag187.xml"/><Relationship Id="rId1" Type="http://schemas.openxmlformats.org/officeDocument/2006/relationships/tags" Target="../tags/tag1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60" Type="http://schemas.openxmlformats.org/officeDocument/2006/relationships/tags" Target="../tags/tag60.xml"/><Relationship Id="rId81" Type="http://schemas.openxmlformats.org/officeDocument/2006/relationships/tags" Target="../tags/tag81.xml"/><Relationship Id="rId135" Type="http://schemas.openxmlformats.org/officeDocument/2006/relationships/tags" Target="../tags/tag135.xml"/><Relationship Id="rId156" Type="http://schemas.openxmlformats.org/officeDocument/2006/relationships/tags" Target="../tags/tag156.xml"/><Relationship Id="rId177" Type="http://schemas.openxmlformats.org/officeDocument/2006/relationships/tags" Target="../tags/tag17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3845DA4-E39D-D533-8CE9-610BAF9C4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619125"/>
            <a:ext cx="57150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35472B8-8E94-E786-49B1-FC5718758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单摆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B86E0-15A8-1812-F169-312545138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0" i="0">
                <a:effectLst/>
                <a:latin typeface="Linux Libertine"/>
              </a:rPr>
              <a:t>Pendulum</a:t>
            </a:r>
          </a:p>
        </p:txBody>
      </p:sp>
    </p:spTree>
    <p:extLst>
      <p:ext uri="{BB962C8B-B14F-4D97-AF65-F5344CB8AC3E}">
        <p14:creationId xmlns:p14="http://schemas.microsoft.com/office/powerpoint/2010/main" val="3406235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ACA662-1B42-9894-49F2-C5C483D0B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小角度单摆在做什么运动？</a:t>
            </a:r>
            <a:endParaRPr lang="en-US"/>
          </a:p>
        </p:txBody>
      </p:sp>
      <p:pic>
        <p:nvPicPr>
          <p:cNvPr id="4" name="yt_image_13107" title="H_204.12">
            <a:extLst>
              <a:ext uri="{FF2B5EF4-FFF2-40B4-BE49-F238E27FC236}">
                <a16:creationId xmlns:a16="http://schemas.microsoft.com/office/drawing/2014/main" id="{DEFCE9A6-2543-E699-C789-2738D60F2396}"/>
              </a:ext>
              <a:ext uri="">
                <a16:creationId xmlns="" xmlns:a14="http://schemas.microsoft.com/office/drawing/2010/main" xmlns:mc="http://schemas.openxmlformats.org/markup-compatibility/2006" xmlns:p14="http://schemas.microsoft.com/office/powerpoint/2010/main" xmlns:a16="http://schemas.microsoft.com/office/drawing/2014/main" id="{5351258F-BC95-41E6-9372-C2FE361B02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99342" y="1825625"/>
            <a:ext cx="399331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64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89628D-7E00-94B5-D1C8-48EF546E9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单摆加速度与速度随时间变化的</a:t>
            </a:r>
            <a:r>
              <a:rPr lang="en-US" dirty="0" err="1"/>
              <a:t>关系</a:t>
            </a:r>
            <a:endParaRPr lang="en-CN"/>
          </a:p>
        </p:txBody>
      </p:sp>
      <p:pic>
        <p:nvPicPr>
          <p:cNvPr id="6" name="Content Placeholder 5" descr="A diagram of a straight line with a sphere and a red line&#10;&#10;Description automatically generated">
            <a:extLst>
              <a:ext uri="{FF2B5EF4-FFF2-40B4-BE49-F238E27FC236}">
                <a16:creationId xmlns:a16="http://schemas.microsoft.com/office/drawing/2014/main" id="{147B3B45-3A7C-85B3-FB77-1D2274741D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0" y="2985294"/>
            <a:ext cx="2159000" cy="2032000"/>
          </a:xfrm>
        </p:spPr>
      </p:pic>
    </p:spTree>
    <p:extLst>
      <p:ext uri="{BB962C8B-B14F-4D97-AF65-F5344CB8AC3E}">
        <p14:creationId xmlns:p14="http://schemas.microsoft.com/office/powerpoint/2010/main" val="568801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E69A-4C87-58A5-2C5A-C4A3875A7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如果摆角过大</a:t>
            </a:r>
            <a:r>
              <a:rPr lang="zh-CN" altLang="en-US"/>
              <a:t>，就不能看出简谐运动</a:t>
            </a:r>
            <a:endParaRPr lang="en-CN"/>
          </a:p>
        </p:txBody>
      </p:sp>
      <p:pic>
        <p:nvPicPr>
          <p:cNvPr id="6" name="Content Placeholder 5" descr="A screen shot of a drawing&#10;&#10;Description automatically generated">
            <a:extLst>
              <a:ext uri="{FF2B5EF4-FFF2-40B4-BE49-F238E27FC236}">
                <a16:creationId xmlns:a16="http://schemas.microsoft.com/office/drawing/2014/main" id="{B8C05180-555E-5FA3-95EB-9B6F352289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3800" y="3112503"/>
            <a:ext cx="1270000" cy="1739900"/>
          </a:xfr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E492C750-D106-B601-0361-D17062075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934" y="3112503"/>
            <a:ext cx="1270000" cy="1739900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783419B4-D176-F8F9-A3F7-088D9DE774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067" y="3112503"/>
            <a:ext cx="1270000" cy="1739900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00CE760B-E7C1-CCAB-A6C2-7C958D8497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84538"/>
            <a:ext cx="12700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51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FB45DF-AC74-FD9E-50E1-40BA5688B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下列哪些球在做简谐运动，哪些是单摆？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684FB5-AC94-ECB9-6484-BC885DAB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294">
            <a:extLst>
              <a:ext uri="{FF2B5EF4-FFF2-40B4-BE49-F238E27FC236}">
                <a16:creationId xmlns:a16="http://schemas.microsoft.com/office/drawing/2014/main" id="{D9070E89-4D29-D69F-D3CA-04F7105D34D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 rot="10800000">
            <a:off x="648335" y="3109913"/>
            <a:ext cx="1769745" cy="90170"/>
            <a:chOff x="0" y="0"/>
            <a:chExt cx="1814" cy="46"/>
          </a:xfrm>
        </p:grpSpPr>
        <p:sp>
          <p:nvSpPr>
            <p:cNvPr id="5" name="Line 295">
              <a:extLst>
                <a:ext uri="{FF2B5EF4-FFF2-40B4-BE49-F238E27FC236}">
                  <a16:creationId xmlns:a16="http://schemas.microsoft.com/office/drawing/2014/main" id="{589C27E2-565A-B016-3C08-B59B04821617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45" y="0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296">
              <a:extLst>
                <a:ext uri="{FF2B5EF4-FFF2-40B4-BE49-F238E27FC236}">
                  <a16:creationId xmlns:a16="http://schemas.microsoft.com/office/drawing/2014/main" id="{EF050095-DA01-A039-0CF1-0EE2F036D41A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 flipH="1">
              <a:off x="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297">
              <a:extLst>
                <a:ext uri="{FF2B5EF4-FFF2-40B4-BE49-F238E27FC236}">
                  <a16:creationId xmlns:a16="http://schemas.microsoft.com/office/drawing/2014/main" id="{C129BCB8-20BE-793D-819E-957038331309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 flipH="1">
              <a:off x="4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Line 298">
              <a:extLst>
                <a:ext uri="{FF2B5EF4-FFF2-40B4-BE49-F238E27FC236}">
                  <a16:creationId xmlns:a16="http://schemas.microsoft.com/office/drawing/2014/main" id="{64BE5663-F6E2-0958-A30A-298681DE3E78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 flipH="1">
              <a:off x="9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299">
              <a:extLst>
                <a:ext uri="{FF2B5EF4-FFF2-40B4-BE49-F238E27FC236}">
                  <a16:creationId xmlns:a16="http://schemas.microsoft.com/office/drawing/2014/main" id="{B169A867-87A1-9B23-3B8D-2F8C90062AD9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 flipH="1">
              <a:off x="13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Line 300">
              <a:extLst>
                <a:ext uri="{FF2B5EF4-FFF2-40B4-BE49-F238E27FC236}">
                  <a16:creationId xmlns:a16="http://schemas.microsoft.com/office/drawing/2014/main" id="{14992A26-3A3C-A9BC-C46A-1BAA6D262C7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 flipH="1">
              <a:off x="18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301">
              <a:extLst>
                <a:ext uri="{FF2B5EF4-FFF2-40B4-BE49-F238E27FC236}">
                  <a16:creationId xmlns:a16="http://schemas.microsoft.com/office/drawing/2014/main" id="{7CF47181-7B52-CD0E-AA0C-76C2C60EB3DE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 flipH="1">
              <a:off x="22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302">
              <a:extLst>
                <a:ext uri="{FF2B5EF4-FFF2-40B4-BE49-F238E27FC236}">
                  <a16:creationId xmlns:a16="http://schemas.microsoft.com/office/drawing/2014/main" id="{A3DCDC42-9E49-866C-EA4C-72CBCA1BAF0F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 flipH="1">
              <a:off x="27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303">
              <a:extLst>
                <a:ext uri="{FF2B5EF4-FFF2-40B4-BE49-F238E27FC236}">
                  <a16:creationId xmlns:a16="http://schemas.microsoft.com/office/drawing/2014/main" id="{D0143E2E-80A1-F5EC-0A0D-DC95F137907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 flipH="1">
              <a:off x="31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304">
              <a:extLst>
                <a:ext uri="{FF2B5EF4-FFF2-40B4-BE49-F238E27FC236}">
                  <a16:creationId xmlns:a16="http://schemas.microsoft.com/office/drawing/2014/main" id="{5A81A644-F992-5ED6-1ABF-E18B1C82236B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 flipH="1">
              <a:off x="36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305">
              <a:extLst>
                <a:ext uri="{FF2B5EF4-FFF2-40B4-BE49-F238E27FC236}">
                  <a16:creationId xmlns:a16="http://schemas.microsoft.com/office/drawing/2014/main" id="{33695572-2CA5-1A78-5A24-6CCC3E402E09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 flipH="1">
              <a:off x="45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Line 306">
              <a:extLst>
                <a:ext uri="{FF2B5EF4-FFF2-40B4-BE49-F238E27FC236}">
                  <a16:creationId xmlns:a16="http://schemas.microsoft.com/office/drawing/2014/main" id="{8CFC6808-80B8-50B4-D219-307A21EC8535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 flipH="1">
              <a:off x="40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307">
              <a:extLst>
                <a:ext uri="{FF2B5EF4-FFF2-40B4-BE49-F238E27FC236}">
                  <a16:creationId xmlns:a16="http://schemas.microsoft.com/office/drawing/2014/main" id="{F09141F7-E3C8-36B8-F183-397A313EF3EF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 flipH="1">
              <a:off x="49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308">
              <a:extLst>
                <a:ext uri="{FF2B5EF4-FFF2-40B4-BE49-F238E27FC236}">
                  <a16:creationId xmlns:a16="http://schemas.microsoft.com/office/drawing/2014/main" id="{0FFA90D1-3EA4-2372-E105-D31CC9F71AB4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 flipH="1">
              <a:off x="54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" name="Line 309">
              <a:extLst>
                <a:ext uri="{FF2B5EF4-FFF2-40B4-BE49-F238E27FC236}">
                  <a16:creationId xmlns:a16="http://schemas.microsoft.com/office/drawing/2014/main" id="{3BE8D9E6-F42C-366D-A17A-7B2939B692FC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 flipH="1">
              <a:off x="58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" name="Line 310">
              <a:extLst>
                <a:ext uri="{FF2B5EF4-FFF2-40B4-BE49-F238E27FC236}">
                  <a16:creationId xmlns:a16="http://schemas.microsoft.com/office/drawing/2014/main" id="{D7FE1072-C703-4517-AF0E-8E0B33F8680D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 flipH="1">
              <a:off x="63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311">
              <a:extLst>
                <a:ext uri="{FF2B5EF4-FFF2-40B4-BE49-F238E27FC236}">
                  <a16:creationId xmlns:a16="http://schemas.microsoft.com/office/drawing/2014/main" id="{434D1155-67D8-17A8-2144-12E789D42462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 flipH="1">
              <a:off x="68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Line 312">
              <a:extLst>
                <a:ext uri="{FF2B5EF4-FFF2-40B4-BE49-F238E27FC236}">
                  <a16:creationId xmlns:a16="http://schemas.microsoft.com/office/drawing/2014/main" id="{E9B3B67C-132B-43AB-2747-C8BF9D7B9892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 flipH="1">
              <a:off x="72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313">
              <a:extLst>
                <a:ext uri="{FF2B5EF4-FFF2-40B4-BE49-F238E27FC236}">
                  <a16:creationId xmlns:a16="http://schemas.microsoft.com/office/drawing/2014/main" id="{A862A465-A7DD-188B-9EF8-1D016C561AC2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 flipH="1">
              <a:off x="77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314">
              <a:extLst>
                <a:ext uri="{FF2B5EF4-FFF2-40B4-BE49-F238E27FC236}">
                  <a16:creationId xmlns:a16="http://schemas.microsoft.com/office/drawing/2014/main" id="{A03D9475-BC33-2A7B-8C0D-1365F743893B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 flipH="1">
              <a:off x="81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315">
              <a:extLst>
                <a:ext uri="{FF2B5EF4-FFF2-40B4-BE49-F238E27FC236}">
                  <a16:creationId xmlns:a16="http://schemas.microsoft.com/office/drawing/2014/main" id="{1C999757-B86D-1AD3-7E13-EDEC7AC066EA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 flipH="1">
              <a:off x="86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316">
              <a:extLst>
                <a:ext uri="{FF2B5EF4-FFF2-40B4-BE49-F238E27FC236}">
                  <a16:creationId xmlns:a16="http://schemas.microsoft.com/office/drawing/2014/main" id="{9302B428-E900-CBFC-403D-CDE91892A72D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 flipH="1">
              <a:off x="9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317">
              <a:extLst>
                <a:ext uri="{FF2B5EF4-FFF2-40B4-BE49-F238E27FC236}">
                  <a16:creationId xmlns:a16="http://schemas.microsoft.com/office/drawing/2014/main" id="{E42215AA-F4C8-E151-FBFC-39EE3200FC95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 flipH="1">
              <a:off x="95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318">
              <a:extLst>
                <a:ext uri="{FF2B5EF4-FFF2-40B4-BE49-F238E27FC236}">
                  <a16:creationId xmlns:a16="http://schemas.microsoft.com/office/drawing/2014/main" id="{1C2AD838-3399-8203-B335-8B720D9F703D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 flipH="1">
              <a:off x="9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319">
              <a:extLst>
                <a:ext uri="{FF2B5EF4-FFF2-40B4-BE49-F238E27FC236}">
                  <a16:creationId xmlns:a16="http://schemas.microsoft.com/office/drawing/2014/main" id="{CE4CD351-2A17-612C-C7F9-414AAEDFA17B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 flipH="1">
              <a:off x="104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320">
              <a:extLst>
                <a:ext uri="{FF2B5EF4-FFF2-40B4-BE49-F238E27FC236}">
                  <a16:creationId xmlns:a16="http://schemas.microsoft.com/office/drawing/2014/main" id="{9DBECEB5-158C-668F-0458-B91770317F98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 flipH="1">
              <a:off x="11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321">
              <a:extLst>
                <a:ext uri="{FF2B5EF4-FFF2-40B4-BE49-F238E27FC236}">
                  <a16:creationId xmlns:a16="http://schemas.microsoft.com/office/drawing/2014/main" id="{5FC707BE-87BF-06AF-FE51-E71FC4910FF8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 flipH="1">
              <a:off x="108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" name="Line 322">
              <a:extLst>
                <a:ext uri="{FF2B5EF4-FFF2-40B4-BE49-F238E27FC236}">
                  <a16:creationId xmlns:a16="http://schemas.microsoft.com/office/drawing/2014/main" id="{9E6BB725-F9B0-D7B0-4524-54B0F719B0EB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 flipH="1">
              <a:off x="117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23">
              <a:extLst>
                <a:ext uri="{FF2B5EF4-FFF2-40B4-BE49-F238E27FC236}">
                  <a16:creationId xmlns:a16="http://schemas.microsoft.com/office/drawing/2014/main" id="{CF7F74CD-239D-03B1-6667-F56D77F7FD27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 flipH="1">
              <a:off x="12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24">
              <a:extLst>
                <a:ext uri="{FF2B5EF4-FFF2-40B4-BE49-F238E27FC236}">
                  <a16:creationId xmlns:a16="http://schemas.microsoft.com/office/drawing/2014/main" id="{254C784B-FF4B-4934-ACB4-362306274E74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 flipH="1">
              <a:off x="12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Line 325">
              <a:extLst>
                <a:ext uri="{FF2B5EF4-FFF2-40B4-BE49-F238E27FC236}">
                  <a16:creationId xmlns:a16="http://schemas.microsoft.com/office/drawing/2014/main" id="{1D96790C-BE27-416D-12EA-13210224AECD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 flipH="1">
              <a:off x="131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6" name="Line 326">
              <a:extLst>
                <a:ext uri="{FF2B5EF4-FFF2-40B4-BE49-F238E27FC236}">
                  <a16:creationId xmlns:a16="http://schemas.microsoft.com/office/drawing/2014/main" id="{B9B330A8-D608-1C9C-C958-2325B21663FC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 flipH="1">
              <a:off x="136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" name="Line 327">
              <a:extLst>
                <a:ext uri="{FF2B5EF4-FFF2-40B4-BE49-F238E27FC236}">
                  <a16:creationId xmlns:a16="http://schemas.microsoft.com/office/drawing/2014/main" id="{E2863954-A32D-59AE-0E66-3BDE8F74AB64}"/>
                </a:ext>
              </a:extLst>
            </p:cNvPr>
            <p:cNvSpPr/>
            <p:nvPr>
              <p:custDataLst>
                <p:tags r:id="rId179"/>
              </p:custDataLst>
            </p:nvPr>
          </p:nvSpPr>
          <p:spPr>
            <a:xfrm flipH="1">
              <a:off x="14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8" name="Line 328">
              <a:extLst>
                <a:ext uri="{FF2B5EF4-FFF2-40B4-BE49-F238E27FC236}">
                  <a16:creationId xmlns:a16="http://schemas.microsoft.com/office/drawing/2014/main" id="{A5869B33-CCF8-8AAB-2125-F5BBCDB01B59}"/>
                </a:ext>
              </a:extLst>
            </p:cNvPr>
            <p:cNvSpPr/>
            <p:nvPr>
              <p:custDataLst>
                <p:tags r:id="rId180"/>
              </p:custDataLst>
            </p:nvPr>
          </p:nvSpPr>
          <p:spPr>
            <a:xfrm flipH="1">
              <a:off x="145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9" name="Line 329">
              <a:extLst>
                <a:ext uri="{FF2B5EF4-FFF2-40B4-BE49-F238E27FC236}">
                  <a16:creationId xmlns:a16="http://schemas.microsoft.com/office/drawing/2014/main" id="{BD013141-C0E6-529A-9C58-96D6212F526D}"/>
                </a:ext>
              </a:extLst>
            </p:cNvPr>
            <p:cNvSpPr/>
            <p:nvPr>
              <p:custDataLst>
                <p:tags r:id="rId181"/>
              </p:custDataLst>
            </p:nvPr>
          </p:nvSpPr>
          <p:spPr>
            <a:xfrm flipH="1">
              <a:off x="14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330">
              <a:extLst>
                <a:ext uri="{FF2B5EF4-FFF2-40B4-BE49-F238E27FC236}">
                  <a16:creationId xmlns:a16="http://schemas.microsoft.com/office/drawing/2014/main" id="{CD0D0EE3-776B-0DE1-6C4F-FD377BB52B6A}"/>
                </a:ext>
              </a:extLst>
            </p:cNvPr>
            <p:cNvSpPr/>
            <p:nvPr>
              <p:custDataLst>
                <p:tags r:id="rId182"/>
              </p:custDataLst>
            </p:nvPr>
          </p:nvSpPr>
          <p:spPr>
            <a:xfrm flipH="1">
              <a:off x="154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331">
              <a:extLst>
                <a:ext uri="{FF2B5EF4-FFF2-40B4-BE49-F238E27FC236}">
                  <a16:creationId xmlns:a16="http://schemas.microsoft.com/office/drawing/2014/main" id="{DD002A06-1C44-148A-92D9-18399AF3D981}"/>
                </a:ext>
              </a:extLst>
            </p:cNvPr>
            <p:cNvSpPr/>
            <p:nvPr>
              <p:custDataLst>
                <p:tags r:id="rId183"/>
              </p:custDataLst>
            </p:nvPr>
          </p:nvSpPr>
          <p:spPr>
            <a:xfrm flipH="1">
              <a:off x="158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332">
              <a:extLst>
                <a:ext uri="{FF2B5EF4-FFF2-40B4-BE49-F238E27FC236}">
                  <a16:creationId xmlns:a16="http://schemas.microsoft.com/office/drawing/2014/main" id="{A85EE30D-295B-ECB1-2833-DE30CF0BF99E}"/>
                </a:ext>
              </a:extLst>
            </p:cNvPr>
            <p:cNvSpPr/>
            <p:nvPr>
              <p:custDataLst>
                <p:tags r:id="rId184"/>
              </p:custDataLst>
            </p:nvPr>
          </p:nvSpPr>
          <p:spPr>
            <a:xfrm flipH="1">
              <a:off x="16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333">
              <a:extLst>
                <a:ext uri="{FF2B5EF4-FFF2-40B4-BE49-F238E27FC236}">
                  <a16:creationId xmlns:a16="http://schemas.microsoft.com/office/drawing/2014/main" id="{3EA4E2B6-8B73-085D-4AF7-08074CF65F5A}"/>
                </a:ext>
              </a:extLst>
            </p:cNvPr>
            <p:cNvSpPr/>
            <p:nvPr>
              <p:custDataLst>
                <p:tags r:id="rId185"/>
              </p:custDataLst>
            </p:nvPr>
          </p:nvSpPr>
          <p:spPr>
            <a:xfrm flipH="1">
              <a:off x="167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334">
              <a:extLst>
                <a:ext uri="{FF2B5EF4-FFF2-40B4-BE49-F238E27FC236}">
                  <a16:creationId xmlns:a16="http://schemas.microsoft.com/office/drawing/2014/main" id="{CEDB5125-BF04-5352-8823-AE5A76317403}"/>
                </a:ext>
              </a:extLst>
            </p:cNvPr>
            <p:cNvSpPr/>
            <p:nvPr>
              <p:custDataLst>
                <p:tags r:id="rId186"/>
              </p:custDataLst>
            </p:nvPr>
          </p:nvSpPr>
          <p:spPr>
            <a:xfrm flipH="1">
              <a:off x="17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335">
              <a:extLst>
                <a:ext uri="{FF2B5EF4-FFF2-40B4-BE49-F238E27FC236}">
                  <a16:creationId xmlns:a16="http://schemas.microsoft.com/office/drawing/2014/main" id="{C076A323-551C-438E-F47E-B44F84E9126B}"/>
                </a:ext>
              </a:extLst>
            </p:cNvPr>
            <p:cNvSpPr/>
            <p:nvPr>
              <p:custDataLst>
                <p:tags r:id="rId187"/>
              </p:custDataLst>
            </p:nvPr>
          </p:nvSpPr>
          <p:spPr>
            <a:xfrm flipH="1">
              <a:off x="17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6" name="Line 14">
            <a:extLst>
              <a:ext uri="{FF2B5EF4-FFF2-40B4-BE49-F238E27FC236}">
                <a16:creationId xmlns:a16="http://schemas.microsoft.com/office/drawing/2014/main" id="{B9519CAE-8152-8721-749D-FA14EDDE884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487488" y="3200083"/>
            <a:ext cx="1587" cy="18319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7" name="椭圆 2">
            <a:extLst>
              <a:ext uri="{FF2B5EF4-FFF2-40B4-BE49-F238E27FC236}">
                <a16:creationId xmlns:a16="http://schemas.microsoft.com/office/drawing/2014/main" id="{74D034BE-1854-10C0-8371-1179C2F9B3A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401445" y="5004118"/>
            <a:ext cx="263525" cy="2933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6700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Group 294">
            <a:extLst>
              <a:ext uri="{FF2B5EF4-FFF2-40B4-BE49-F238E27FC236}">
                <a16:creationId xmlns:a16="http://schemas.microsoft.com/office/drawing/2014/main" id="{023532D9-44F4-D1B6-9673-67ABAFDDD026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10800000">
            <a:off x="2936240" y="3109913"/>
            <a:ext cx="1769745" cy="90170"/>
            <a:chOff x="0" y="0"/>
            <a:chExt cx="1814" cy="46"/>
          </a:xfrm>
        </p:grpSpPr>
        <p:sp>
          <p:nvSpPr>
            <p:cNvPr id="49" name="Line 295">
              <a:extLst>
                <a:ext uri="{FF2B5EF4-FFF2-40B4-BE49-F238E27FC236}">
                  <a16:creationId xmlns:a16="http://schemas.microsoft.com/office/drawing/2014/main" id="{EC67E2AC-6D18-C153-33F6-37E86D2AF4EE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45" y="0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296">
              <a:extLst>
                <a:ext uri="{FF2B5EF4-FFF2-40B4-BE49-F238E27FC236}">
                  <a16:creationId xmlns:a16="http://schemas.microsoft.com/office/drawing/2014/main" id="{EE83B2A7-8202-16B8-5C2C-8ADF3A8353CE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 flipH="1">
              <a:off x="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" name="Line 297">
              <a:extLst>
                <a:ext uri="{FF2B5EF4-FFF2-40B4-BE49-F238E27FC236}">
                  <a16:creationId xmlns:a16="http://schemas.microsoft.com/office/drawing/2014/main" id="{C84AEE50-9C90-88E2-1C93-EC20DDC4639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 flipH="1">
              <a:off x="4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Line 298">
              <a:extLst>
                <a:ext uri="{FF2B5EF4-FFF2-40B4-BE49-F238E27FC236}">
                  <a16:creationId xmlns:a16="http://schemas.microsoft.com/office/drawing/2014/main" id="{4C342D8C-A8B5-71DB-E0B2-FFBD6EB5F426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 flipH="1">
              <a:off x="9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Line 299">
              <a:extLst>
                <a:ext uri="{FF2B5EF4-FFF2-40B4-BE49-F238E27FC236}">
                  <a16:creationId xmlns:a16="http://schemas.microsoft.com/office/drawing/2014/main" id="{92C464A9-1A07-F922-F08F-4F4825B5D1C3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 flipH="1">
              <a:off x="13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300">
              <a:extLst>
                <a:ext uri="{FF2B5EF4-FFF2-40B4-BE49-F238E27FC236}">
                  <a16:creationId xmlns:a16="http://schemas.microsoft.com/office/drawing/2014/main" id="{112B8B9E-EB1E-24BC-5509-0F8DBADEB744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 flipH="1">
              <a:off x="18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" name="Line 301">
              <a:extLst>
                <a:ext uri="{FF2B5EF4-FFF2-40B4-BE49-F238E27FC236}">
                  <a16:creationId xmlns:a16="http://schemas.microsoft.com/office/drawing/2014/main" id="{C11063AC-8C04-E22C-9E24-B4D5FB4BEEBD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 flipH="1">
              <a:off x="22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302">
              <a:extLst>
                <a:ext uri="{FF2B5EF4-FFF2-40B4-BE49-F238E27FC236}">
                  <a16:creationId xmlns:a16="http://schemas.microsoft.com/office/drawing/2014/main" id="{6ECA8404-D920-6199-6891-8D8450AA82F6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 flipH="1">
              <a:off x="27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303">
              <a:extLst>
                <a:ext uri="{FF2B5EF4-FFF2-40B4-BE49-F238E27FC236}">
                  <a16:creationId xmlns:a16="http://schemas.microsoft.com/office/drawing/2014/main" id="{2EFBF211-D600-B5D1-63F2-529E100431B6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 flipH="1">
              <a:off x="31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8" name="Line 304">
              <a:extLst>
                <a:ext uri="{FF2B5EF4-FFF2-40B4-BE49-F238E27FC236}">
                  <a16:creationId xmlns:a16="http://schemas.microsoft.com/office/drawing/2014/main" id="{2D939303-B347-1197-6E6E-13744459498D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 flipH="1">
              <a:off x="36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Line 305">
              <a:extLst>
                <a:ext uri="{FF2B5EF4-FFF2-40B4-BE49-F238E27FC236}">
                  <a16:creationId xmlns:a16="http://schemas.microsoft.com/office/drawing/2014/main" id="{F7AD93C6-C71E-BD1F-FEB2-F04F000A3740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 flipH="1">
              <a:off x="45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306">
              <a:extLst>
                <a:ext uri="{FF2B5EF4-FFF2-40B4-BE49-F238E27FC236}">
                  <a16:creationId xmlns:a16="http://schemas.microsoft.com/office/drawing/2014/main" id="{8BB7C367-3FF8-D30F-2965-0A7F99E04ECA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 flipH="1">
              <a:off x="40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1" name="Line 307">
              <a:extLst>
                <a:ext uri="{FF2B5EF4-FFF2-40B4-BE49-F238E27FC236}">
                  <a16:creationId xmlns:a16="http://schemas.microsoft.com/office/drawing/2014/main" id="{FDB0984B-E23F-96EB-847C-D3D0592CE568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 flipH="1">
              <a:off x="49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Line 308">
              <a:extLst>
                <a:ext uri="{FF2B5EF4-FFF2-40B4-BE49-F238E27FC236}">
                  <a16:creationId xmlns:a16="http://schemas.microsoft.com/office/drawing/2014/main" id="{41C557AA-7047-6FF2-B920-26A061AF861D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 flipH="1">
              <a:off x="54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Line 309">
              <a:extLst>
                <a:ext uri="{FF2B5EF4-FFF2-40B4-BE49-F238E27FC236}">
                  <a16:creationId xmlns:a16="http://schemas.microsoft.com/office/drawing/2014/main" id="{0B03FE6A-8B4F-F43C-82DB-7F5AEE7E9580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 flipH="1">
              <a:off x="58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Line 310">
              <a:extLst>
                <a:ext uri="{FF2B5EF4-FFF2-40B4-BE49-F238E27FC236}">
                  <a16:creationId xmlns:a16="http://schemas.microsoft.com/office/drawing/2014/main" id="{479458D2-A0B7-AB29-CD3E-2458137AD4DF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 flipH="1">
              <a:off x="63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311">
              <a:extLst>
                <a:ext uri="{FF2B5EF4-FFF2-40B4-BE49-F238E27FC236}">
                  <a16:creationId xmlns:a16="http://schemas.microsoft.com/office/drawing/2014/main" id="{802C4BF9-8480-F14D-8599-27B6917A61BC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 flipH="1">
              <a:off x="68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Line 312">
              <a:extLst>
                <a:ext uri="{FF2B5EF4-FFF2-40B4-BE49-F238E27FC236}">
                  <a16:creationId xmlns:a16="http://schemas.microsoft.com/office/drawing/2014/main" id="{BCDC2D3D-8E7F-827D-54F3-D2CA1CFCB02F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 flipH="1">
              <a:off x="72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7" name="Line 313">
              <a:extLst>
                <a:ext uri="{FF2B5EF4-FFF2-40B4-BE49-F238E27FC236}">
                  <a16:creationId xmlns:a16="http://schemas.microsoft.com/office/drawing/2014/main" id="{D8A239E0-818B-A016-E88D-41EA5D90F5CD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 flipH="1">
              <a:off x="77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8" name="Line 314">
              <a:extLst>
                <a:ext uri="{FF2B5EF4-FFF2-40B4-BE49-F238E27FC236}">
                  <a16:creationId xmlns:a16="http://schemas.microsoft.com/office/drawing/2014/main" id="{828B6E45-EBAD-AD54-AA5E-DE8E5201D8EE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 flipH="1">
              <a:off x="81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315">
              <a:extLst>
                <a:ext uri="{FF2B5EF4-FFF2-40B4-BE49-F238E27FC236}">
                  <a16:creationId xmlns:a16="http://schemas.microsoft.com/office/drawing/2014/main" id="{46230A73-DAD3-E9CD-AF4E-4FD68072F59C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 flipH="1">
              <a:off x="86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Line 316">
              <a:extLst>
                <a:ext uri="{FF2B5EF4-FFF2-40B4-BE49-F238E27FC236}">
                  <a16:creationId xmlns:a16="http://schemas.microsoft.com/office/drawing/2014/main" id="{E7107A8C-5562-27D7-CBDE-D77E4BB124F2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 flipH="1">
              <a:off x="9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Line 317">
              <a:extLst>
                <a:ext uri="{FF2B5EF4-FFF2-40B4-BE49-F238E27FC236}">
                  <a16:creationId xmlns:a16="http://schemas.microsoft.com/office/drawing/2014/main" id="{C4E4C0EF-AA95-3957-BE38-F3D4DCE5F247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 flipH="1">
              <a:off x="95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318">
              <a:extLst>
                <a:ext uri="{FF2B5EF4-FFF2-40B4-BE49-F238E27FC236}">
                  <a16:creationId xmlns:a16="http://schemas.microsoft.com/office/drawing/2014/main" id="{089E4340-2D77-4C82-6B32-5459F175566F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 flipH="1">
              <a:off x="9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Line 319">
              <a:extLst>
                <a:ext uri="{FF2B5EF4-FFF2-40B4-BE49-F238E27FC236}">
                  <a16:creationId xmlns:a16="http://schemas.microsoft.com/office/drawing/2014/main" id="{C8A5418F-9008-C752-9846-D997DF96148E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 flipH="1">
              <a:off x="104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Line 320">
              <a:extLst>
                <a:ext uri="{FF2B5EF4-FFF2-40B4-BE49-F238E27FC236}">
                  <a16:creationId xmlns:a16="http://schemas.microsoft.com/office/drawing/2014/main" id="{42E4CE70-6B23-A161-1217-5CCB4B5371D5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 flipH="1">
              <a:off x="11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321">
              <a:extLst>
                <a:ext uri="{FF2B5EF4-FFF2-40B4-BE49-F238E27FC236}">
                  <a16:creationId xmlns:a16="http://schemas.microsoft.com/office/drawing/2014/main" id="{12F4DE44-C6B2-9B93-DB46-B12604AB21C9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 flipH="1">
              <a:off x="108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Line 322">
              <a:extLst>
                <a:ext uri="{FF2B5EF4-FFF2-40B4-BE49-F238E27FC236}">
                  <a16:creationId xmlns:a16="http://schemas.microsoft.com/office/drawing/2014/main" id="{63A4CFFA-D9FB-D76F-728F-544F65957373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 flipH="1">
              <a:off x="117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323">
              <a:extLst>
                <a:ext uri="{FF2B5EF4-FFF2-40B4-BE49-F238E27FC236}">
                  <a16:creationId xmlns:a16="http://schemas.microsoft.com/office/drawing/2014/main" id="{1A10778D-1D1A-02BA-C504-20F950BA88F9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 flipH="1">
              <a:off x="12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Line 324">
              <a:extLst>
                <a:ext uri="{FF2B5EF4-FFF2-40B4-BE49-F238E27FC236}">
                  <a16:creationId xmlns:a16="http://schemas.microsoft.com/office/drawing/2014/main" id="{9A93F638-7E3D-B616-46CB-0CCC1ED457A5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 flipH="1">
              <a:off x="12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Line 325">
              <a:extLst>
                <a:ext uri="{FF2B5EF4-FFF2-40B4-BE49-F238E27FC236}">
                  <a16:creationId xmlns:a16="http://schemas.microsoft.com/office/drawing/2014/main" id="{10220C0A-4571-D86D-BB97-DDAD5DF4DAB6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 flipH="1">
              <a:off x="131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Line 326">
              <a:extLst>
                <a:ext uri="{FF2B5EF4-FFF2-40B4-BE49-F238E27FC236}">
                  <a16:creationId xmlns:a16="http://schemas.microsoft.com/office/drawing/2014/main" id="{E5458F69-66B8-E891-F797-CDDDCB501B14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 flipH="1">
              <a:off x="136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Line 327">
              <a:extLst>
                <a:ext uri="{FF2B5EF4-FFF2-40B4-BE49-F238E27FC236}">
                  <a16:creationId xmlns:a16="http://schemas.microsoft.com/office/drawing/2014/main" id="{D47C13D8-0607-3DD6-7849-1CFF636B9A30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 flipH="1">
              <a:off x="14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Line 328">
              <a:extLst>
                <a:ext uri="{FF2B5EF4-FFF2-40B4-BE49-F238E27FC236}">
                  <a16:creationId xmlns:a16="http://schemas.microsoft.com/office/drawing/2014/main" id="{1D39DA13-0525-8CAC-22BB-6BC518C95F92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 flipH="1">
              <a:off x="145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Line 329">
              <a:extLst>
                <a:ext uri="{FF2B5EF4-FFF2-40B4-BE49-F238E27FC236}">
                  <a16:creationId xmlns:a16="http://schemas.microsoft.com/office/drawing/2014/main" id="{F6FB22C1-8C82-737D-6BFF-E946FAB7573E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 flipH="1">
              <a:off x="14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330">
              <a:extLst>
                <a:ext uri="{FF2B5EF4-FFF2-40B4-BE49-F238E27FC236}">
                  <a16:creationId xmlns:a16="http://schemas.microsoft.com/office/drawing/2014/main" id="{43D0922B-47AC-CAFD-8A5F-FE2C189D0381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 flipH="1">
              <a:off x="154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Line 331">
              <a:extLst>
                <a:ext uri="{FF2B5EF4-FFF2-40B4-BE49-F238E27FC236}">
                  <a16:creationId xmlns:a16="http://schemas.microsoft.com/office/drawing/2014/main" id="{DDF04A65-73B3-9296-5B6D-0D193456C155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 flipH="1">
              <a:off x="158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Line 332">
              <a:extLst>
                <a:ext uri="{FF2B5EF4-FFF2-40B4-BE49-F238E27FC236}">
                  <a16:creationId xmlns:a16="http://schemas.microsoft.com/office/drawing/2014/main" id="{721C2FEA-0195-559B-59E9-616B4ABE9CB6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 flipH="1">
              <a:off x="16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Line 333">
              <a:extLst>
                <a:ext uri="{FF2B5EF4-FFF2-40B4-BE49-F238E27FC236}">
                  <a16:creationId xmlns:a16="http://schemas.microsoft.com/office/drawing/2014/main" id="{A6DD8E36-E8FF-3156-A850-455C42618E11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 flipH="1">
              <a:off x="167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Line 334">
              <a:extLst>
                <a:ext uri="{FF2B5EF4-FFF2-40B4-BE49-F238E27FC236}">
                  <a16:creationId xmlns:a16="http://schemas.microsoft.com/office/drawing/2014/main" id="{FE576B56-3329-7A6D-DA86-7ED442B2982E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 flipH="1">
              <a:off x="17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Line 335">
              <a:extLst>
                <a:ext uri="{FF2B5EF4-FFF2-40B4-BE49-F238E27FC236}">
                  <a16:creationId xmlns:a16="http://schemas.microsoft.com/office/drawing/2014/main" id="{ABC3ECA2-3B35-B941-8878-D2AE0FA176DB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 flipH="1">
              <a:off x="17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0" name="Line 14">
            <a:extLst>
              <a:ext uri="{FF2B5EF4-FFF2-40B4-BE49-F238E27FC236}">
                <a16:creationId xmlns:a16="http://schemas.microsoft.com/office/drawing/2014/main" id="{D4701AD0-D765-1A4C-6FA7-FDE4A7D63B4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775393" y="3200083"/>
            <a:ext cx="1587" cy="1831975"/>
          </a:xfrm>
          <a:prstGeom prst="line">
            <a:avLst/>
          </a:prstGeom>
          <a:ln w="571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1" name="椭圆 2">
            <a:extLst>
              <a:ext uri="{FF2B5EF4-FFF2-40B4-BE49-F238E27FC236}">
                <a16:creationId xmlns:a16="http://schemas.microsoft.com/office/drawing/2014/main" id="{90063135-283E-46F3-6322-D67F83A8A10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647440" y="5032058"/>
            <a:ext cx="263525" cy="2933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6700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2" name="Group 294">
            <a:extLst>
              <a:ext uri="{FF2B5EF4-FFF2-40B4-BE49-F238E27FC236}">
                <a16:creationId xmlns:a16="http://schemas.microsoft.com/office/drawing/2014/main" id="{91705CC7-71AE-6012-F87A-4CC76FFE6F4A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 rot="10800000">
            <a:off x="5224145" y="3109913"/>
            <a:ext cx="1769745" cy="90170"/>
            <a:chOff x="0" y="0"/>
            <a:chExt cx="1814" cy="46"/>
          </a:xfrm>
        </p:grpSpPr>
        <p:sp>
          <p:nvSpPr>
            <p:cNvPr id="93" name="Line 295">
              <a:extLst>
                <a:ext uri="{FF2B5EF4-FFF2-40B4-BE49-F238E27FC236}">
                  <a16:creationId xmlns:a16="http://schemas.microsoft.com/office/drawing/2014/main" id="{267792CF-12BF-0B73-1137-9056962EF8F1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45" y="0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Line 296">
              <a:extLst>
                <a:ext uri="{FF2B5EF4-FFF2-40B4-BE49-F238E27FC236}">
                  <a16:creationId xmlns:a16="http://schemas.microsoft.com/office/drawing/2014/main" id="{0F7F0C2C-E8E2-6076-7588-16807917F440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 flipH="1">
              <a:off x="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Line 297">
              <a:extLst>
                <a:ext uri="{FF2B5EF4-FFF2-40B4-BE49-F238E27FC236}">
                  <a16:creationId xmlns:a16="http://schemas.microsoft.com/office/drawing/2014/main" id="{EC043661-9728-222C-B355-C0918B3E3DDD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 flipH="1">
              <a:off x="4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Line 298">
              <a:extLst>
                <a:ext uri="{FF2B5EF4-FFF2-40B4-BE49-F238E27FC236}">
                  <a16:creationId xmlns:a16="http://schemas.microsoft.com/office/drawing/2014/main" id="{56103D7B-C1DB-BFDB-1112-4CBF4258D1CB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 flipH="1">
              <a:off x="9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Line 299">
              <a:extLst>
                <a:ext uri="{FF2B5EF4-FFF2-40B4-BE49-F238E27FC236}">
                  <a16:creationId xmlns:a16="http://schemas.microsoft.com/office/drawing/2014/main" id="{20AB716E-FF5D-E48B-1F99-CAC5F95E3650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 flipH="1">
              <a:off x="13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Line 300">
              <a:extLst>
                <a:ext uri="{FF2B5EF4-FFF2-40B4-BE49-F238E27FC236}">
                  <a16:creationId xmlns:a16="http://schemas.microsoft.com/office/drawing/2014/main" id="{5D14271C-647D-843E-9F26-2D62FC594315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 flipH="1">
              <a:off x="18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Line 301">
              <a:extLst>
                <a:ext uri="{FF2B5EF4-FFF2-40B4-BE49-F238E27FC236}">
                  <a16:creationId xmlns:a16="http://schemas.microsoft.com/office/drawing/2014/main" id="{C9EA43E7-0B8C-4A93-D501-DA758C50AE67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 flipH="1">
              <a:off x="22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Line 302">
              <a:extLst>
                <a:ext uri="{FF2B5EF4-FFF2-40B4-BE49-F238E27FC236}">
                  <a16:creationId xmlns:a16="http://schemas.microsoft.com/office/drawing/2014/main" id="{66487056-B3D6-5F5F-9E3F-DEEB8C4C1BB7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 flipH="1">
              <a:off x="27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Line 303">
              <a:extLst>
                <a:ext uri="{FF2B5EF4-FFF2-40B4-BE49-F238E27FC236}">
                  <a16:creationId xmlns:a16="http://schemas.microsoft.com/office/drawing/2014/main" id="{2FF4354E-C6DF-22E7-3430-4BC170CD9482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 flipH="1">
              <a:off x="31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Line 304">
              <a:extLst>
                <a:ext uri="{FF2B5EF4-FFF2-40B4-BE49-F238E27FC236}">
                  <a16:creationId xmlns:a16="http://schemas.microsoft.com/office/drawing/2014/main" id="{D0B7F2F2-E6F9-1829-00F3-55E84B7502C7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 flipH="1">
              <a:off x="36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Line 305">
              <a:extLst>
                <a:ext uri="{FF2B5EF4-FFF2-40B4-BE49-F238E27FC236}">
                  <a16:creationId xmlns:a16="http://schemas.microsoft.com/office/drawing/2014/main" id="{2665222E-76DB-5598-AAE7-B68AFA76E444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 flipH="1">
              <a:off x="45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Line 306">
              <a:extLst>
                <a:ext uri="{FF2B5EF4-FFF2-40B4-BE49-F238E27FC236}">
                  <a16:creationId xmlns:a16="http://schemas.microsoft.com/office/drawing/2014/main" id="{F59685E3-D625-038B-F58A-16CEFEA13CD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 flipH="1">
              <a:off x="40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Line 307">
              <a:extLst>
                <a:ext uri="{FF2B5EF4-FFF2-40B4-BE49-F238E27FC236}">
                  <a16:creationId xmlns:a16="http://schemas.microsoft.com/office/drawing/2014/main" id="{800215D0-EE95-DF7C-F1E6-B4670754D76B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 flipH="1">
              <a:off x="49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Line 308">
              <a:extLst>
                <a:ext uri="{FF2B5EF4-FFF2-40B4-BE49-F238E27FC236}">
                  <a16:creationId xmlns:a16="http://schemas.microsoft.com/office/drawing/2014/main" id="{15C1B765-499E-5EB0-1E2F-6D48EF35D4E2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 flipH="1">
              <a:off x="54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Line 309">
              <a:extLst>
                <a:ext uri="{FF2B5EF4-FFF2-40B4-BE49-F238E27FC236}">
                  <a16:creationId xmlns:a16="http://schemas.microsoft.com/office/drawing/2014/main" id="{ECFF373B-B44A-0682-898E-86EE9FF5D9D9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 flipH="1">
              <a:off x="58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Line 310">
              <a:extLst>
                <a:ext uri="{FF2B5EF4-FFF2-40B4-BE49-F238E27FC236}">
                  <a16:creationId xmlns:a16="http://schemas.microsoft.com/office/drawing/2014/main" id="{BC7C1A3B-26EA-BEF1-DD02-402675EB5843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 flipH="1">
              <a:off x="63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Line 311">
              <a:extLst>
                <a:ext uri="{FF2B5EF4-FFF2-40B4-BE49-F238E27FC236}">
                  <a16:creationId xmlns:a16="http://schemas.microsoft.com/office/drawing/2014/main" id="{D4FD0DD7-97E9-F80D-7165-4F424B7C69F8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 flipH="1">
              <a:off x="68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312">
              <a:extLst>
                <a:ext uri="{FF2B5EF4-FFF2-40B4-BE49-F238E27FC236}">
                  <a16:creationId xmlns:a16="http://schemas.microsoft.com/office/drawing/2014/main" id="{BE170968-2260-599A-05AF-A16D83690604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 flipH="1">
              <a:off x="72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Line 313">
              <a:extLst>
                <a:ext uri="{FF2B5EF4-FFF2-40B4-BE49-F238E27FC236}">
                  <a16:creationId xmlns:a16="http://schemas.microsoft.com/office/drawing/2014/main" id="{58D3E7FB-746F-62D9-6153-1DE4C9E3EC3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 flipH="1">
              <a:off x="77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Line 314">
              <a:extLst>
                <a:ext uri="{FF2B5EF4-FFF2-40B4-BE49-F238E27FC236}">
                  <a16:creationId xmlns:a16="http://schemas.microsoft.com/office/drawing/2014/main" id="{3B3C2647-5C64-0F00-C001-EF9F7576F20C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 flipH="1">
              <a:off x="81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Line 315">
              <a:extLst>
                <a:ext uri="{FF2B5EF4-FFF2-40B4-BE49-F238E27FC236}">
                  <a16:creationId xmlns:a16="http://schemas.microsoft.com/office/drawing/2014/main" id="{715B37A3-B3EB-9027-9836-55EC4C7BACE4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 flipH="1">
              <a:off x="86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Line 316">
              <a:extLst>
                <a:ext uri="{FF2B5EF4-FFF2-40B4-BE49-F238E27FC236}">
                  <a16:creationId xmlns:a16="http://schemas.microsoft.com/office/drawing/2014/main" id="{B53EDCF3-FB08-3B2B-1811-1BF847AF02CD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 flipH="1">
              <a:off x="9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" name="Line 317">
              <a:extLst>
                <a:ext uri="{FF2B5EF4-FFF2-40B4-BE49-F238E27FC236}">
                  <a16:creationId xmlns:a16="http://schemas.microsoft.com/office/drawing/2014/main" id="{B35800F6-A625-9D67-34DC-A87BD4D927A7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 flipH="1">
              <a:off x="95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Line 318">
              <a:extLst>
                <a:ext uri="{FF2B5EF4-FFF2-40B4-BE49-F238E27FC236}">
                  <a16:creationId xmlns:a16="http://schemas.microsoft.com/office/drawing/2014/main" id="{712969DB-DCCD-CF14-6736-B21D38FF1DFE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 flipH="1">
              <a:off x="9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Line 319">
              <a:extLst>
                <a:ext uri="{FF2B5EF4-FFF2-40B4-BE49-F238E27FC236}">
                  <a16:creationId xmlns:a16="http://schemas.microsoft.com/office/drawing/2014/main" id="{9CF73DE2-7139-65EC-82E2-EBAAB4289847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 flipH="1">
              <a:off x="104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" name="Line 320">
              <a:extLst>
                <a:ext uri="{FF2B5EF4-FFF2-40B4-BE49-F238E27FC236}">
                  <a16:creationId xmlns:a16="http://schemas.microsoft.com/office/drawing/2014/main" id="{2C3E8DCB-7631-775E-250E-082845AB4FA1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 flipH="1">
              <a:off x="11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9" name="Line 321">
              <a:extLst>
                <a:ext uri="{FF2B5EF4-FFF2-40B4-BE49-F238E27FC236}">
                  <a16:creationId xmlns:a16="http://schemas.microsoft.com/office/drawing/2014/main" id="{ED53E5E5-A01D-EB59-26AA-C1C77D8A2D3A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 flipH="1">
              <a:off x="108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Line 322">
              <a:extLst>
                <a:ext uri="{FF2B5EF4-FFF2-40B4-BE49-F238E27FC236}">
                  <a16:creationId xmlns:a16="http://schemas.microsoft.com/office/drawing/2014/main" id="{F92EFD5D-AB77-0148-64C1-4436A336F53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 flipH="1">
              <a:off x="117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" name="Line 323">
              <a:extLst>
                <a:ext uri="{FF2B5EF4-FFF2-40B4-BE49-F238E27FC236}">
                  <a16:creationId xmlns:a16="http://schemas.microsoft.com/office/drawing/2014/main" id="{DAD5EA99-654B-A4BD-E3BE-8F00230F53FD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 flipH="1">
              <a:off x="12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" name="Line 324">
              <a:extLst>
                <a:ext uri="{FF2B5EF4-FFF2-40B4-BE49-F238E27FC236}">
                  <a16:creationId xmlns:a16="http://schemas.microsoft.com/office/drawing/2014/main" id="{04F50373-1964-505D-A67A-D7C0830D9238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 flipH="1">
              <a:off x="12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Line 325">
              <a:extLst>
                <a:ext uri="{FF2B5EF4-FFF2-40B4-BE49-F238E27FC236}">
                  <a16:creationId xmlns:a16="http://schemas.microsoft.com/office/drawing/2014/main" id="{6E5AE6A7-5632-5640-25E4-DE0982581361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 flipH="1">
              <a:off x="131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" name="Line 326">
              <a:extLst>
                <a:ext uri="{FF2B5EF4-FFF2-40B4-BE49-F238E27FC236}">
                  <a16:creationId xmlns:a16="http://schemas.microsoft.com/office/drawing/2014/main" id="{A8B1CBBD-9BE7-5BCB-AD72-8CFF76500CFA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 flipH="1">
              <a:off x="136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Line 327">
              <a:extLst>
                <a:ext uri="{FF2B5EF4-FFF2-40B4-BE49-F238E27FC236}">
                  <a16:creationId xmlns:a16="http://schemas.microsoft.com/office/drawing/2014/main" id="{86601A88-4651-6E31-AF3C-6EB7C44B3C75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 flipH="1">
              <a:off x="14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Line 328">
              <a:extLst>
                <a:ext uri="{FF2B5EF4-FFF2-40B4-BE49-F238E27FC236}">
                  <a16:creationId xmlns:a16="http://schemas.microsoft.com/office/drawing/2014/main" id="{256B0564-4604-37A6-80A5-27C0BBEDFEFA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 flipH="1">
              <a:off x="145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Line 329">
              <a:extLst>
                <a:ext uri="{FF2B5EF4-FFF2-40B4-BE49-F238E27FC236}">
                  <a16:creationId xmlns:a16="http://schemas.microsoft.com/office/drawing/2014/main" id="{BD641A47-0056-4B84-6A25-2F6A2DEFA9AE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 flipH="1">
              <a:off x="14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Line 330">
              <a:extLst>
                <a:ext uri="{FF2B5EF4-FFF2-40B4-BE49-F238E27FC236}">
                  <a16:creationId xmlns:a16="http://schemas.microsoft.com/office/drawing/2014/main" id="{E13D6E43-B2F7-AE18-F24E-5673F4A65950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 flipH="1">
              <a:off x="154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Line 331">
              <a:extLst>
                <a:ext uri="{FF2B5EF4-FFF2-40B4-BE49-F238E27FC236}">
                  <a16:creationId xmlns:a16="http://schemas.microsoft.com/office/drawing/2014/main" id="{AD87C82D-0988-FA82-433E-0371A7521BAE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 flipH="1">
              <a:off x="158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Line 332">
              <a:extLst>
                <a:ext uri="{FF2B5EF4-FFF2-40B4-BE49-F238E27FC236}">
                  <a16:creationId xmlns:a16="http://schemas.microsoft.com/office/drawing/2014/main" id="{367B8CBF-818B-A25B-70E1-F41D62BB1713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 flipH="1">
              <a:off x="16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1" name="Line 333">
              <a:extLst>
                <a:ext uri="{FF2B5EF4-FFF2-40B4-BE49-F238E27FC236}">
                  <a16:creationId xmlns:a16="http://schemas.microsoft.com/office/drawing/2014/main" id="{02567AF5-68FD-5F7B-41A7-79DE753BF5E0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 flipH="1">
              <a:off x="167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2" name="Line 334">
              <a:extLst>
                <a:ext uri="{FF2B5EF4-FFF2-40B4-BE49-F238E27FC236}">
                  <a16:creationId xmlns:a16="http://schemas.microsoft.com/office/drawing/2014/main" id="{8E9D7498-3087-EC5E-860D-FC2C986559B3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 flipH="1">
              <a:off x="17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Line 335">
              <a:extLst>
                <a:ext uri="{FF2B5EF4-FFF2-40B4-BE49-F238E27FC236}">
                  <a16:creationId xmlns:a16="http://schemas.microsoft.com/office/drawing/2014/main" id="{2D1D06AB-B546-298E-10E9-5319419F575F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 flipH="1">
              <a:off x="17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4" name="Line 14">
            <a:extLst>
              <a:ext uri="{FF2B5EF4-FFF2-40B4-BE49-F238E27FC236}">
                <a16:creationId xmlns:a16="http://schemas.microsoft.com/office/drawing/2014/main" id="{2414C3D5-A89F-860F-40D3-23D1EF3AC98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063615" y="3200083"/>
            <a:ext cx="2540" cy="103886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5" name="椭圆 2">
            <a:extLst>
              <a:ext uri="{FF2B5EF4-FFF2-40B4-BE49-F238E27FC236}">
                <a16:creationId xmlns:a16="http://schemas.microsoft.com/office/drawing/2014/main" id="{7FE89D33-C02F-4E04-C5C0-6DD067BD6C5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775960" y="4238943"/>
            <a:ext cx="571500" cy="553085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6700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Line 14">
            <a:extLst>
              <a:ext uri="{FF2B5EF4-FFF2-40B4-BE49-F238E27FC236}">
                <a16:creationId xmlns:a16="http://schemas.microsoft.com/office/drawing/2014/main" id="{FA3653E7-7314-0647-8A3B-DD752DEDCBC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549323" y="3200083"/>
            <a:ext cx="1587" cy="18319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椭圆 2">
            <a:extLst>
              <a:ext uri="{FF2B5EF4-FFF2-40B4-BE49-F238E27FC236}">
                <a16:creationId xmlns:a16="http://schemas.microsoft.com/office/drawing/2014/main" id="{DAFE5115-2152-CD20-21F3-876E48C293F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421370" y="5032058"/>
            <a:ext cx="263525" cy="2933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6700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8" name="Group 294">
            <a:extLst>
              <a:ext uri="{FF2B5EF4-FFF2-40B4-BE49-F238E27FC236}">
                <a16:creationId xmlns:a16="http://schemas.microsoft.com/office/drawing/2014/main" id="{0DF06BE4-E179-7B37-DD34-ED65940A46C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 rot="10800000">
            <a:off x="10422255" y="3109913"/>
            <a:ext cx="1769745" cy="90170"/>
            <a:chOff x="0" y="0"/>
            <a:chExt cx="1814" cy="46"/>
          </a:xfrm>
        </p:grpSpPr>
        <p:sp>
          <p:nvSpPr>
            <p:cNvPr id="139" name="Line 295">
              <a:extLst>
                <a:ext uri="{FF2B5EF4-FFF2-40B4-BE49-F238E27FC236}">
                  <a16:creationId xmlns:a16="http://schemas.microsoft.com/office/drawing/2014/main" id="{B648E451-28AE-B353-4965-3F8C177918B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45" y="0"/>
              <a:ext cx="176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0" name="Line 296">
              <a:extLst>
                <a:ext uri="{FF2B5EF4-FFF2-40B4-BE49-F238E27FC236}">
                  <a16:creationId xmlns:a16="http://schemas.microsoft.com/office/drawing/2014/main" id="{D3DAACF6-58A0-5601-D2B2-E7DE7155144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 flipH="1">
              <a:off x="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1" name="Line 297">
              <a:extLst>
                <a:ext uri="{FF2B5EF4-FFF2-40B4-BE49-F238E27FC236}">
                  <a16:creationId xmlns:a16="http://schemas.microsoft.com/office/drawing/2014/main" id="{DD2E7068-598E-1F7C-83D9-A1B4C3E20E3C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 flipH="1">
              <a:off x="4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2" name="Line 298">
              <a:extLst>
                <a:ext uri="{FF2B5EF4-FFF2-40B4-BE49-F238E27FC236}">
                  <a16:creationId xmlns:a16="http://schemas.microsoft.com/office/drawing/2014/main" id="{C31D7E6C-5534-2F6E-D2D4-F6E54DA0A07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 flipH="1">
              <a:off x="9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" name="Line 299">
              <a:extLst>
                <a:ext uri="{FF2B5EF4-FFF2-40B4-BE49-F238E27FC236}">
                  <a16:creationId xmlns:a16="http://schemas.microsoft.com/office/drawing/2014/main" id="{E6F78F66-291D-BEBB-56E7-08BF0E45C37F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 flipH="1">
              <a:off x="13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Line 300">
              <a:extLst>
                <a:ext uri="{FF2B5EF4-FFF2-40B4-BE49-F238E27FC236}">
                  <a16:creationId xmlns:a16="http://schemas.microsoft.com/office/drawing/2014/main" id="{264A9E56-B715-4228-2A94-EB775BAB8A2F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 flipH="1">
              <a:off x="18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Line 301">
              <a:extLst>
                <a:ext uri="{FF2B5EF4-FFF2-40B4-BE49-F238E27FC236}">
                  <a16:creationId xmlns:a16="http://schemas.microsoft.com/office/drawing/2014/main" id="{7CAF7A81-8815-7FD4-8F7E-1B3FF755A034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 flipH="1">
              <a:off x="22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6" name="Line 302">
              <a:extLst>
                <a:ext uri="{FF2B5EF4-FFF2-40B4-BE49-F238E27FC236}">
                  <a16:creationId xmlns:a16="http://schemas.microsoft.com/office/drawing/2014/main" id="{8268C7DF-75B8-1FB5-F874-C2E2A48652B1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 flipH="1">
              <a:off x="27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7" name="Line 303">
              <a:extLst>
                <a:ext uri="{FF2B5EF4-FFF2-40B4-BE49-F238E27FC236}">
                  <a16:creationId xmlns:a16="http://schemas.microsoft.com/office/drawing/2014/main" id="{E9CA5BDA-04A1-E9AC-1E31-368B5D8843D3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 flipH="1">
              <a:off x="31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Line 304">
              <a:extLst>
                <a:ext uri="{FF2B5EF4-FFF2-40B4-BE49-F238E27FC236}">
                  <a16:creationId xmlns:a16="http://schemas.microsoft.com/office/drawing/2014/main" id="{B91C47E3-1E6D-8808-0B32-39A224BDC8A2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flipH="1">
              <a:off x="36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9" name="Line 305">
              <a:extLst>
                <a:ext uri="{FF2B5EF4-FFF2-40B4-BE49-F238E27FC236}">
                  <a16:creationId xmlns:a16="http://schemas.microsoft.com/office/drawing/2014/main" id="{ABF956A5-9D39-C5F4-26F5-F123E84BF17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45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0" name="Line 306">
              <a:extLst>
                <a:ext uri="{FF2B5EF4-FFF2-40B4-BE49-F238E27FC236}">
                  <a16:creationId xmlns:a16="http://schemas.microsoft.com/office/drawing/2014/main" id="{6D7E8BF4-659D-AB9E-320A-72A4D34AF7A5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 flipH="1">
              <a:off x="40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Line 307">
              <a:extLst>
                <a:ext uri="{FF2B5EF4-FFF2-40B4-BE49-F238E27FC236}">
                  <a16:creationId xmlns:a16="http://schemas.microsoft.com/office/drawing/2014/main" id="{F853797B-EE8D-C10E-CDEC-C2AEAE3BD1A7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 flipH="1">
              <a:off x="49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Line 308">
              <a:extLst>
                <a:ext uri="{FF2B5EF4-FFF2-40B4-BE49-F238E27FC236}">
                  <a16:creationId xmlns:a16="http://schemas.microsoft.com/office/drawing/2014/main" id="{E74E778B-3C80-E13A-87DE-6153B211E31F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 flipH="1">
              <a:off x="54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Line 309">
              <a:extLst>
                <a:ext uri="{FF2B5EF4-FFF2-40B4-BE49-F238E27FC236}">
                  <a16:creationId xmlns:a16="http://schemas.microsoft.com/office/drawing/2014/main" id="{FE8485AF-92DC-7706-7237-FB829A610FFC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 flipH="1">
              <a:off x="58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Line 310">
              <a:extLst>
                <a:ext uri="{FF2B5EF4-FFF2-40B4-BE49-F238E27FC236}">
                  <a16:creationId xmlns:a16="http://schemas.microsoft.com/office/drawing/2014/main" id="{E63155E2-801F-D77F-B57B-3D495ADD94C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 flipH="1">
              <a:off x="63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Line 311">
              <a:extLst>
                <a:ext uri="{FF2B5EF4-FFF2-40B4-BE49-F238E27FC236}">
                  <a16:creationId xmlns:a16="http://schemas.microsoft.com/office/drawing/2014/main" id="{4C366E4F-8C28-67BB-D59F-177FCED58AF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 flipH="1">
              <a:off x="68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6" name="Line 312">
              <a:extLst>
                <a:ext uri="{FF2B5EF4-FFF2-40B4-BE49-F238E27FC236}">
                  <a16:creationId xmlns:a16="http://schemas.microsoft.com/office/drawing/2014/main" id="{6C53AFEB-B7D8-8FA0-4163-60908E4D929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 flipH="1">
              <a:off x="72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7" name="Line 313">
              <a:extLst>
                <a:ext uri="{FF2B5EF4-FFF2-40B4-BE49-F238E27FC236}">
                  <a16:creationId xmlns:a16="http://schemas.microsoft.com/office/drawing/2014/main" id="{ED6B9A63-0F3D-781B-3CD3-5FBBFC8AE03B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 flipH="1">
              <a:off x="77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8" name="Line 314">
              <a:extLst>
                <a:ext uri="{FF2B5EF4-FFF2-40B4-BE49-F238E27FC236}">
                  <a16:creationId xmlns:a16="http://schemas.microsoft.com/office/drawing/2014/main" id="{43998220-781B-CFDE-090C-51B361A131BB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 flipH="1">
              <a:off x="81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" name="Line 315">
              <a:extLst>
                <a:ext uri="{FF2B5EF4-FFF2-40B4-BE49-F238E27FC236}">
                  <a16:creationId xmlns:a16="http://schemas.microsoft.com/office/drawing/2014/main" id="{1A6A5944-A17F-6E62-78B5-FE6E713629E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 flipH="1">
              <a:off x="86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0" name="Line 316">
              <a:extLst>
                <a:ext uri="{FF2B5EF4-FFF2-40B4-BE49-F238E27FC236}">
                  <a16:creationId xmlns:a16="http://schemas.microsoft.com/office/drawing/2014/main" id="{C86B278F-3008-C55C-E559-671DE84A9DC0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 flipH="1">
              <a:off x="9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1" name="Line 317">
              <a:extLst>
                <a:ext uri="{FF2B5EF4-FFF2-40B4-BE49-F238E27FC236}">
                  <a16:creationId xmlns:a16="http://schemas.microsoft.com/office/drawing/2014/main" id="{35E862AC-4B0E-8AB5-2D16-989E9E6B21D4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 flipH="1">
              <a:off x="95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2" name="Line 318">
              <a:extLst>
                <a:ext uri="{FF2B5EF4-FFF2-40B4-BE49-F238E27FC236}">
                  <a16:creationId xmlns:a16="http://schemas.microsoft.com/office/drawing/2014/main" id="{20E92AD6-852F-B1CD-432F-0B61C426A206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 flipH="1">
              <a:off x="9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" name="Line 319">
              <a:extLst>
                <a:ext uri="{FF2B5EF4-FFF2-40B4-BE49-F238E27FC236}">
                  <a16:creationId xmlns:a16="http://schemas.microsoft.com/office/drawing/2014/main" id="{F794C390-E500-BD93-53A2-62203C7F1EC6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 flipH="1">
              <a:off x="104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" name="Line 320">
              <a:extLst>
                <a:ext uri="{FF2B5EF4-FFF2-40B4-BE49-F238E27FC236}">
                  <a16:creationId xmlns:a16="http://schemas.microsoft.com/office/drawing/2014/main" id="{B7477ABF-BFF3-9911-18AF-403D6BA71F53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 flipH="1">
              <a:off x="11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321">
              <a:extLst>
                <a:ext uri="{FF2B5EF4-FFF2-40B4-BE49-F238E27FC236}">
                  <a16:creationId xmlns:a16="http://schemas.microsoft.com/office/drawing/2014/main" id="{D569266F-A2AC-758B-5A82-F0AD7E5C9749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 flipH="1">
              <a:off x="108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6" name="Line 322">
              <a:extLst>
                <a:ext uri="{FF2B5EF4-FFF2-40B4-BE49-F238E27FC236}">
                  <a16:creationId xmlns:a16="http://schemas.microsoft.com/office/drawing/2014/main" id="{377E95CA-AF52-2EBB-7492-3408DE0D31C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 flipH="1">
              <a:off x="117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7" name="Line 323">
              <a:extLst>
                <a:ext uri="{FF2B5EF4-FFF2-40B4-BE49-F238E27FC236}">
                  <a16:creationId xmlns:a16="http://schemas.microsoft.com/office/drawing/2014/main" id="{F3689B33-32B9-8CF1-B11D-FE603266D8E5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 flipH="1">
              <a:off x="12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8" name="Line 324">
              <a:extLst>
                <a:ext uri="{FF2B5EF4-FFF2-40B4-BE49-F238E27FC236}">
                  <a16:creationId xmlns:a16="http://schemas.microsoft.com/office/drawing/2014/main" id="{0282B201-A0EF-D9E5-D6BD-4B5FD76850F1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 flipH="1">
              <a:off x="12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9" name="Line 325">
              <a:extLst>
                <a:ext uri="{FF2B5EF4-FFF2-40B4-BE49-F238E27FC236}">
                  <a16:creationId xmlns:a16="http://schemas.microsoft.com/office/drawing/2014/main" id="{DEFE3910-E1E8-D3C2-95D9-6D4AE9D34CDA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 flipH="1">
              <a:off x="1315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0" name="Line 326">
              <a:extLst>
                <a:ext uri="{FF2B5EF4-FFF2-40B4-BE49-F238E27FC236}">
                  <a16:creationId xmlns:a16="http://schemas.microsoft.com/office/drawing/2014/main" id="{0CB37594-8724-3891-912B-D4B92E28E1E3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 flipH="1">
              <a:off x="1360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1" name="Line 327">
              <a:extLst>
                <a:ext uri="{FF2B5EF4-FFF2-40B4-BE49-F238E27FC236}">
                  <a16:creationId xmlns:a16="http://schemas.microsoft.com/office/drawing/2014/main" id="{9F179873-5F56-3AA1-CCEA-15D427B548C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 flipH="1">
              <a:off x="1406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2" name="Line 328">
              <a:extLst>
                <a:ext uri="{FF2B5EF4-FFF2-40B4-BE49-F238E27FC236}">
                  <a16:creationId xmlns:a16="http://schemas.microsoft.com/office/drawing/2014/main" id="{B2770FA5-D1C6-A3F8-DE42-E0A2CCD1FF5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 flipH="1">
              <a:off x="1451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3" name="Line 329">
              <a:extLst>
                <a:ext uri="{FF2B5EF4-FFF2-40B4-BE49-F238E27FC236}">
                  <a16:creationId xmlns:a16="http://schemas.microsoft.com/office/drawing/2014/main" id="{7A367232-5820-395A-053C-ED6E90339718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 flipH="1">
              <a:off x="149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" name="Line 330">
              <a:extLst>
                <a:ext uri="{FF2B5EF4-FFF2-40B4-BE49-F238E27FC236}">
                  <a16:creationId xmlns:a16="http://schemas.microsoft.com/office/drawing/2014/main" id="{E8E19A33-205B-EF78-4C69-208891D60CE5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 flipH="1">
              <a:off x="1542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5" name="Line 331">
              <a:extLst>
                <a:ext uri="{FF2B5EF4-FFF2-40B4-BE49-F238E27FC236}">
                  <a16:creationId xmlns:a16="http://schemas.microsoft.com/office/drawing/2014/main" id="{9D3671E0-562D-D5F4-52A2-EE80D1E67259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 flipH="1">
              <a:off x="1587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6" name="Line 332">
              <a:extLst>
                <a:ext uri="{FF2B5EF4-FFF2-40B4-BE49-F238E27FC236}">
                  <a16:creationId xmlns:a16="http://schemas.microsoft.com/office/drawing/2014/main" id="{B4D64776-3590-40B3-4372-515A27FBCBBB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 flipH="1">
              <a:off x="1633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7" name="Line 333">
              <a:extLst>
                <a:ext uri="{FF2B5EF4-FFF2-40B4-BE49-F238E27FC236}">
                  <a16:creationId xmlns:a16="http://schemas.microsoft.com/office/drawing/2014/main" id="{DD1424D8-EB06-1BE7-171E-192424B454E3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 flipH="1">
              <a:off x="1678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" name="Line 334">
              <a:extLst>
                <a:ext uri="{FF2B5EF4-FFF2-40B4-BE49-F238E27FC236}">
                  <a16:creationId xmlns:a16="http://schemas.microsoft.com/office/drawing/2014/main" id="{5AF2E20C-8FB4-C099-5109-04E99AFD02A9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 flipH="1">
              <a:off x="1724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9" name="Line 335">
              <a:extLst>
                <a:ext uri="{FF2B5EF4-FFF2-40B4-BE49-F238E27FC236}">
                  <a16:creationId xmlns:a16="http://schemas.microsoft.com/office/drawing/2014/main" id="{E6B3D4CF-EED9-112D-E6D0-E6B0284DE34B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 flipH="1">
              <a:off x="1769" y="0"/>
              <a:ext cx="45" cy="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0" name="Line 14">
            <a:extLst>
              <a:ext uri="{FF2B5EF4-FFF2-40B4-BE49-F238E27FC236}">
                <a16:creationId xmlns:a16="http://schemas.microsoft.com/office/drawing/2014/main" id="{4D04337F-FBF9-E568-0D5B-115EAC10DBD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1261408" y="3200083"/>
            <a:ext cx="1587" cy="18319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1" name="椭圆 2">
            <a:extLst>
              <a:ext uri="{FF2B5EF4-FFF2-40B4-BE49-F238E27FC236}">
                <a16:creationId xmlns:a16="http://schemas.microsoft.com/office/drawing/2014/main" id="{C5A1A73C-60A9-4EBB-AAEB-910FBDAFC34B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1133455" y="5032058"/>
            <a:ext cx="263525" cy="29337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67000">
                <a:schemeClr val="tx1">
                  <a:lumMod val="75000"/>
                  <a:lumOff val="25000"/>
                </a:schemeClr>
              </a:gs>
              <a:gs pos="100000">
                <a:schemeClr val="tx1"/>
              </a:gs>
            </a:gsLst>
            <a:path path="shap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Line 14">
            <a:extLst>
              <a:ext uri="{FF2B5EF4-FFF2-40B4-BE49-F238E27FC236}">
                <a16:creationId xmlns:a16="http://schemas.microsoft.com/office/drawing/2014/main" id="{DBEA3654-73EA-476F-705C-EBA9E6527E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555433" y="3200083"/>
            <a:ext cx="1587" cy="18319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DD1927C4-91B2-388D-02FF-C534F99E37A0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002665" y="3409633"/>
            <a:ext cx="6013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橡皮筋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9B3CA1E0-8728-E33A-D106-44814869053C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3208655" y="3516948"/>
            <a:ext cx="6013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粗绳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F52E789C-665A-21A4-19D0-934741EA11F0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313045" y="3409633"/>
            <a:ext cx="6013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短绳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9F8C88C0-E4EC-BADC-B8A9-E9596A83F5C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741920" y="3409633"/>
            <a:ext cx="60134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绳绕在杆上</a:t>
            </a: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007121C-F9C4-34D8-625F-4E1AB62123DA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0528935" y="3409633"/>
            <a:ext cx="6013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zh-CN" sz="2400">
                <a:latin typeface="微软雅黑" panose="020B0503020204020204" charset="-122"/>
                <a:ea typeface="微软雅黑" panose="020B0503020204020204" charset="-122"/>
              </a:rPr>
              <a:t>细绳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ECA41E89-1DDE-B2BB-19A6-2F2E97D238C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449185" y="3109913"/>
            <a:ext cx="1983740" cy="869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Freeform 14">
            <a:extLst>
              <a:ext uri="{FF2B5EF4-FFF2-40B4-BE49-F238E27FC236}">
                <a16:creationId xmlns:a16="http://schemas.microsoft.com/office/drawing/2014/main" id="{46491578-436C-C4D1-3E6D-1E30398DBE7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8189595" y="3112453"/>
            <a:ext cx="360045" cy="175260"/>
          </a:xfrm>
          <a:custGeom>
            <a:avLst/>
            <a:gdLst>
              <a:gd name="connsiteX0" fmla="*/ 0 w 9970"/>
              <a:gd name="connsiteY0" fmla="*/ 5000 h 10000"/>
              <a:gd name="connsiteX1" fmla="*/ 185 w 9970"/>
              <a:gd name="connsiteY1" fmla="*/ 4133 h 10000"/>
              <a:gd name="connsiteX2" fmla="*/ 369 w 9970"/>
              <a:gd name="connsiteY2" fmla="*/ 3290 h 10000"/>
              <a:gd name="connsiteX3" fmla="*/ 554 w 9970"/>
              <a:gd name="connsiteY3" fmla="*/ 2500 h 10000"/>
              <a:gd name="connsiteX4" fmla="*/ 738 w 9970"/>
              <a:gd name="connsiteY4" fmla="*/ 1785 h 10000"/>
              <a:gd name="connsiteX5" fmla="*/ 923 w 9970"/>
              <a:gd name="connsiteY5" fmla="*/ 1170 h 10000"/>
              <a:gd name="connsiteX6" fmla="*/ 1108 w 9970"/>
              <a:gd name="connsiteY6" fmla="*/ 670 h 10000"/>
              <a:gd name="connsiteX7" fmla="*/ 1292 w 9970"/>
              <a:gd name="connsiteY7" fmla="*/ 303 h 10000"/>
              <a:gd name="connsiteX8" fmla="*/ 1477 w 9970"/>
              <a:gd name="connsiteY8" fmla="*/ 75 h 10000"/>
              <a:gd name="connsiteX9" fmla="*/ 1662 w 9970"/>
              <a:gd name="connsiteY9" fmla="*/ 0 h 10000"/>
              <a:gd name="connsiteX10" fmla="*/ 1846 w 9970"/>
              <a:gd name="connsiteY10" fmla="*/ 75 h 10000"/>
              <a:gd name="connsiteX11" fmla="*/ 2031 w 9970"/>
              <a:gd name="connsiteY11" fmla="*/ 303 h 10000"/>
              <a:gd name="connsiteX12" fmla="*/ 2215 w 9970"/>
              <a:gd name="connsiteY12" fmla="*/ 670 h 10000"/>
              <a:gd name="connsiteX13" fmla="*/ 2400 w 9970"/>
              <a:gd name="connsiteY13" fmla="*/ 1170 h 10000"/>
              <a:gd name="connsiteX14" fmla="*/ 2585 w 9970"/>
              <a:gd name="connsiteY14" fmla="*/ 1785 h 10000"/>
              <a:gd name="connsiteX15" fmla="*/ 2769 w 9970"/>
              <a:gd name="connsiteY15" fmla="*/ 2500 h 10000"/>
              <a:gd name="connsiteX16" fmla="*/ 2954 w 9970"/>
              <a:gd name="connsiteY16" fmla="*/ 3290 h 10000"/>
              <a:gd name="connsiteX17" fmla="*/ 3139 w 9970"/>
              <a:gd name="connsiteY17" fmla="*/ 4133 h 10000"/>
              <a:gd name="connsiteX18" fmla="*/ 3323 w 9970"/>
              <a:gd name="connsiteY18" fmla="*/ 5000 h 10000"/>
              <a:gd name="connsiteX19" fmla="*/ 3508 w 9970"/>
              <a:gd name="connsiteY19" fmla="*/ 5868 h 10000"/>
              <a:gd name="connsiteX20" fmla="*/ 3692 w 9970"/>
              <a:gd name="connsiteY20" fmla="*/ 6710 h 10000"/>
              <a:gd name="connsiteX21" fmla="*/ 3877 w 9970"/>
              <a:gd name="connsiteY21" fmla="*/ 7500 h 10000"/>
              <a:gd name="connsiteX22" fmla="*/ 4062 w 9970"/>
              <a:gd name="connsiteY22" fmla="*/ 8213 h 10000"/>
              <a:gd name="connsiteX23" fmla="*/ 4246 w 9970"/>
              <a:gd name="connsiteY23" fmla="*/ 8830 h 10000"/>
              <a:gd name="connsiteX24" fmla="*/ 4431 w 9970"/>
              <a:gd name="connsiteY24" fmla="*/ 9330 h 10000"/>
              <a:gd name="connsiteX25" fmla="*/ 4616 w 9970"/>
              <a:gd name="connsiteY25" fmla="*/ 9698 h 10000"/>
              <a:gd name="connsiteX26" fmla="*/ 4800 w 9970"/>
              <a:gd name="connsiteY26" fmla="*/ 9925 h 10000"/>
              <a:gd name="connsiteX27" fmla="*/ 4985 w 9970"/>
              <a:gd name="connsiteY27" fmla="*/ 10000 h 10000"/>
              <a:gd name="connsiteX28" fmla="*/ 5169 w 9970"/>
              <a:gd name="connsiteY28" fmla="*/ 9925 h 10000"/>
              <a:gd name="connsiteX29" fmla="*/ 5354 w 9970"/>
              <a:gd name="connsiteY29" fmla="*/ 9698 h 10000"/>
              <a:gd name="connsiteX30" fmla="*/ 5539 w 9970"/>
              <a:gd name="connsiteY30" fmla="*/ 9330 h 10000"/>
              <a:gd name="connsiteX31" fmla="*/ 5723 w 9970"/>
              <a:gd name="connsiteY31" fmla="*/ 8830 h 10000"/>
              <a:gd name="connsiteX32" fmla="*/ 5908 w 9970"/>
              <a:gd name="connsiteY32" fmla="*/ 8215 h 10000"/>
              <a:gd name="connsiteX33" fmla="*/ 6092 w 9970"/>
              <a:gd name="connsiteY33" fmla="*/ 7500 h 10000"/>
              <a:gd name="connsiteX34" fmla="*/ 6277 w 9970"/>
              <a:gd name="connsiteY34" fmla="*/ 6710 h 10000"/>
              <a:gd name="connsiteX35" fmla="*/ 6462 w 9970"/>
              <a:gd name="connsiteY35" fmla="*/ 5870 h 10000"/>
              <a:gd name="connsiteX36" fmla="*/ 6646 w 9970"/>
              <a:gd name="connsiteY36" fmla="*/ 5000 h 10000"/>
              <a:gd name="connsiteX37" fmla="*/ 6831 w 9970"/>
              <a:gd name="connsiteY37" fmla="*/ 4133 h 10000"/>
              <a:gd name="connsiteX38" fmla="*/ 7016 w 9970"/>
              <a:gd name="connsiteY38" fmla="*/ 3290 h 10000"/>
              <a:gd name="connsiteX39" fmla="*/ 7200 w 9970"/>
              <a:gd name="connsiteY39" fmla="*/ 2500 h 10000"/>
              <a:gd name="connsiteX40" fmla="*/ 7385 w 9970"/>
              <a:gd name="connsiteY40" fmla="*/ 1788 h 10000"/>
              <a:gd name="connsiteX41" fmla="*/ 7569 w 9970"/>
              <a:gd name="connsiteY41" fmla="*/ 1170 h 10000"/>
              <a:gd name="connsiteX42" fmla="*/ 7754 w 9970"/>
              <a:gd name="connsiteY42" fmla="*/ 670 h 10000"/>
              <a:gd name="connsiteX43" fmla="*/ 7939 w 9970"/>
              <a:gd name="connsiteY43" fmla="*/ 303 h 10000"/>
              <a:gd name="connsiteX44" fmla="*/ 8123 w 9970"/>
              <a:gd name="connsiteY44" fmla="*/ 75 h 10000"/>
              <a:gd name="connsiteX45" fmla="*/ 8308 w 9970"/>
              <a:gd name="connsiteY45" fmla="*/ 0 h 10000"/>
              <a:gd name="connsiteX46" fmla="*/ 8493 w 9970"/>
              <a:gd name="connsiteY46" fmla="*/ 75 h 10000"/>
              <a:gd name="connsiteX47" fmla="*/ 8677 w 9970"/>
              <a:gd name="connsiteY47" fmla="*/ 300 h 10000"/>
              <a:gd name="connsiteX48" fmla="*/ 8862 w 9970"/>
              <a:gd name="connsiteY48" fmla="*/ 670 h 10000"/>
              <a:gd name="connsiteX49" fmla="*/ 9046 w 9970"/>
              <a:gd name="connsiteY49" fmla="*/ 1170 h 10000"/>
              <a:gd name="connsiteX50" fmla="*/ 9231 w 9970"/>
              <a:gd name="connsiteY50" fmla="*/ 1785 h 10000"/>
              <a:gd name="connsiteX51" fmla="*/ 9416 w 9970"/>
              <a:gd name="connsiteY51" fmla="*/ 2500 h 10000"/>
              <a:gd name="connsiteX52" fmla="*/ 9600 w 9970"/>
              <a:gd name="connsiteY52" fmla="*/ 3288 h 10000"/>
              <a:gd name="connsiteX53" fmla="*/ 9785 w 9970"/>
              <a:gd name="connsiteY53" fmla="*/ 4130 h 10000"/>
              <a:gd name="connsiteX54" fmla="*/ 9970 w 9970"/>
              <a:gd name="connsiteY54" fmla="*/ 4998 h 10000"/>
              <a:gd name="connsiteX0-1" fmla="*/ 0 w 9814"/>
              <a:gd name="connsiteY0-2" fmla="*/ 5000 h 10000"/>
              <a:gd name="connsiteX1-3" fmla="*/ 186 w 9814"/>
              <a:gd name="connsiteY1-4" fmla="*/ 4133 h 10000"/>
              <a:gd name="connsiteX2-5" fmla="*/ 370 w 9814"/>
              <a:gd name="connsiteY2-6" fmla="*/ 3290 h 10000"/>
              <a:gd name="connsiteX3-7" fmla="*/ 556 w 9814"/>
              <a:gd name="connsiteY3-8" fmla="*/ 2500 h 10000"/>
              <a:gd name="connsiteX4-9" fmla="*/ 740 w 9814"/>
              <a:gd name="connsiteY4-10" fmla="*/ 1785 h 10000"/>
              <a:gd name="connsiteX5-11" fmla="*/ 926 w 9814"/>
              <a:gd name="connsiteY5-12" fmla="*/ 1170 h 10000"/>
              <a:gd name="connsiteX6-13" fmla="*/ 1111 w 9814"/>
              <a:gd name="connsiteY6-14" fmla="*/ 670 h 10000"/>
              <a:gd name="connsiteX7-15" fmla="*/ 1296 w 9814"/>
              <a:gd name="connsiteY7-16" fmla="*/ 303 h 10000"/>
              <a:gd name="connsiteX8-17" fmla="*/ 1481 w 9814"/>
              <a:gd name="connsiteY8-18" fmla="*/ 75 h 10000"/>
              <a:gd name="connsiteX9-19" fmla="*/ 1667 w 9814"/>
              <a:gd name="connsiteY9-20" fmla="*/ 0 h 10000"/>
              <a:gd name="connsiteX10-21" fmla="*/ 1852 w 9814"/>
              <a:gd name="connsiteY10-22" fmla="*/ 75 h 10000"/>
              <a:gd name="connsiteX11-23" fmla="*/ 2037 w 9814"/>
              <a:gd name="connsiteY11-24" fmla="*/ 303 h 10000"/>
              <a:gd name="connsiteX12-25" fmla="*/ 2222 w 9814"/>
              <a:gd name="connsiteY12-26" fmla="*/ 670 h 10000"/>
              <a:gd name="connsiteX13-27" fmla="*/ 2407 w 9814"/>
              <a:gd name="connsiteY13-28" fmla="*/ 1170 h 10000"/>
              <a:gd name="connsiteX14-29" fmla="*/ 2593 w 9814"/>
              <a:gd name="connsiteY14-30" fmla="*/ 1785 h 10000"/>
              <a:gd name="connsiteX15-31" fmla="*/ 2777 w 9814"/>
              <a:gd name="connsiteY15-32" fmla="*/ 2500 h 10000"/>
              <a:gd name="connsiteX16-33" fmla="*/ 2963 w 9814"/>
              <a:gd name="connsiteY16-34" fmla="*/ 3290 h 10000"/>
              <a:gd name="connsiteX17-35" fmla="*/ 3148 w 9814"/>
              <a:gd name="connsiteY17-36" fmla="*/ 4133 h 10000"/>
              <a:gd name="connsiteX18-37" fmla="*/ 3333 w 9814"/>
              <a:gd name="connsiteY18-38" fmla="*/ 5000 h 10000"/>
              <a:gd name="connsiteX19-39" fmla="*/ 3519 w 9814"/>
              <a:gd name="connsiteY19-40" fmla="*/ 5868 h 10000"/>
              <a:gd name="connsiteX20-41" fmla="*/ 3703 w 9814"/>
              <a:gd name="connsiteY20-42" fmla="*/ 6710 h 10000"/>
              <a:gd name="connsiteX21-43" fmla="*/ 3889 w 9814"/>
              <a:gd name="connsiteY21-44" fmla="*/ 7500 h 10000"/>
              <a:gd name="connsiteX22-45" fmla="*/ 4074 w 9814"/>
              <a:gd name="connsiteY22-46" fmla="*/ 8213 h 10000"/>
              <a:gd name="connsiteX23-47" fmla="*/ 4259 w 9814"/>
              <a:gd name="connsiteY23-48" fmla="*/ 8830 h 10000"/>
              <a:gd name="connsiteX24-49" fmla="*/ 4444 w 9814"/>
              <a:gd name="connsiteY24-50" fmla="*/ 9330 h 10000"/>
              <a:gd name="connsiteX25-51" fmla="*/ 4630 w 9814"/>
              <a:gd name="connsiteY25-52" fmla="*/ 9698 h 10000"/>
              <a:gd name="connsiteX26-53" fmla="*/ 4814 w 9814"/>
              <a:gd name="connsiteY26-54" fmla="*/ 9925 h 10000"/>
              <a:gd name="connsiteX27-55" fmla="*/ 5000 w 9814"/>
              <a:gd name="connsiteY27-56" fmla="*/ 10000 h 10000"/>
              <a:gd name="connsiteX28-57" fmla="*/ 5185 w 9814"/>
              <a:gd name="connsiteY28-58" fmla="*/ 9925 h 10000"/>
              <a:gd name="connsiteX29-59" fmla="*/ 5370 w 9814"/>
              <a:gd name="connsiteY29-60" fmla="*/ 9698 h 10000"/>
              <a:gd name="connsiteX30-61" fmla="*/ 5556 w 9814"/>
              <a:gd name="connsiteY30-62" fmla="*/ 9330 h 10000"/>
              <a:gd name="connsiteX31-63" fmla="*/ 5740 w 9814"/>
              <a:gd name="connsiteY31-64" fmla="*/ 8830 h 10000"/>
              <a:gd name="connsiteX32-65" fmla="*/ 5926 w 9814"/>
              <a:gd name="connsiteY32-66" fmla="*/ 8215 h 10000"/>
              <a:gd name="connsiteX33-67" fmla="*/ 6110 w 9814"/>
              <a:gd name="connsiteY33-68" fmla="*/ 7500 h 10000"/>
              <a:gd name="connsiteX34-69" fmla="*/ 6296 w 9814"/>
              <a:gd name="connsiteY34-70" fmla="*/ 6710 h 10000"/>
              <a:gd name="connsiteX35-71" fmla="*/ 6481 w 9814"/>
              <a:gd name="connsiteY35-72" fmla="*/ 5870 h 10000"/>
              <a:gd name="connsiteX36-73" fmla="*/ 6666 w 9814"/>
              <a:gd name="connsiteY36-74" fmla="*/ 5000 h 10000"/>
              <a:gd name="connsiteX37-75" fmla="*/ 6852 w 9814"/>
              <a:gd name="connsiteY37-76" fmla="*/ 4133 h 10000"/>
              <a:gd name="connsiteX38-77" fmla="*/ 7037 w 9814"/>
              <a:gd name="connsiteY38-78" fmla="*/ 3290 h 10000"/>
              <a:gd name="connsiteX39-79" fmla="*/ 7222 w 9814"/>
              <a:gd name="connsiteY39-80" fmla="*/ 2500 h 10000"/>
              <a:gd name="connsiteX40-81" fmla="*/ 7407 w 9814"/>
              <a:gd name="connsiteY40-82" fmla="*/ 1788 h 10000"/>
              <a:gd name="connsiteX41-83" fmla="*/ 7592 w 9814"/>
              <a:gd name="connsiteY41-84" fmla="*/ 1170 h 10000"/>
              <a:gd name="connsiteX42-85" fmla="*/ 7777 w 9814"/>
              <a:gd name="connsiteY42-86" fmla="*/ 670 h 10000"/>
              <a:gd name="connsiteX43-87" fmla="*/ 7963 w 9814"/>
              <a:gd name="connsiteY43-88" fmla="*/ 303 h 10000"/>
              <a:gd name="connsiteX44-89" fmla="*/ 8147 w 9814"/>
              <a:gd name="connsiteY44-90" fmla="*/ 75 h 10000"/>
              <a:gd name="connsiteX45-91" fmla="*/ 8333 w 9814"/>
              <a:gd name="connsiteY45-92" fmla="*/ 0 h 10000"/>
              <a:gd name="connsiteX46-93" fmla="*/ 8519 w 9814"/>
              <a:gd name="connsiteY46-94" fmla="*/ 75 h 10000"/>
              <a:gd name="connsiteX47-95" fmla="*/ 8703 w 9814"/>
              <a:gd name="connsiteY47-96" fmla="*/ 300 h 10000"/>
              <a:gd name="connsiteX48-97" fmla="*/ 8889 w 9814"/>
              <a:gd name="connsiteY48-98" fmla="*/ 670 h 10000"/>
              <a:gd name="connsiteX49-99" fmla="*/ 9073 w 9814"/>
              <a:gd name="connsiteY49-100" fmla="*/ 1170 h 10000"/>
              <a:gd name="connsiteX50-101" fmla="*/ 9259 w 9814"/>
              <a:gd name="connsiteY50-102" fmla="*/ 1785 h 10000"/>
              <a:gd name="connsiteX51-103" fmla="*/ 9444 w 9814"/>
              <a:gd name="connsiteY51-104" fmla="*/ 2500 h 10000"/>
              <a:gd name="connsiteX52-105" fmla="*/ 9629 w 9814"/>
              <a:gd name="connsiteY52-106" fmla="*/ 3288 h 10000"/>
              <a:gd name="connsiteX53-107" fmla="*/ 9814 w 9814"/>
              <a:gd name="connsiteY53-108" fmla="*/ 4130 h 10000"/>
              <a:gd name="connsiteX0-109" fmla="*/ 0 w 9811"/>
              <a:gd name="connsiteY0-110" fmla="*/ 5000 h 10000"/>
              <a:gd name="connsiteX1-111" fmla="*/ 190 w 9811"/>
              <a:gd name="connsiteY1-112" fmla="*/ 4133 h 10000"/>
              <a:gd name="connsiteX2-113" fmla="*/ 377 w 9811"/>
              <a:gd name="connsiteY2-114" fmla="*/ 3290 h 10000"/>
              <a:gd name="connsiteX3-115" fmla="*/ 567 w 9811"/>
              <a:gd name="connsiteY3-116" fmla="*/ 2500 h 10000"/>
              <a:gd name="connsiteX4-117" fmla="*/ 754 w 9811"/>
              <a:gd name="connsiteY4-118" fmla="*/ 1785 h 10000"/>
              <a:gd name="connsiteX5-119" fmla="*/ 944 w 9811"/>
              <a:gd name="connsiteY5-120" fmla="*/ 1170 h 10000"/>
              <a:gd name="connsiteX6-121" fmla="*/ 1132 w 9811"/>
              <a:gd name="connsiteY6-122" fmla="*/ 670 h 10000"/>
              <a:gd name="connsiteX7-123" fmla="*/ 1321 w 9811"/>
              <a:gd name="connsiteY7-124" fmla="*/ 303 h 10000"/>
              <a:gd name="connsiteX8-125" fmla="*/ 1509 w 9811"/>
              <a:gd name="connsiteY8-126" fmla="*/ 75 h 10000"/>
              <a:gd name="connsiteX9-127" fmla="*/ 1699 w 9811"/>
              <a:gd name="connsiteY9-128" fmla="*/ 0 h 10000"/>
              <a:gd name="connsiteX10-129" fmla="*/ 1887 w 9811"/>
              <a:gd name="connsiteY10-130" fmla="*/ 75 h 10000"/>
              <a:gd name="connsiteX11-131" fmla="*/ 2076 w 9811"/>
              <a:gd name="connsiteY11-132" fmla="*/ 303 h 10000"/>
              <a:gd name="connsiteX12-133" fmla="*/ 2264 w 9811"/>
              <a:gd name="connsiteY12-134" fmla="*/ 670 h 10000"/>
              <a:gd name="connsiteX13-135" fmla="*/ 2453 w 9811"/>
              <a:gd name="connsiteY13-136" fmla="*/ 1170 h 10000"/>
              <a:gd name="connsiteX14-137" fmla="*/ 2642 w 9811"/>
              <a:gd name="connsiteY14-138" fmla="*/ 1785 h 10000"/>
              <a:gd name="connsiteX15-139" fmla="*/ 2830 w 9811"/>
              <a:gd name="connsiteY15-140" fmla="*/ 2500 h 10000"/>
              <a:gd name="connsiteX16-141" fmla="*/ 3019 w 9811"/>
              <a:gd name="connsiteY16-142" fmla="*/ 3290 h 10000"/>
              <a:gd name="connsiteX17-143" fmla="*/ 3208 w 9811"/>
              <a:gd name="connsiteY17-144" fmla="*/ 4133 h 10000"/>
              <a:gd name="connsiteX18-145" fmla="*/ 3396 w 9811"/>
              <a:gd name="connsiteY18-146" fmla="*/ 5000 h 10000"/>
              <a:gd name="connsiteX19-147" fmla="*/ 3586 w 9811"/>
              <a:gd name="connsiteY19-148" fmla="*/ 5868 h 10000"/>
              <a:gd name="connsiteX20-149" fmla="*/ 3773 w 9811"/>
              <a:gd name="connsiteY20-150" fmla="*/ 6710 h 10000"/>
              <a:gd name="connsiteX21-151" fmla="*/ 3963 w 9811"/>
              <a:gd name="connsiteY21-152" fmla="*/ 7500 h 10000"/>
              <a:gd name="connsiteX22-153" fmla="*/ 4151 w 9811"/>
              <a:gd name="connsiteY22-154" fmla="*/ 8213 h 10000"/>
              <a:gd name="connsiteX23-155" fmla="*/ 4340 w 9811"/>
              <a:gd name="connsiteY23-156" fmla="*/ 8830 h 10000"/>
              <a:gd name="connsiteX24-157" fmla="*/ 4528 w 9811"/>
              <a:gd name="connsiteY24-158" fmla="*/ 9330 h 10000"/>
              <a:gd name="connsiteX25-159" fmla="*/ 4718 w 9811"/>
              <a:gd name="connsiteY25-160" fmla="*/ 9698 h 10000"/>
              <a:gd name="connsiteX26-161" fmla="*/ 4905 w 9811"/>
              <a:gd name="connsiteY26-162" fmla="*/ 9925 h 10000"/>
              <a:gd name="connsiteX27-163" fmla="*/ 5095 w 9811"/>
              <a:gd name="connsiteY27-164" fmla="*/ 10000 h 10000"/>
              <a:gd name="connsiteX28-165" fmla="*/ 5283 w 9811"/>
              <a:gd name="connsiteY28-166" fmla="*/ 9925 h 10000"/>
              <a:gd name="connsiteX29-167" fmla="*/ 5472 w 9811"/>
              <a:gd name="connsiteY29-168" fmla="*/ 9698 h 10000"/>
              <a:gd name="connsiteX30-169" fmla="*/ 5661 w 9811"/>
              <a:gd name="connsiteY30-170" fmla="*/ 9330 h 10000"/>
              <a:gd name="connsiteX31-171" fmla="*/ 5849 w 9811"/>
              <a:gd name="connsiteY31-172" fmla="*/ 8830 h 10000"/>
              <a:gd name="connsiteX32-173" fmla="*/ 6038 w 9811"/>
              <a:gd name="connsiteY32-174" fmla="*/ 8215 h 10000"/>
              <a:gd name="connsiteX33-175" fmla="*/ 6226 w 9811"/>
              <a:gd name="connsiteY33-176" fmla="*/ 7500 h 10000"/>
              <a:gd name="connsiteX34-177" fmla="*/ 6415 w 9811"/>
              <a:gd name="connsiteY34-178" fmla="*/ 6710 h 10000"/>
              <a:gd name="connsiteX35-179" fmla="*/ 6604 w 9811"/>
              <a:gd name="connsiteY35-180" fmla="*/ 5870 h 10000"/>
              <a:gd name="connsiteX36-181" fmla="*/ 6792 w 9811"/>
              <a:gd name="connsiteY36-182" fmla="*/ 5000 h 10000"/>
              <a:gd name="connsiteX37-183" fmla="*/ 6982 w 9811"/>
              <a:gd name="connsiteY37-184" fmla="*/ 4133 h 10000"/>
              <a:gd name="connsiteX38-185" fmla="*/ 7170 w 9811"/>
              <a:gd name="connsiteY38-186" fmla="*/ 3290 h 10000"/>
              <a:gd name="connsiteX39-187" fmla="*/ 7359 w 9811"/>
              <a:gd name="connsiteY39-188" fmla="*/ 2500 h 10000"/>
              <a:gd name="connsiteX40-189" fmla="*/ 7547 w 9811"/>
              <a:gd name="connsiteY40-190" fmla="*/ 1788 h 10000"/>
              <a:gd name="connsiteX41-191" fmla="*/ 7736 w 9811"/>
              <a:gd name="connsiteY41-192" fmla="*/ 1170 h 10000"/>
              <a:gd name="connsiteX42-193" fmla="*/ 7924 w 9811"/>
              <a:gd name="connsiteY42-194" fmla="*/ 670 h 10000"/>
              <a:gd name="connsiteX43-195" fmla="*/ 8114 w 9811"/>
              <a:gd name="connsiteY43-196" fmla="*/ 303 h 10000"/>
              <a:gd name="connsiteX44-197" fmla="*/ 8301 w 9811"/>
              <a:gd name="connsiteY44-198" fmla="*/ 75 h 10000"/>
              <a:gd name="connsiteX45-199" fmla="*/ 8491 w 9811"/>
              <a:gd name="connsiteY45-200" fmla="*/ 0 h 10000"/>
              <a:gd name="connsiteX46-201" fmla="*/ 8680 w 9811"/>
              <a:gd name="connsiteY46-202" fmla="*/ 75 h 10000"/>
              <a:gd name="connsiteX47-203" fmla="*/ 8868 w 9811"/>
              <a:gd name="connsiteY47-204" fmla="*/ 300 h 10000"/>
              <a:gd name="connsiteX48-205" fmla="*/ 9057 w 9811"/>
              <a:gd name="connsiteY48-206" fmla="*/ 670 h 10000"/>
              <a:gd name="connsiteX49-207" fmla="*/ 9245 w 9811"/>
              <a:gd name="connsiteY49-208" fmla="*/ 1170 h 10000"/>
              <a:gd name="connsiteX50-209" fmla="*/ 9434 w 9811"/>
              <a:gd name="connsiteY50-210" fmla="*/ 1785 h 10000"/>
              <a:gd name="connsiteX51-211" fmla="*/ 9623 w 9811"/>
              <a:gd name="connsiteY51-212" fmla="*/ 2500 h 10000"/>
              <a:gd name="connsiteX52-213" fmla="*/ 9811 w 9811"/>
              <a:gd name="connsiteY52-214" fmla="*/ 3288 h 10000"/>
              <a:gd name="connsiteX0-215" fmla="*/ 0 w 9808"/>
              <a:gd name="connsiteY0-216" fmla="*/ 5000 h 10000"/>
              <a:gd name="connsiteX1-217" fmla="*/ 194 w 9808"/>
              <a:gd name="connsiteY1-218" fmla="*/ 4133 h 10000"/>
              <a:gd name="connsiteX2-219" fmla="*/ 384 w 9808"/>
              <a:gd name="connsiteY2-220" fmla="*/ 3290 h 10000"/>
              <a:gd name="connsiteX3-221" fmla="*/ 578 w 9808"/>
              <a:gd name="connsiteY3-222" fmla="*/ 2500 h 10000"/>
              <a:gd name="connsiteX4-223" fmla="*/ 769 w 9808"/>
              <a:gd name="connsiteY4-224" fmla="*/ 1785 h 10000"/>
              <a:gd name="connsiteX5-225" fmla="*/ 962 w 9808"/>
              <a:gd name="connsiteY5-226" fmla="*/ 1170 h 10000"/>
              <a:gd name="connsiteX6-227" fmla="*/ 1154 w 9808"/>
              <a:gd name="connsiteY6-228" fmla="*/ 670 h 10000"/>
              <a:gd name="connsiteX7-229" fmla="*/ 1346 w 9808"/>
              <a:gd name="connsiteY7-230" fmla="*/ 303 h 10000"/>
              <a:gd name="connsiteX8-231" fmla="*/ 1538 w 9808"/>
              <a:gd name="connsiteY8-232" fmla="*/ 75 h 10000"/>
              <a:gd name="connsiteX9-233" fmla="*/ 1732 w 9808"/>
              <a:gd name="connsiteY9-234" fmla="*/ 0 h 10000"/>
              <a:gd name="connsiteX10-235" fmla="*/ 1923 w 9808"/>
              <a:gd name="connsiteY10-236" fmla="*/ 75 h 10000"/>
              <a:gd name="connsiteX11-237" fmla="*/ 2116 w 9808"/>
              <a:gd name="connsiteY11-238" fmla="*/ 303 h 10000"/>
              <a:gd name="connsiteX12-239" fmla="*/ 2308 w 9808"/>
              <a:gd name="connsiteY12-240" fmla="*/ 670 h 10000"/>
              <a:gd name="connsiteX13-241" fmla="*/ 2500 w 9808"/>
              <a:gd name="connsiteY13-242" fmla="*/ 1170 h 10000"/>
              <a:gd name="connsiteX14-243" fmla="*/ 2693 w 9808"/>
              <a:gd name="connsiteY14-244" fmla="*/ 1785 h 10000"/>
              <a:gd name="connsiteX15-245" fmla="*/ 2885 w 9808"/>
              <a:gd name="connsiteY15-246" fmla="*/ 2500 h 10000"/>
              <a:gd name="connsiteX16-247" fmla="*/ 3077 w 9808"/>
              <a:gd name="connsiteY16-248" fmla="*/ 3290 h 10000"/>
              <a:gd name="connsiteX17-249" fmla="*/ 3270 w 9808"/>
              <a:gd name="connsiteY17-250" fmla="*/ 4133 h 10000"/>
              <a:gd name="connsiteX18-251" fmla="*/ 3461 w 9808"/>
              <a:gd name="connsiteY18-252" fmla="*/ 5000 h 10000"/>
              <a:gd name="connsiteX19-253" fmla="*/ 3655 w 9808"/>
              <a:gd name="connsiteY19-254" fmla="*/ 5868 h 10000"/>
              <a:gd name="connsiteX20-255" fmla="*/ 3846 w 9808"/>
              <a:gd name="connsiteY20-256" fmla="*/ 6710 h 10000"/>
              <a:gd name="connsiteX21-257" fmla="*/ 4039 w 9808"/>
              <a:gd name="connsiteY21-258" fmla="*/ 7500 h 10000"/>
              <a:gd name="connsiteX22-259" fmla="*/ 4231 w 9808"/>
              <a:gd name="connsiteY22-260" fmla="*/ 8213 h 10000"/>
              <a:gd name="connsiteX23-261" fmla="*/ 4424 w 9808"/>
              <a:gd name="connsiteY23-262" fmla="*/ 8830 h 10000"/>
              <a:gd name="connsiteX24-263" fmla="*/ 4615 w 9808"/>
              <a:gd name="connsiteY24-264" fmla="*/ 9330 h 10000"/>
              <a:gd name="connsiteX25-265" fmla="*/ 4809 w 9808"/>
              <a:gd name="connsiteY25-266" fmla="*/ 9698 h 10000"/>
              <a:gd name="connsiteX26-267" fmla="*/ 4999 w 9808"/>
              <a:gd name="connsiteY26-268" fmla="*/ 9925 h 10000"/>
              <a:gd name="connsiteX27-269" fmla="*/ 5193 w 9808"/>
              <a:gd name="connsiteY27-270" fmla="*/ 10000 h 10000"/>
              <a:gd name="connsiteX28-271" fmla="*/ 5385 w 9808"/>
              <a:gd name="connsiteY28-272" fmla="*/ 9925 h 10000"/>
              <a:gd name="connsiteX29-273" fmla="*/ 5577 w 9808"/>
              <a:gd name="connsiteY29-274" fmla="*/ 9698 h 10000"/>
              <a:gd name="connsiteX30-275" fmla="*/ 5770 w 9808"/>
              <a:gd name="connsiteY30-276" fmla="*/ 9330 h 10000"/>
              <a:gd name="connsiteX31-277" fmla="*/ 5962 w 9808"/>
              <a:gd name="connsiteY31-278" fmla="*/ 8830 h 10000"/>
              <a:gd name="connsiteX32-279" fmla="*/ 6154 w 9808"/>
              <a:gd name="connsiteY32-280" fmla="*/ 8215 h 10000"/>
              <a:gd name="connsiteX33-281" fmla="*/ 6346 w 9808"/>
              <a:gd name="connsiteY33-282" fmla="*/ 7500 h 10000"/>
              <a:gd name="connsiteX34-283" fmla="*/ 6539 w 9808"/>
              <a:gd name="connsiteY34-284" fmla="*/ 6710 h 10000"/>
              <a:gd name="connsiteX35-285" fmla="*/ 6731 w 9808"/>
              <a:gd name="connsiteY35-286" fmla="*/ 5870 h 10000"/>
              <a:gd name="connsiteX36-287" fmla="*/ 6923 w 9808"/>
              <a:gd name="connsiteY36-288" fmla="*/ 5000 h 10000"/>
              <a:gd name="connsiteX37-289" fmla="*/ 7117 w 9808"/>
              <a:gd name="connsiteY37-290" fmla="*/ 4133 h 10000"/>
              <a:gd name="connsiteX38-291" fmla="*/ 7308 w 9808"/>
              <a:gd name="connsiteY38-292" fmla="*/ 3290 h 10000"/>
              <a:gd name="connsiteX39-293" fmla="*/ 7501 w 9808"/>
              <a:gd name="connsiteY39-294" fmla="*/ 2500 h 10000"/>
              <a:gd name="connsiteX40-295" fmla="*/ 7692 w 9808"/>
              <a:gd name="connsiteY40-296" fmla="*/ 1788 h 10000"/>
              <a:gd name="connsiteX41-297" fmla="*/ 7885 w 9808"/>
              <a:gd name="connsiteY41-298" fmla="*/ 1170 h 10000"/>
              <a:gd name="connsiteX42-299" fmla="*/ 8077 w 9808"/>
              <a:gd name="connsiteY42-300" fmla="*/ 670 h 10000"/>
              <a:gd name="connsiteX43-301" fmla="*/ 8270 w 9808"/>
              <a:gd name="connsiteY43-302" fmla="*/ 303 h 10000"/>
              <a:gd name="connsiteX44-303" fmla="*/ 8461 w 9808"/>
              <a:gd name="connsiteY44-304" fmla="*/ 75 h 10000"/>
              <a:gd name="connsiteX45-305" fmla="*/ 8655 w 9808"/>
              <a:gd name="connsiteY45-306" fmla="*/ 0 h 10000"/>
              <a:gd name="connsiteX46-307" fmla="*/ 8847 w 9808"/>
              <a:gd name="connsiteY46-308" fmla="*/ 75 h 10000"/>
              <a:gd name="connsiteX47-309" fmla="*/ 9039 w 9808"/>
              <a:gd name="connsiteY47-310" fmla="*/ 300 h 10000"/>
              <a:gd name="connsiteX48-311" fmla="*/ 9231 w 9808"/>
              <a:gd name="connsiteY48-312" fmla="*/ 670 h 10000"/>
              <a:gd name="connsiteX49-313" fmla="*/ 9423 w 9808"/>
              <a:gd name="connsiteY49-314" fmla="*/ 1170 h 10000"/>
              <a:gd name="connsiteX50-315" fmla="*/ 9616 w 9808"/>
              <a:gd name="connsiteY50-316" fmla="*/ 1785 h 10000"/>
              <a:gd name="connsiteX51-317" fmla="*/ 9808 w 9808"/>
              <a:gd name="connsiteY51-318" fmla="*/ 2500 h 10000"/>
              <a:gd name="connsiteX0-319" fmla="*/ 0 w 9804"/>
              <a:gd name="connsiteY0-320" fmla="*/ 5000 h 10000"/>
              <a:gd name="connsiteX1-321" fmla="*/ 198 w 9804"/>
              <a:gd name="connsiteY1-322" fmla="*/ 4133 h 10000"/>
              <a:gd name="connsiteX2-323" fmla="*/ 392 w 9804"/>
              <a:gd name="connsiteY2-324" fmla="*/ 3290 h 10000"/>
              <a:gd name="connsiteX3-325" fmla="*/ 589 w 9804"/>
              <a:gd name="connsiteY3-326" fmla="*/ 2500 h 10000"/>
              <a:gd name="connsiteX4-327" fmla="*/ 784 w 9804"/>
              <a:gd name="connsiteY4-328" fmla="*/ 1785 h 10000"/>
              <a:gd name="connsiteX5-329" fmla="*/ 981 w 9804"/>
              <a:gd name="connsiteY5-330" fmla="*/ 1170 h 10000"/>
              <a:gd name="connsiteX6-331" fmla="*/ 1177 w 9804"/>
              <a:gd name="connsiteY6-332" fmla="*/ 670 h 10000"/>
              <a:gd name="connsiteX7-333" fmla="*/ 1372 w 9804"/>
              <a:gd name="connsiteY7-334" fmla="*/ 303 h 10000"/>
              <a:gd name="connsiteX8-335" fmla="*/ 1568 w 9804"/>
              <a:gd name="connsiteY8-336" fmla="*/ 75 h 10000"/>
              <a:gd name="connsiteX9-337" fmla="*/ 1766 w 9804"/>
              <a:gd name="connsiteY9-338" fmla="*/ 0 h 10000"/>
              <a:gd name="connsiteX10-339" fmla="*/ 1961 w 9804"/>
              <a:gd name="connsiteY10-340" fmla="*/ 75 h 10000"/>
              <a:gd name="connsiteX11-341" fmla="*/ 2157 w 9804"/>
              <a:gd name="connsiteY11-342" fmla="*/ 303 h 10000"/>
              <a:gd name="connsiteX12-343" fmla="*/ 2353 w 9804"/>
              <a:gd name="connsiteY12-344" fmla="*/ 670 h 10000"/>
              <a:gd name="connsiteX13-345" fmla="*/ 2549 w 9804"/>
              <a:gd name="connsiteY13-346" fmla="*/ 1170 h 10000"/>
              <a:gd name="connsiteX14-347" fmla="*/ 2746 w 9804"/>
              <a:gd name="connsiteY14-348" fmla="*/ 1785 h 10000"/>
              <a:gd name="connsiteX15-349" fmla="*/ 2941 w 9804"/>
              <a:gd name="connsiteY15-350" fmla="*/ 2500 h 10000"/>
              <a:gd name="connsiteX16-351" fmla="*/ 3137 w 9804"/>
              <a:gd name="connsiteY16-352" fmla="*/ 3290 h 10000"/>
              <a:gd name="connsiteX17-353" fmla="*/ 3334 w 9804"/>
              <a:gd name="connsiteY17-354" fmla="*/ 4133 h 10000"/>
              <a:gd name="connsiteX18-355" fmla="*/ 3529 w 9804"/>
              <a:gd name="connsiteY18-356" fmla="*/ 5000 h 10000"/>
              <a:gd name="connsiteX19-357" fmla="*/ 3727 w 9804"/>
              <a:gd name="connsiteY19-358" fmla="*/ 5868 h 10000"/>
              <a:gd name="connsiteX20-359" fmla="*/ 3921 w 9804"/>
              <a:gd name="connsiteY20-360" fmla="*/ 6710 h 10000"/>
              <a:gd name="connsiteX21-361" fmla="*/ 4118 w 9804"/>
              <a:gd name="connsiteY21-362" fmla="*/ 7500 h 10000"/>
              <a:gd name="connsiteX22-363" fmla="*/ 4314 w 9804"/>
              <a:gd name="connsiteY22-364" fmla="*/ 8213 h 10000"/>
              <a:gd name="connsiteX23-365" fmla="*/ 4511 w 9804"/>
              <a:gd name="connsiteY23-366" fmla="*/ 8830 h 10000"/>
              <a:gd name="connsiteX24-367" fmla="*/ 4705 w 9804"/>
              <a:gd name="connsiteY24-368" fmla="*/ 9330 h 10000"/>
              <a:gd name="connsiteX25-369" fmla="*/ 4903 w 9804"/>
              <a:gd name="connsiteY25-370" fmla="*/ 9698 h 10000"/>
              <a:gd name="connsiteX26-371" fmla="*/ 5097 w 9804"/>
              <a:gd name="connsiteY26-372" fmla="*/ 9925 h 10000"/>
              <a:gd name="connsiteX27-373" fmla="*/ 5295 w 9804"/>
              <a:gd name="connsiteY27-374" fmla="*/ 10000 h 10000"/>
              <a:gd name="connsiteX28-375" fmla="*/ 5490 w 9804"/>
              <a:gd name="connsiteY28-376" fmla="*/ 9925 h 10000"/>
              <a:gd name="connsiteX29-377" fmla="*/ 5686 w 9804"/>
              <a:gd name="connsiteY29-378" fmla="*/ 9698 h 10000"/>
              <a:gd name="connsiteX30-379" fmla="*/ 5883 w 9804"/>
              <a:gd name="connsiteY30-380" fmla="*/ 9330 h 10000"/>
              <a:gd name="connsiteX31-381" fmla="*/ 6079 w 9804"/>
              <a:gd name="connsiteY31-382" fmla="*/ 8830 h 10000"/>
              <a:gd name="connsiteX32-383" fmla="*/ 6274 w 9804"/>
              <a:gd name="connsiteY32-384" fmla="*/ 8215 h 10000"/>
              <a:gd name="connsiteX33-385" fmla="*/ 6470 w 9804"/>
              <a:gd name="connsiteY33-386" fmla="*/ 7500 h 10000"/>
              <a:gd name="connsiteX34-387" fmla="*/ 6667 w 9804"/>
              <a:gd name="connsiteY34-388" fmla="*/ 6710 h 10000"/>
              <a:gd name="connsiteX35-389" fmla="*/ 6863 w 9804"/>
              <a:gd name="connsiteY35-390" fmla="*/ 5870 h 10000"/>
              <a:gd name="connsiteX36-391" fmla="*/ 7059 w 9804"/>
              <a:gd name="connsiteY36-392" fmla="*/ 5000 h 10000"/>
              <a:gd name="connsiteX37-393" fmla="*/ 7256 w 9804"/>
              <a:gd name="connsiteY37-394" fmla="*/ 4133 h 10000"/>
              <a:gd name="connsiteX38-395" fmla="*/ 7451 w 9804"/>
              <a:gd name="connsiteY38-396" fmla="*/ 3290 h 10000"/>
              <a:gd name="connsiteX39-397" fmla="*/ 7648 w 9804"/>
              <a:gd name="connsiteY39-398" fmla="*/ 2500 h 10000"/>
              <a:gd name="connsiteX40-399" fmla="*/ 7843 w 9804"/>
              <a:gd name="connsiteY40-400" fmla="*/ 1788 h 10000"/>
              <a:gd name="connsiteX41-401" fmla="*/ 8039 w 9804"/>
              <a:gd name="connsiteY41-402" fmla="*/ 1170 h 10000"/>
              <a:gd name="connsiteX42-403" fmla="*/ 8235 w 9804"/>
              <a:gd name="connsiteY42-404" fmla="*/ 670 h 10000"/>
              <a:gd name="connsiteX43-405" fmla="*/ 8432 w 9804"/>
              <a:gd name="connsiteY43-406" fmla="*/ 303 h 10000"/>
              <a:gd name="connsiteX44-407" fmla="*/ 8627 w 9804"/>
              <a:gd name="connsiteY44-408" fmla="*/ 75 h 10000"/>
              <a:gd name="connsiteX45-409" fmla="*/ 8824 w 9804"/>
              <a:gd name="connsiteY45-410" fmla="*/ 0 h 10000"/>
              <a:gd name="connsiteX46-411" fmla="*/ 9020 w 9804"/>
              <a:gd name="connsiteY46-412" fmla="*/ 75 h 10000"/>
              <a:gd name="connsiteX47-413" fmla="*/ 9216 w 9804"/>
              <a:gd name="connsiteY47-414" fmla="*/ 300 h 10000"/>
              <a:gd name="connsiteX48-415" fmla="*/ 9412 w 9804"/>
              <a:gd name="connsiteY48-416" fmla="*/ 670 h 10000"/>
              <a:gd name="connsiteX49-417" fmla="*/ 9607 w 9804"/>
              <a:gd name="connsiteY49-418" fmla="*/ 1170 h 10000"/>
              <a:gd name="connsiteX50-419" fmla="*/ 9804 w 9804"/>
              <a:gd name="connsiteY50-420" fmla="*/ 1785 h 10000"/>
              <a:gd name="connsiteX0-421" fmla="*/ 0 w 10000"/>
              <a:gd name="connsiteY0-422" fmla="*/ 5000 h 10000"/>
              <a:gd name="connsiteX1-423" fmla="*/ 202 w 10000"/>
              <a:gd name="connsiteY1-424" fmla="*/ 4133 h 10000"/>
              <a:gd name="connsiteX2-425" fmla="*/ 400 w 10000"/>
              <a:gd name="connsiteY2-426" fmla="*/ 3290 h 10000"/>
              <a:gd name="connsiteX3-427" fmla="*/ 601 w 10000"/>
              <a:gd name="connsiteY3-428" fmla="*/ 2500 h 10000"/>
              <a:gd name="connsiteX4-429" fmla="*/ 800 w 10000"/>
              <a:gd name="connsiteY4-430" fmla="*/ 1785 h 10000"/>
              <a:gd name="connsiteX5-431" fmla="*/ 1001 w 10000"/>
              <a:gd name="connsiteY5-432" fmla="*/ 1170 h 10000"/>
              <a:gd name="connsiteX6-433" fmla="*/ 1201 w 10000"/>
              <a:gd name="connsiteY6-434" fmla="*/ 670 h 10000"/>
              <a:gd name="connsiteX7-435" fmla="*/ 1399 w 10000"/>
              <a:gd name="connsiteY7-436" fmla="*/ 303 h 10000"/>
              <a:gd name="connsiteX8-437" fmla="*/ 1599 w 10000"/>
              <a:gd name="connsiteY8-438" fmla="*/ 75 h 10000"/>
              <a:gd name="connsiteX9-439" fmla="*/ 1801 w 10000"/>
              <a:gd name="connsiteY9-440" fmla="*/ 0 h 10000"/>
              <a:gd name="connsiteX10-441" fmla="*/ 2000 w 10000"/>
              <a:gd name="connsiteY10-442" fmla="*/ 75 h 10000"/>
              <a:gd name="connsiteX11-443" fmla="*/ 2200 w 10000"/>
              <a:gd name="connsiteY11-444" fmla="*/ 303 h 10000"/>
              <a:gd name="connsiteX12-445" fmla="*/ 2400 w 10000"/>
              <a:gd name="connsiteY12-446" fmla="*/ 670 h 10000"/>
              <a:gd name="connsiteX13-447" fmla="*/ 2600 w 10000"/>
              <a:gd name="connsiteY13-448" fmla="*/ 1170 h 10000"/>
              <a:gd name="connsiteX14-449" fmla="*/ 2801 w 10000"/>
              <a:gd name="connsiteY14-450" fmla="*/ 1785 h 10000"/>
              <a:gd name="connsiteX15-451" fmla="*/ 3000 w 10000"/>
              <a:gd name="connsiteY15-452" fmla="*/ 2500 h 10000"/>
              <a:gd name="connsiteX16-453" fmla="*/ 3200 w 10000"/>
              <a:gd name="connsiteY16-454" fmla="*/ 3290 h 10000"/>
              <a:gd name="connsiteX17-455" fmla="*/ 3401 w 10000"/>
              <a:gd name="connsiteY17-456" fmla="*/ 4133 h 10000"/>
              <a:gd name="connsiteX18-457" fmla="*/ 3600 w 10000"/>
              <a:gd name="connsiteY18-458" fmla="*/ 5000 h 10000"/>
              <a:gd name="connsiteX19-459" fmla="*/ 3802 w 10000"/>
              <a:gd name="connsiteY19-460" fmla="*/ 5868 h 10000"/>
              <a:gd name="connsiteX20-461" fmla="*/ 3999 w 10000"/>
              <a:gd name="connsiteY20-462" fmla="*/ 6710 h 10000"/>
              <a:gd name="connsiteX21-463" fmla="*/ 4200 w 10000"/>
              <a:gd name="connsiteY21-464" fmla="*/ 7500 h 10000"/>
              <a:gd name="connsiteX22-465" fmla="*/ 4400 w 10000"/>
              <a:gd name="connsiteY22-466" fmla="*/ 8213 h 10000"/>
              <a:gd name="connsiteX23-467" fmla="*/ 4601 w 10000"/>
              <a:gd name="connsiteY23-468" fmla="*/ 8830 h 10000"/>
              <a:gd name="connsiteX24-469" fmla="*/ 4799 w 10000"/>
              <a:gd name="connsiteY24-470" fmla="*/ 9330 h 10000"/>
              <a:gd name="connsiteX25-471" fmla="*/ 5001 w 10000"/>
              <a:gd name="connsiteY25-472" fmla="*/ 9698 h 10000"/>
              <a:gd name="connsiteX26-473" fmla="*/ 5199 w 10000"/>
              <a:gd name="connsiteY26-474" fmla="*/ 9925 h 10000"/>
              <a:gd name="connsiteX27-475" fmla="*/ 5401 w 10000"/>
              <a:gd name="connsiteY27-476" fmla="*/ 10000 h 10000"/>
              <a:gd name="connsiteX28-477" fmla="*/ 5600 w 10000"/>
              <a:gd name="connsiteY28-478" fmla="*/ 9925 h 10000"/>
              <a:gd name="connsiteX29-479" fmla="*/ 5800 w 10000"/>
              <a:gd name="connsiteY29-480" fmla="*/ 9698 h 10000"/>
              <a:gd name="connsiteX30-481" fmla="*/ 6001 w 10000"/>
              <a:gd name="connsiteY30-482" fmla="*/ 9330 h 10000"/>
              <a:gd name="connsiteX31-483" fmla="*/ 6201 w 10000"/>
              <a:gd name="connsiteY31-484" fmla="*/ 8830 h 10000"/>
              <a:gd name="connsiteX32-485" fmla="*/ 6399 w 10000"/>
              <a:gd name="connsiteY32-486" fmla="*/ 8215 h 10000"/>
              <a:gd name="connsiteX33-487" fmla="*/ 6599 w 10000"/>
              <a:gd name="connsiteY33-488" fmla="*/ 7500 h 10000"/>
              <a:gd name="connsiteX34-489" fmla="*/ 6800 w 10000"/>
              <a:gd name="connsiteY34-490" fmla="*/ 6710 h 10000"/>
              <a:gd name="connsiteX35-491" fmla="*/ 7000 w 10000"/>
              <a:gd name="connsiteY35-492" fmla="*/ 5870 h 10000"/>
              <a:gd name="connsiteX36-493" fmla="*/ 7200 w 10000"/>
              <a:gd name="connsiteY36-494" fmla="*/ 5000 h 10000"/>
              <a:gd name="connsiteX37-495" fmla="*/ 7401 w 10000"/>
              <a:gd name="connsiteY37-496" fmla="*/ 4133 h 10000"/>
              <a:gd name="connsiteX38-497" fmla="*/ 7600 w 10000"/>
              <a:gd name="connsiteY38-498" fmla="*/ 3290 h 10000"/>
              <a:gd name="connsiteX39-499" fmla="*/ 7801 w 10000"/>
              <a:gd name="connsiteY39-500" fmla="*/ 2500 h 10000"/>
              <a:gd name="connsiteX40-501" fmla="*/ 8000 w 10000"/>
              <a:gd name="connsiteY40-502" fmla="*/ 1788 h 10000"/>
              <a:gd name="connsiteX41-503" fmla="*/ 8200 w 10000"/>
              <a:gd name="connsiteY41-504" fmla="*/ 1170 h 10000"/>
              <a:gd name="connsiteX42-505" fmla="*/ 8400 w 10000"/>
              <a:gd name="connsiteY42-506" fmla="*/ 670 h 10000"/>
              <a:gd name="connsiteX43-507" fmla="*/ 8601 w 10000"/>
              <a:gd name="connsiteY43-508" fmla="*/ 303 h 10000"/>
              <a:gd name="connsiteX44-509" fmla="*/ 8799 w 10000"/>
              <a:gd name="connsiteY44-510" fmla="*/ 75 h 10000"/>
              <a:gd name="connsiteX45-511" fmla="*/ 9000 w 10000"/>
              <a:gd name="connsiteY45-512" fmla="*/ 0 h 10000"/>
              <a:gd name="connsiteX46-513" fmla="*/ 9200 w 10000"/>
              <a:gd name="connsiteY46-514" fmla="*/ 75 h 10000"/>
              <a:gd name="connsiteX47-515" fmla="*/ 9400 w 10000"/>
              <a:gd name="connsiteY47-516" fmla="*/ 300 h 10000"/>
              <a:gd name="connsiteX48-517" fmla="*/ 9600 w 10000"/>
              <a:gd name="connsiteY48-518" fmla="*/ 670 h 10000"/>
              <a:gd name="connsiteX49-519" fmla="*/ 10000 w 10000"/>
              <a:gd name="connsiteY49-520" fmla="*/ 1785 h 10000"/>
              <a:gd name="connsiteX0-521" fmla="*/ 0 w 9600"/>
              <a:gd name="connsiteY0-522" fmla="*/ 5000 h 10000"/>
              <a:gd name="connsiteX1-523" fmla="*/ 202 w 9600"/>
              <a:gd name="connsiteY1-524" fmla="*/ 4133 h 10000"/>
              <a:gd name="connsiteX2-525" fmla="*/ 400 w 9600"/>
              <a:gd name="connsiteY2-526" fmla="*/ 3290 h 10000"/>
              <a:gd name="connsiteX3-527" fmla="*/ 601 w 9600"/>
              <a:gd name="connsiteY3-528" fmla="*/ 2500 h 10000"/>
              <a:gd name="connsiteX4-529" fmla="*/ 800 w 9600"/>
              <a:gd name="connsiteY4-530" fmla="*/ 1785 h 10000"/>
              <a:gd name="connsiteX5-531" fmla="*/ 1001 w 9600"/>
              <a:gd name="connsiteY5-532" fmla="*/ 1170 h 10000"/>
              <a:gd name="connsiteX6-533" fmla="*/ 1201 w 9600"/>
              <a:gd name="connsiteY6-534" fmla="*/ 670 h 10000"/>
              <a:gd name="connsiteX7-535" fmla="*/ 1399 w 9600"/>
              <a:gd name="connsiteY7-536" fmla="*/ 303 h 10000"/>
              <a:gd name="connsiteX8-537" fmla="*/ 1599 w 9600"/>
              <a:gd name="connsiteY8-538" fmla="*/ 75 h 10000"/>
              <a:gd name="connsiteX9-539" fmla="*/ 1801 w 9600"/>
              <a:gd name="connsiteY9-540" fmla="*/ 0 h 10000"/>
              <a:gd name="connsiteX10-541" fmla="*/ 2000 w 9600"/>
              <a:gd name="connsiteY10-542" fmla="*/ 75 h 10000"/>
              <a:gd name="connsiteX11-543" fmla="*/ 2200 w 9600"/>
              <a:gd name="connsiteY11-544" fmla="*/ 303 h 10000"/>
              <a:gd name="connsiteX12-545" fmla="*/ 2400 w 9600"/>
              <a:gd name="connsiteY12-546" fmla="*/ 670 h 10000"/>
              <a:gd name="connsiteX13-547" fmla="*/ 2600 w 9600"/>
              <a:gd name="connsiteY13-548" fmla="*/ 1170 h 10000"/>
              <a:gd name="connsiteX14-549" fmla="*/ 2801 w 9600"/>
              <a:gd name="connsiteY14-550" fmla="*/ 1785 h 10000"/>
              <a:gd name="connsiteX15-551" fmla="*/ 3000 w 9600"/>
              <a:gd name="connsiteY15-552" fmla="*/ 2500 h 10000"/>
              <a:gd name="connsiteX16-553" fmla="*/ 3200 w 9600"/>
              <a:gd name="connsiteY16-554" fmla="*/ 3290 h 10000"/>
              <a:gd name="connsiteX17-555" fmla="*/ 3401 w 9600"/>
              <a:gd name="connsiteY17-556" fmla="*/ 4133 h 10000"/>
              <a:gd name="connsiteX18-557" fmla="*/ 3600 w 9600"/>
              <a:gd name="connsiteY18-558" fmla="*/ 5000 h 10000"/>
              <a:gd name="connsiteX19-559" fmla="*/ 3802 w 9600"/>
              <a:gd name="connsiteY19-560" fmla="*/ 5868 h 10000"/>
              <a:gd name="connsiteX20-561" fmla="*/ 3999 w 9600"/>
              <a:gd name="connsiteY20-562" fmla="*/ 6710 h 10000"/>
              <a:gd name="connsiteX21-563" fmla="*/ 4200 w 9600"/>
              <a:gd name="connsiteY21-564" fmla="*/ 7500 h 10000"/>
              <a:gd name="connsiteX22-565" fmla="*/ 4400 w 9600"/>
              <a:gd name="connsiteY22-566" fmla="*/ 8213 h 10000"/>
              <a:gd name="connsiteX23-567" fmla="*/ 4601 w 9600"/>
              <a:gd name="connsiteY23-568" fmla="*/ 8830 h 10000"/>
              <a:gd name="connsiteX24-569" fmla="*/ 4799 w 9600"/>
              <a:gd name="connsiteY24-570" fmla="*/ 9330 h 10000"/>
              <a:gd name="connsiteX25-571" fmla="*/ 5001 w 9600"/>
              <a:gd name="connsiteY25-572" fmla="*/ 9698 h 10000"/>
              <a:gd name="connsiteX26-573" fmla="*/ 5199 w 9600"/>
              <a:gd name="connsiteY26-574" fmla="*/ 9925 h 10000"/>
              <a:gd name="connsiteX27-575" fmla="*/ 5401 w 9600"/>
              <a:gd name="connsiteY27-576" fmla="*/ 10000 h 10000"/>
              <a:gd name="connsiteX28-577" fmla="*/ 5600 w 9600"/>
              <a:gd name="connsiteY28-578" fmla="*/ 9925 h 10000"/>
              <a:gd name="connsiteX29-579" fmla="*/ 5800 w 9600"/>
              <a:gd name="connsiteY29-580" fmla="*/ 9698 h 10000"/>
              <a:gd name="connsiteX30-581" fmla="*/ 6001 w 9600"/>
              <a:gd name="connsiteY30-582" fmla="*/ 9330 h 10000"/>
              <a:gd name="connsiteX31-583" fmla="*/ 6201 w 9600"/>
              <a:gd name="connsiteY31-584" fmla="*/ 8830 h 10000"/>
              <a:gd name="connsiteX32-585" fmla="*/ 6399 w 9600"/>
              <a:gd name="connsiteY32-586" fmla="*/ 8215 h 10000"/>
              <a:gd name="connsiteX33-587" fmla="*/ 6599 w 9600"/>
              <a:gd name="connsiteY33-588" fmla="*/ 7500 h 10000"/>
              <a:gd name="connsiteX34-589" fmla="*/ 6800 w 9600"/>
              <a:gd name="connsiteY34-590" fmla="*/ 6710 h 10000"/>
              <a:gd name="connsiteX35-591" fmla="*/ 7000 w 9600"/>
              <a:gd name="connsiteY35-592" fmla="*/ 5870 h 10000"/>
              <a:gd name="connsiteX36-593" fmla="*/ 7200 w 9600"/>
              <a:gd name="connsiteY36-594" fmla="*/ 5000 h 10000"/>
              <a:gd name="connsiteX37-595" fmla="*/ 7401 w 9600"/>
              <a:gd name="connsiteY37-596" fmla="*/ 4133 h 10000"/>
              <a:gd name="connsiteX38-597" fmla="*/ 7600 w 9600"/>
              <a:gd name="connsiteY38-598" fmla="*/ 3290 h 10000"/>
              <a:gd name="connsiteX39-599" fmla="*/ 7801 w 9600"/>
              <a:gd name="connsiteY39-600" fmla="*/ 2500 h 10000"/>
              <a:gd name="connsiteX40-601" fmla="*/ 8000 w 9600"/>
              <a:gd name="connsiteY40-602" fmla="*/ 1788 h 10000"/>
              <a:gd name="connsiteX41-603" fmla="*/ 8200 w 9600"/>
              <a:gd name="connsiteY41-604" fmla="*/ 1170 h 10000"/>
              <a:gd name="connsiteX42-605" fmla="*/ 8400 w 9600"/>
              <a:gd name="connsiteY42-606" fmla="*/ 670 h 10000"/>
              <a:gd name="connsiteX43-607" fmla="*/ 8601 w 9600"/>
              <a:gd name="connsiteY43-608" fmla="*/ 303 h 10000"/>
              <a:gd name="connsiteX44-609" fmla="*/ 8799 w 9600"/>
              <a:gd name="connsiteY44-610" fmla="*/ 75 h 10000"/>
              <a:gd name="connsiteX45-611" fmla="*/ 9000 w 9600"/>
              <a:gd name="connsiteY45-612" fmla="*/ 0 h 10000"/>
              <a:gd name="connsiteX46-613" fmla="*/ 9200 w 9600"/>
              <a:gd name="connsiteY46-614" fmla="*/ 75 h 10000"/>
              <a:gd name="connsiteX47-615" fmla="*/ 9400 w 9600"/>
              <a:gd name="connsiteY47-616" fmla="*/ 300 h 10000"/>
              <a:gd name="connsiteX48-617" fmla="*/ 9600 w 9600"/>
              <a:gd name="connsiteY48-618" fmla="*/ 670 h 10000"/>
              <a:gd name="connsiteX0-619" fmla="*/ 0 w 9792"/>
              <a:gd name="connsiteY0-620" fmla="*/ 5000 h 10000"/>
              <a:gd name="connsiteX1-621" fmla="*/ 210 w 9792"/>
              <a:gd name="connsiteY1-622" fmla="*/ 4133 h 10000"/>
              <a:gd name="connsiteX2-623" fmla="*/ 417 w 9792"/>
              <a:gd name="connsiteY2-624" fmla="*/ 3290 h 10000"/>
              <a:gd name="connsiteX3-625" fmla="*/ 626 w 9792"/>
              <a:gd name="connsiteY3-626" fmla="*/ 2500 h 10000"/>
              <a:gd name="connsiteX4-627" fmla="*/ 833 w 9792"/>
              <a:gd name="connsiteY4-628" fmla="*/ 1785 h 10000"/>
              <a:gd name="connsiteX5-629" fmla="*/ 1043 w 9792"/>
              <a:gd name="connsiteY5-630" fmla="*/ 1170 h 10000"/>
              <a:gd name="connsiteX6-631" fmla="*/ 1251 w 9792"/>
              <a:gd name="connsiteY6-632" fmla="*/ 670 h 10000"/>
              <a:gd name="connsiteX7-633" fmla="*/ 1457 w 9792"/>
              <a:gd name="connsiteY7-634" fmla="*/ 303 h 10000"/>
              <a:gd name="connsiteX8-635" fmla="*/ 1666 w 9792"/>
              <a:gd name="connsiteY8-636" fmla="*/ 75 h 10000"/>
              <a:gd name="connsiteX9-637" fmla="*/ 1876 w 9792"/>
              <a:gd name="connsiteY9-638" fmla="*/ 0 h 10000"/>
              <a:gd name="connsiteX10-639" fmla="*/ 2083 w 9792"/>
              <a:gd name="connsiteY10-640" fmla="*/ 75 h 10000"/>
              <a:gd name="connsiteX11-641" fmla="*/ 2292 w 9792"/>
              <a:gd name="connsiteY11-642" fmla="*/ 303 h 10000"/>
              <a:gd name="connsiteX12-643" fmla="*/ 2500 w 9792"/>
              <a:gd name="connsiteY12-644" fmla="*/ 670 h 10000"/>
              <a:gd name="connsiteX13-645" fmla="*/ 2708 w 9792"/>
              <a:gd name="connsiteY13-646" fmla="*/ 1170 h 10000"/>
              <a:gd name="connsiteX14-647" fmla="*/ 2918 w 9792"/>
              <a:gd name="connsiteY14-648" fmla="*/ 1785 h 10000"/>
              <a:gd name="connsiteX15-649" fmla="*/ 3125 w 9792"/>
              <a:gd name="connsiteY15-650" fmla="*/ 2500 h 10000"/>
              <a:gd name="connsiteX16-651" fmla="*/ 3333 w 9792"/>
              <a:gd name="connsiteY16-652" fmla="*/ 3290 h 10000"/>
              <a:gd name="connsiteX17-653" fmla="*/ 3543 w 9792"/>
              <a:gd name="connsiteY17-654" fmla="*/ 4133 h 10000"/>
              <a:gd name="connsiteX18-655" fmla="*/ 3750 w 9792"/>
              <a:gd name="connsiteY18-656" fmla="*/ 5000 h 10000"/>
              <a:gd name="connsiteX19-657" fmla="*/ 3960 w 9792"/>
              <a:gd name="connsiteY19-658" fmla="*/ 5868 h 10000"/>
              <a:gd name="connsiteX20-659" fmla="*/ 4166 w 9792"/>
              <a:gd name="connsiteY20-660" fmla="*/ 6710 h 10000"/>
              <a:gd name="connsiteX21-661" fmla="*/ 4375 w 9792"/>
              <a:gd name="connsiteY21-662" fmla="*/ 7500 h 10000"/>
              <a:gd name="connsiteX22-663" fmla="*/ 4583 w 9792"/>
              <a:gd name="connsiteY22-664" fmla="*/ 8213 h 10000"/>
              <a:gd name="connsiteX23-665" fmla="*/ 4793 w 9792"/>
              <a:gd name="connsiteY23-666" fmla="*/ 8830 h 10000"/>
              <a:gd name="connsiteX24-667" fmla="*/ 4999 w 9792"/>
              <a:gd name="connsiteY24-668" fmla="*/ 9330 h 10000"/>
              <a:gd name="connsiteX25-669" fmla="*/ 5209 w 9792"/>
              <a:gd name="connsiteY25-670" fmla="*/ 9698 h 10000"/>
              <a:gd name="connsiteX26-671" fmla="*/ 5416 w 9792"/>
              <a:gd name="connsiteY26-672" fmla="*/ 9925 h 10000"/>
              <a:gd name="connsiteX27-673" fmla="*/ 5626 w 9792"/>
              <a:gd name="connsiteY27-674" fmla="*/ 10000 h 10000"/>
              <a:gd name="connsiteX28-675" fmla="*/ 5833 w 9792"/>
              <a:gd name="connsiteY28-676" fmla="*/ 9925 h 10000"/>
              <a:gd name="connsiteX29-677" fmla="*/ 6042 w 9792"/>
              <a:gd name="connsiteY29-678" fmla="*/ 9698 h 10000"/>
              <a:gd name="connsiteX30-679" fmla="*/ 6251 w 9792"/>
              <a:gd name="connsiteY30-680" fmla="*/ 9330 h 10000"/>
              <a:gd name="connsiteX31-681" fmla="*/ 6459 w 9792"/>
              <a:gd name="connsiteY31-682" fmla="*/ 8830 h 10000"/>
              <a:gd name="connsiteX32-683" fmla="*/ 6666 w 9792"/>
              <a:gd name="connsiteY32-684" fmla="*/ 8215 h 10000"/>
              <a:gd name="connsiteX33-685" fmla="*/ 6874 w 9792"/>
              <a:gd name="connsiteY33-686" fmla="*/ 7500 h 10000"/>
              <a:gd name="connsiteX34-687" fmla="*/ 7083 w 9792"/>
              <a:gd name="connsiteY34-688" fmla="*/ 6710 h 10000"/>
              <a:gd name="connsiteX35-689" fmla="*/ 7292 w 9792"/>
              <a:gd name="connsiteY35-690" fmla="*/ 5870 h 10000"/>
              <a:gd name="connsiteX36-691" fmla="*/ 7500 w 9792"/>
              <a:gd name="connsiteY36-692" fmla="*/ 5000 h 10000"/>
              <a:gd name="connsiteX37-693" fmla="*/ 7709 w 9792"/>
              <a:gd name="connsiteY37-694" fmla="*/ 4133 h 10000"/>
              <a:gd name="connsiteX38-695" fmla="*/ 7917 w 9792"/>
              <a:gd name="connsiteY38-696" fmla="*/ 3290 h 10000"/>
              <a:gd name="connsiteX39-697" fmla="*/ 8126 w 9792"/>
              <a:gd name="connsiteY39-698" fmla="*/ 2500 h 10000"/>
              <a:gd name="connsiteX40-699" fmla="*/ 8333 w 9792"/>
              <a:gd name="connsiteY40-700" fmla="*/ 1788 h 10000"/>
              <a:gd name="connsiteX41-701" fmla="*/ 8542 w 9792"/>
              <a:gd name="connsiteY41-702" fmla="*/ 1170 h 10000"/>
              <a:gd name="connsiteX42-703" fmla="*/ 8750 w 9792"/>
              <a:gd name="connsiteY42-704" fmla="*/ 670 h 10000"/>
              <a:gd name="connsiteX43-705" fmla="*/ 8959 w 9792"/>
              <a:gd name="connsiteY43-706" fmla="*/ 303 h 10000"/>
              <a:gd name="connsiteX44-707" fmla="*/ 9166 w 9792"/>
              <a:gd name="connsiteY44-708" fmla="*/ 75 h 10000"/>
              <a:gd name="connsiteX45-709" fmla="*/ 9375 w 9792"/>
              <a:gd name="connsiteY45-710" fmla="*/ 0 h 10000"/>
              <a:gd name="connsiteX46-711" fmla="*/ 9583 w 9792"/>
              <a:gd name="connsiteY46-712" fmla="*/ 75 h 10000"/>
              <a:gd name="connsiteX47-713" fmla="*/ 9792 w 9792"/>
              <a:gd name="connsiteY47-714" fmla="*/ 300 h 10000"/>
              <a:gd name="connsiteX0-715" fmla="*/ 0 w 9787"/>
              <a:gd name="connsiteY0-716" fmla="*/ 5000 h 10000"/>
              <a:gd name="connsiteX1-717" fmla="*/ 214 w 9787"/>
              <a:gd name="connsiteY1-718" fmla="*/ 4133 h 10000"/>
              <a:gd name="connsiteX2-719" fmla="*/ 426 w 9787"/>
              <a:gd name="connsiteY2-720" fmla="*/ 3290 h 10000"/>
              <a:gd name="connsiteX3-721" fmla="*/ 639 w 9787"/>
              <a:gd name="connsiteY3-722" fmla="*/ 2500 h 10000"/>
              <a:gd name="connsiteX4-723" fmla="*/ 851 w 9787"/>
              <a:gd name="connsiteY4-724" fmla="*/ 1785 h 10000"/>
              <a:gd name="connsiteX5-725" fmla="*/ 1065 w 9787"/>
              <a:gd name="connsiteY5-726" fmla="*/ 1170 h 10000"/>
              <a:gd name="connsiteX6-727" fmla="*/ 1278 w 9787"/>
              <a:gd name="connsiteY6-728" fmla="*/ 670 h 10000"/>
              <a:gd name="connsiteX7-729" fmla="*/ 1488 w 9787"/>
              <a:gd name="connsiteY7-730" fmla="*/ 303 h 10000"/>
              <a:gd name="connsiteX8-731" fmla="*/ 1701 w 9787"/>
              <a:gd name="connsiteY8-732" fmla="*/ 75 h 10000"/>
              <a:gd name="connsiteX9-733" fmla="*/ 1916 w 9787"/>
              <a:gd name="connsiteY9-734" fmla="*/ 0 h 10000"/>
              <a:gd name="connsiteX10-735" fmla="*/ 2127 w 9787"/>
              <a:gd name="connsiteY10-736" fmla="*/ 75 h 10000"/>
              <a:gd name="connsiteX11-737" fmla="*/ 2341 w 9787"/>
              <a:gd name="connsiteY11-738" fmla="*/ 303 h 10000"/>
              <a:gd name="connsiteX12-739" fmla="*/ 2553 w 9787"/>
              <a:gd name="connsiteY12-740" fmla="*/ 670 h 10000"/>
              <a:gd name="connsiteX13-741" fmla="*/ 2766 w 9787"/>
              <a:gd name="connsiteY13-742" fmla="*/ 1170 h 10000"/>
              <a:gd name="connsiteX14-743" fmla="*/ 2980 w 9787"/>
              <a:gd name="connsiteY14-744" fmla="*/ 1785 h 10000"/>
              <a:gd name="connsiteX15-745" fmla="*/ 3191 w 9787"/>
              <a:gd name="connsiteY15-746" fmla="*/ 2500 h 10000"/>
              <a:gd name="connsiteX16-747" fmla="*/ 3404 w 9787"/>
              <a:gd name="connsiteY16-748" fmla="*/ 3290 h 10000"/>
              <a:gd name="connsiteX17-749" fmla="*/ 3618 w 9787"/>
              <a:gd name="connsiteY17-750" fmla="*/ 4133 h 10000"/>
              <a:gd name="connsiteX18-751" fmla="*/ 3830 w 9787"/>
              <a:gd name="connsiteY18-752" fmla="*/ 5000 h 10000"/>
              <a:gd name="connsiteX19-753" fmla="*/ 4044 w 9787"/>
              <a:gd name="connsiteY19-754" fmla="*/ 5868 h 10000"/>
              <a:gd name="connsiteX20-755" fmla="*/ 4254 w 9787"/>
              <a:gd name="connsiteY20-756" fmla="*/ 6710 h 10000"/>
              <a:gd name="connsiteX21-757" fmla="*/ 4468 w 9787"/>
              <a:gd name="connsiteY21-758" fmla="*/ 7500 h 10000"/>
              <a:gd name="connsiteX22-759" fmla="*/ 4680 w 9787"/>
              <a:gd name="connsiteY22-760" fmla="*/ 8213 h 10000"/>
              <a:gd name="connsiteX23-761" fmla="*/ 4895 w 9787"/>
              <a:gd name="connsiteY23-762" fmla="*/ 8830 h 10000"/>
              <a:gd name="connsiteX24-763" fmla="*/ 5105 w 9787"/>
              <a:gd name="connsiteY24-764" fmla="*/ 9330 h 10000"/>
              <a:gd name="connsiteX25-765" fmla="*/ 5320 w 9787"/>
              <a:gd name="connsiteY25-766" fmla="*/ 9698 h 10000"/>
              <a:gd name="connsiteX26-767" fmla="*/ 5531 w 9787"/>
              <a:gd name="connsiteY26-768" fmla="*/ 9925 h 10000"/>
              <a:gd name="connsiteX27-769" fmla="*/ 5746 w 9787"/>
              <a:gd name="connsiteY27-770" fmla="*/ 10000 h 10000"/>
              <a:gd name="connsiteX28-771" fmla="*/ 5957 w 9787"/>
              <a:gd name="connsiteY28-772" fmla="*/ 9925 h 10000"/>
              <a:gd name="connsiteX29-773" fmla="*/ 6170 w 9787"/>
              <a:gd name="connsiteY29-774" fmla="*/ 9698 h 10000"/>
              <a:gd name="connsiteX30-775" fmla="*/ 6384 w 9787"/>
              <a:gd name="connsiteY30-776" fmla="*/ 9330 h 10000"/>
              <a:gd name="connsiteX31-777" fmla="*/ 6596 w 9787"/>
              <a:gd name="connsiteY31-778" fmla="*/ 8830 h 10000"/>
              <a:gd name="connsiteX32-779" fmla="*/ 6808 w 9787"/>
              <a:gd name="connsiteY32-780" fmla="*/ 8215 h 10000"/>
              <a:gd name="connsiteX33-781" fmla="*/ 7020 w 9787"/>
              <a:gd name="connsiteY33-782" fmla="*/ 7500 h 10000"/>
              <a:gd name="connsiteX34-783" fmla="*/ 7233 w 9787"/>
              <a:gd name="connsiteY34-784" fmla="*/ 6710 h 10000"/>
              <a:gd name="connsiteX35-785" fmla="*/ 7447 w 9787"/>
              <a:gd name="connsiteY35-786" fmla="*/ 5870 h 10000"/>
              <a:gd name="connsiteX36-787" fmla="*/ 7659 w 9787"/>
              <a:gd name="connsiteY36-788" fmla="*/ 5000 h 10000"/>
              <a:gd name="connsiteX37-789" fmla="*/ 7873 w 9787"/>
              <a:gd name="connsiteY37-790" fmla="*/ 4133 h 10000"/>
              <a:gd name="connsiteX38-791" fmla="*/ 8085 w 9787"/>
              <a:gd name="connsiteY38-792" fmla="*/ 3290 h 10000"/>
              <a:gd name="connsiteX39-793" fmla="*/ 8299 w 9787"/>
              <a:gd name="connsiteY39-794" fmla="*/ 2500 h 10000"/>
              <a:gd name="connsiteX40-795" fmla="*/ 8510 w 9787"/>
              <a:gd name="connsiteY40-796" fmla="*/ 1788 h 10000"/>
              <a:gd name="connsiteX41-797" fmla="*/ 8723 w 9787"/>
              <a:gd name="connsiteY41-798" fmla="*/ 1170 h 10000"/>
              <a:gd name="connsiteX42-799" fmla="*/ 8936 w 9787"/>
              <a:gd name="connsiteY42-800" fmla="*/ 670 h 10000"/>
              <a:gd name="connsiteX43-801" fmla="*/ 9149 w 9787"/>
              <a:gd name="connsiteY43-802" fmla="*/ 303 h 10000"/>
              <a:gd name="connsiteX44-803" fmla="*/ 9361 w 9787"/>
              <a:gd name="connsiteY44-804" fmla="*/ 75 h 10000"/>
              <a:gd name="connsiteX45-805" fmla="*/ 9574 w 9787"/>
              <a:gd name="connsiteY45-806" fmla="*/ 0 h 10000"/>
              <a:gd name="connsiteX46-807" fmla="*/ 9787 w 9787"/>
              <a:gd name="connsiteY46-808" fmla="*/ 75 h 10000"/>
              <a:gd name="connsiteX0-809" fmla="*/ 0 w 9782"/>
              <a:gd name="connsiteY0-810" fmla="*/ 5000 h 10000"/>
              <a:gd name="connsiteX1-811" fmla="*/ 219 w 9782"/>
              <a:gd name="connsiteY1-812" fmla="*/ 4133 h 10000"/>
              <a:gd name="connsiteX2-813" fmla="*/ 435 w 9782"/>
              <a:gd name="connsiteY2-814" fmla="*/ 3290 h 10000"/>
              <a:gd name="connsiteX3-815" fmla="*/ 653 w 9782"/>
              <a:gd name="connsiteY3-816" fmla="*/ 2500 h 10000"/>
              <a:gd name="connsiteX4-817" fmla="*/ 870 w 9782"/>
              <a:gd name="connsiteY4-818" fmla="*/ 1785 h 10000"/>
              <a:gd name="connsiteX5-819" fmla="*/ 1088 w 9782"/>
              <a:gd name="connsiteY5-820" fmla="*/ 1170 h 10000"/>
              <a:gd name="connsiteX6-821" fmla="*/ 1306 w 9782"/>
              <a:gd name="connsiteY6-822" fmla="*/ 670 h 10000"/>
              <a:gd name="connsiteX7-823" fmla="*/ 1520 w 9782"/>
              <a:gd name="connsiteY7-824" fmla="*/ 303 h 10000"/>
              <a:gd name="connsiteX8-825" fmla="*/ 1738 w 9782"/>
              <a:gd name="connsiteY8-826" fmla="*/ 75 h 10000"/>
              <a:gd name="connsiteX9-827" fmla="*/ 1958 w 9782"/>
              <a:gd name="connsiteY9-828" fmla="*/ 0 h 10000"/>
              <a:gd name="connsiteX10-829" fmla="*/ 2173 w 9782"/>
              <a:gd name="connsiteY10-830" fmla="*/ 75 h 10000"/>
              <a:gd name="connsiteX11-831" fmla="*/ 2392 w 9782"/>
              <a:gd name="connsiteY11-832" fmla="*/ 303 h 10000"/>
              <a:gd name="connsiteX12-833" fmla="*/ 2609 w 9782"/>
              <a:gd name="connsiteY12-834" fmla="*/ 670 h 10000"/>
              <a:gd name="connsiteX13-835" fmla="*/ 2826 w 9782"/>
              <a:gd name="connsiteY13-836" fmla="*/ 1170 h 10000"/>
              <a:gd name="connsiteX14-837" fmla="*/ 3045 w 9782"/>
              <a:gd name="connsiteY14-838" fmla="*/ 1785 h 10000"/>
              <a:gd name="connsiteX15-839" fmla="*/ 3260 w 9782"/>
              <a:gd name="connsiteY15-840" fmla="*/ 2500 h 10000"/>
              <a:gd name="connsiteX16-841" fmla="*/ 3478 w 9782"/>
              <a:gd name="connsiteY16-842" fmla="*/ 3290 h 10000"/>
              <a:gd name="connsiteX17-843" fmla="*/ 3697 w 9782"/>
              <a:gd name="connsiteY17-844" fmla="*/ 4133 h 10000"/>
              <a:gd name="connsiteX18-845" fmla="*/ 3913 w 9782"/>
              <a:gd name="connsiteY18-846" fmla="*/ 5000 h 10000"/>
              <a:gd name="connsiteX19-847" fmla="*/ 4132 w 9782"/>
              <a:gd name="connsiteY19-848" fmla="*/ 5868 h 10000"/>
              <a:gd name="connsiteX20-849" fmla="*/ 4347 w 9782"/>
              <a:gd name="connsiteY20-850" fmla="*/ 6710 h 10000"/>
              <a:gd name="connsiteX21-851" fmla="*/ 4565 w 9782"/>
              <a:gd name="connsiteY21-852" fmla="*/ 7500 h 10000"/>
              <a:gd name="connsiteX22-853" fmla="*/ 4782 w 9782"/>
              <a:gd name="connsiteY22-854" fmla="*/ 8213 h 10000"/>
              <a:gd name="connsiteX23-855" fmla="*/ 5002 w 9782"/>
              <a:gd name="connsiteY23-856" fmla="*/ 8830 h 10000"/>
              <a:gd name="connsiteX24-857" fmla="*/ 5216 w 9782"/>
              <a:gd name="connsiteY24-858" fmla="*/ 9330 h 10000"/>
              <a:gd name="connsiteX25-859" fmla="*/ 5436 w 9782"/>
              <a:gd name="connsiteY25-860" fmla="*/ 9698 h 10000"/>
              <a:gd name="connsiteX26-861" fmla="*/ 5651 w 9782"/>
              <a:gd name="connsiteY26-862" fmla="*/ 9925 h 10000"/>
              <a:gd name="connsiteX27-863" fmla="*/ 5871 w 9782"/>
              <a:gd name="connsiteY27-864" fmla="*/ 10000 h 10000"/>
              <a:gd name="connsiteX28-865" fmla="*/ 6087 w 9782"/>
              <a:gd name="connsiteY28-866" fmla="*/ 9925 h 10000"/>
              <a:gd name="connsiteX29-867" fmla="*/ 6304 w 9782"/>
              <a:gd name="connsiteY29-868" fmla="*/ 9698 h 10000"/>
              <a:gd name="connsiteX30-869" fmla="*/ 6523 w 9782"/>
              <a:gd name="connsiteY30-870" fmla="*/ 9330 h 10000"/>
              <a:gd name="connsiteX31-871" fmla="*/ 6740 w 9782"/>
              <a:gd name="connsiteY31-872" fmla="*/ 8830 h 10000"/>
              <a:gd name="connsiteX32-873" fmla="*/ 6956 w 9782"/>
              <a:gd name="connsiteY32-874" fmla="*/ 8215 h 10000"/>
              <a:gd name="connsiteX33-875" fmla="*/ 7173 w 9782"/>
              <a:gd name="connsiteY33-876" fmla="*/ 7500 h 10000"/>
              <a:gd name="connsiteX34-877" fmla="*/ 7390 w 9782"/>
              <a:gd name="connsiteY34-878" fmla="*/ 6710 h 10000"/>
              <a:gd name="connsiteX35-879" fmla="*/ 7609 w 9782"/>
              <a:gd name="connsiteY35-880" fmla="*/ 5870 h 10000"/>
              <a:gd name="connsiteX36-881" fmla="*/ 7826 w 9782"/>
              <a:gd name="connsiteY36-882" fmla="*/ 5000 h 10000"/>
              <a:gd name="connsiteX37-883" fmla="*/ 8044 w 9782"/>
              <a:gd name="connsiteY37-884" fmla="*/ 4133 h 10000"/>
              <a:gd name="connsiteX38-885" fmla="*/ 8261 w 9782"/>
              <a:gd name="connsiteY38-886" fmla="*/ 3290 h 10000"/>
              <a:gd name="connsiteX39-887" fmla="*/ 8480 w 9782"/>
              <a:gd name="connsiteY39-888" fmla="*/ 2500 h 10000"/>
              <a:gd name="connsiteX40-889" fmla="*/ 8695 w 9782"/>
              <a:gd name="connsiteY40-890" fmla="*/ 1788 h 10000"/>
              <a:gd name="connsiteX41-891" fmla="*/ 8913 w 9782"/>
              <a:gd name="connsiteY41-892" fmla="*/ 1170 h 10000"/>
              <a:gd name="connsiteX42-893" fmla="*/ 9130 w 9782"/>
              <a:gd name="connsiteY42-894" fmla="*/ 670 h 10000"/>
              <a:gd name="connsiteX43-895" fmla="*/ 9348 w 9782"/>
              <a:gd name="connsiteY43-896" fmla="*/ 303 h 10000"/>
              <a:gd name="connsiteX44-897" fmla="*/ 9565 w 9782"/>
              <a:gd name="connsiteY44-898" fmla="*/ 75 h 10000"/>
              <a:gd name="connsiteX45-899" fmla="*/ 9782 w 9782"/>
              <a:gd name="connsiteY45-900" fmla="*/ 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  <a:cxn ang="0">
                <a:pos x="connsiteX32-65" y="connsiteY32-66"/>
              </a:cxn>
              <a:cxn ang="0">
                <a:pos x="connsiteX33-67" y="connsiteY33-68"/>
              </a:cxn>
              <a:cxn ang="0">
                <a:pos x="connsiteX34-69" y="connsiteY34-70"/>
              </a:cxn>
              <a:cxn ang="0">
                <a:pos x="connsiteX35-71" y="connsiteY35-72"/>
              </a:cxn>
              <a:cxn ang="0">
                <a:pos x="connsiteX36-73" y="connsiteY36-74"/>
              </a:cxn>
              <a:cxn ang="0">
                <a:pos x="connsiteX37-75" y="connsiteY37-76"/>
              </a:cxn>
              <a:cxn ang="0">
                <a:pos x="connsiteX38-77" y="connsiteY38-78"/>
              </a:cxn>
              <a:cxn ang="0">
                <a:pos x="connsiteX39-79" y="connsiteY39-80"/>
              </a:cxn>
              <a:cxn ang="0">
                <a:pos x="connsiteX40-81" y="connsiteY40-82"/>
              </a:cxn>
              <a:cxn ang="0">
                <a:pos x="connsiteX41-83" y="connsiteY41-84"/>
              </a:cxn>
              <a:cxn ang="0">
                <a:pos x="connsiteX42-85" y="connsiteY42-86"/>
              </a:cxn>
              <a:cxn ang="0">
                <a:pos x="connsiteX43-87" y="connsiteY43-88"/>
              </a:cxn>
              <a:cxn ang="0">
                <a:pos x="connsiteX44-89" y="connsiteY44-90"/>
              </a:cxn>
              <a:cxn ang="0">
                <a:pos x="connsiteX45-91" y="connsiteY45-92"/>
              </a:cxn>
            </a:cxnLst>
            <a:rect l="l" t="t" r="r" b="b"/>
            <a:pathLst>
              <a:path w="9782" h="10000">
                <a:moveTo>
                  <a:pt x="0" y="5000"/>
                </a:moveTo>
                <a:cubicBezTo>
                  <a:pt x="71" y="4708"/>
                  <a:pt x="144" y="4418"/>
                  <a:pt x="219" y="4133"/>
                </a:cubicBezTo>
                <a:cubicBezTo>
                  <a:pt x="290" y="3848"/>
                  <a:pt x="362" y="3563"/>
                  <a:pt x="435" y="3290"/>
                </a:cubicBezTo>
                <a:cubicBezTo>
                  <a:pt x="506" y="3018"/>
                  <a:pt x="578" y="2750"/>
                  <a:pt x="653" y="2500"/>
                </a:cubicBezTo>
                <a:cubicBezTo>
                  <a:pt x="726" y="2250"/>
                  <a:pt x="797" y="2008"/>
                  <a:pt x="870" y="1785"/>
                </a:cubicBezTo>
                <a:cubicBezTo>
                  <a:pt x="941" y="1563"/>
                  <a:pt x="1015" y="1355"/>
                  <a:pt x="1088" y="1170"/>
                </a:cubicBezTo>
                <a:cubicBezTo>
                  <a:pt x="1160" y="985"/>
                  <a:pt x="1231" y="815"/>
                  <a:pt x="1306" y="670"/>
                </a:cubicBezTo>
                <a:cubicBezTo>
                  <a:pt x="1378" y="525"/>
                  <a:pt x="1448" y="403"/>
                  <a:pt x="1520" y="303"/>
                </a:cubicBezTo>
                <a:cubicBezTo>
                  <a:pt x="1595" y="203"/>
                  <a:pt x="1666" y="125"/>
                  <a:pt x="1738" y="75"/>
                </a:cubicBezTo>
                <a:cubicBezTo>
                  <a:pt x="1812" y="25"/>
                  <a:pt x="1883" y="0"/>
                  <a:pt x="1958" y="0"/>
                </a:cubicBezTo>
                <a:cubicBezTo>
                  <a:pt x="2029" y="0"/>
                  <a:pt x="2101" y="25"/>
                  <a:pt x="2173" y="75"/>
                </a:cubicBezTo>
                <a:cubicBezTo>
                  <a:pt x="2248" y="125"/>
                  <a:pt x="2318" y="203"/>
                  <a:pt x="2392" y="303"/>
                </a:cubicBezTo>
                <a:cubicBezTo>
                  <a:pt x="2463" y="403"/>
                  <a:pt x="2536" y="525"/>
                  <a:pt x="2609" y="670"/>
                </a:cubicBezTo>
                <a:cubicBezTo>
                  <a:pt x="2681" y="815"/>
                  <a:pt x="2754" y="985"/>
                  <a:pt x="2826" y="1170"/>
                </a:cubicBezTo>
                <a:cubicBezTo>
                  <a:pt x="2898" y="1355"/>
                  <a:pt x="2971" y="1563"/>
                  <a:pt x="3045" y="1785"/>
                </a:cubicBezTo>
                <a:cubicBezTo>
                  <a:pt x="3115" y="2008"/>
                  <a:pt x="3186" y="2250"/>
                  <a:pt x="3260" y="2500"/>
                </a:cubicBezTo>
                <a:cubicBezTo>
                  <a:pt x="3335" y="2750"/>
                  <a:pt x="3406" y="3018"/>
                  <a:pt x="3478" y="3290"/>
                </a:cubicBezTo>
                <a:cubicBezTo>
                  <a:pt x="3550" y="3563"/>
                  <a:pt x="3623" y="3848"/>
                  <a:pt x="3697" y="4133"/>
                </a:cubicBezTo>
                <a:cubicBezTo>
                  <a:pt x="3768" y="4418"/>
                  <a:pt x="3839" y="4710"/>
                  <a:pt x="3913" y="5000"/>
                </a:cubicBezTo>
                <a:cubicBezTo>
                  <a:pt x="3986" y="5290"/>
                  <a:pt x="4057" y="5583"/>
                  <a:pt x="4132" y="5868"/>
                </a:cubicBezTo>
                <a:cubicBezTo>
                  <a:pt x="4205" y="6153"/>
                  <a:pt x="4275" y="6438"/>
                  <a:pt x="4347" y="6710"/>
                </a:cubicBezTo>
                <a:cubicBezTo>
                  <a:pt x="4420" y="6983"/>
                  <a:pt x="4492" y="7250"/>
                  <a:pt x="4565" y="7500"/>
                </a:cubicBezTo>
                <a:cubicBezTo>
                  <a:pt x="4639" y="7750"/>
                  <a:pt x="4711" y="7990"/>
                  <a:pt x="4782" y="8213"/>
                </a:cubicBezTo>
                <a:cubicBezTo>
                  <a:pt x="4855" y="8435"/>
                  <a:pt x="4927" y="8645"/>
                  <a:pt x="5002" y="8830"/>
                </a:cubicBezTo>
                <a:cubicBezTo>
                  <a:pt x="5072" y="9015"/>
                  <a:pt x="5145" y="9185"/>
                  <a:pt x="5216" y="9330"/>
                </a:cubicBezTo>
                <a:cubicBezTo>
                  <a:pt x="5291" y="9475"/>
                  <a:pt x="5364" y="9598"/>
                  <a:pt x="5436" y="9698"/>
                </a:cubicBezTo>
                <a:cubicBezTo>
                  <a:pt x="5506" y="9798"/>
                  <a:pt x="5580" y="9875"/>
                  <a:pt x="5651" y="9925"/>
                </a:cubicBezTo>
                <a:cubicBezTo>
                  <a:pt x="5725" y="9975"/>
                  <a:pt x="5797" y="10000"/>
                  <a:pt x="5871" y="10000"/>
                </a:cubicBezTo>
                <a:cubicBezTo>
                  <a:pt x="5943" y="10000"/>
                  <a:pt x="6014" y="9975"/>
                  <a:pt x="6087" y="9925"/>
                </a:cubicBezTo>
                <a:cubicBezTo>
                  <a:pt x="6159" y="9875"/>
                  <a:pt x="6232" y="9798"/>
                  <a:pt x="6304" y="9698"/>
                </a:cubicBezTo>
                <a:cubicBezTo>
                  <a:pt x="6377" y="9598"/>
                  <a:pt x="6448" y="9475"/>
                  <a:pt x="6523" y="9330"/>
                </a:cubicBezTo>
                <a:cubicBezTo>
                  <a:pt x="6593" y="9185"/>
                  <a:pt x="6666" y="9015"/>
                  <a:pt x="6740" y="8830"/>
                </a:cubicBezTo>
                <a:cubicBezTo>
                  <a:pt x="6812" y="8645"/>
                  <a:pt x="6884" y="8438"/>
                  <a:pt x="6956" y="8215"/>
                </a:cubicBezTo>
                <a:cubicBezTo>
                  <a:pt x="7031" y="7993"/>
                  <a:pt x="7102" y="7750"/>
                  <a:pt x="7173" y="7500"/>
                </a:cubicBezTo>
                <a:cubicBezTo>
                  <a:pt x="7248" y="7250"/>
                  <a:pt x="7319" y="6983"/>
                  <a:pt x="7390" y="6710"/>
                </a:cubicBezTo>
                <a:cubicBezTo>
                  <a:pt x="7465" y="6438"/>
                  <a:pt x="7537" y="6155"/>
                  <a:pt x="7609" y="5870"/>
                </a:cubicBezTo>
                <a:cubicBezTo>
                  <a:pt x="7683" y="5585"/>
                  <a:pt x="7754" y="5290"/>
                  <a:pt x="7826" y="5000"/>
                </a:cubicBezTo>
                <a:cubicBezTo>
                  <a:pt x="7899" y="4710"/>
                  <a:pt x="7971" y="4418"/>
                  <a:pt x="8044" y="4133"/>
                </a:cubicBezTo>
                <a:cubicBezTo>
                  <a:pt x="8117" y="3848"/>
                  <a:pt x="8189" y="3563"/>
                  <a:pt x="8261" y="3290"/>
                </a:cubicBezTo>
                <a:cubicBezTo>
                  <a:pt x="8332" y="3018"/>
                  <a:pt x="8406" y="2750"/>
                  <a:pt x="8480" y="2500"/>
                </a:cubicBezTo>
                <a:cubicBezTo>
                  <a:pt x="8551" y="2250"/>
                  <a:pt x="8623" y="2010"/>
                  <a:pt x="8695" y="1788"/>
                </a:cubicBezTo>
                <a:cubicBezTo>
                  <a:pt x="8770" y="1565"/>
                  <a:pt x="8841" y="1355"/>
                  <a:pt x="8913" y="1170"/>
                </a:cubicBezTo>
                <a:cubicBezTo>
                  <a:pt x="8985" y="985"/>
                  <a:pt x="9056" y="815"/>
                  <a:pt x="9130" y="670"/>
                </a:cubicBezTo>
                <a:cubicBezTo>
                  <a:pt x="9204" y="525"/>
                  <a:pt x="9277" y="403"/>
                  <a:pt x="9348" y="303"/>
                </a:cubicBezTo>
                <a:cubicBezTo>
                  <a:pt x="9422" y="203"/>
                  <a:pt x="9491" y="125"/>
                  <a:pt x="9565" y="75"/>
                </a:cubicBezTo>
                <a:cubicBezTo>
                  <a:pt x="9639" y="25"/>
                  <a:pt x="9710" y="0"/>
                  <a:pt x="9782" y="0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D1612128-2C2E-E01F-0BA8-1BE0975F4085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874375" y="4608513"/>
            <a:ext cx="1141095" cy="1568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96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charset="0"/>
              </a:rPr>
              <a:t></a:t>
            </a:r>
          </a:p>
        </p:txBody>
      </p:sp>
    </p:spTree>
    <p:extLst>
      <p:ext uri="{BB962C8B-B14F-4D97-AF65-F5344CB8AC3E}">
        <p14:creationId xmlns:p14="http://schemas.microsoft.com/office/powerpoint/2010/main" val="67608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A85B-9CC3-B4F2-7374-0034B15A8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单摆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B2228-75BA-56E5-EEAF-87D720E7B4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/>
                  <a:t>由一条绳或竿，和一个锤组成。锤系在绳的下方，绳的另一端固定。</a:t>
                </a:r>
                <a:endParaRPr lang="en-US" altLang="zh-CN"/>
              </a:p>
              <a:p>
                <a:r>
                  <a:rPr lang="en-US" err="1"/>
                  <a:t>摆角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5°</m:t>
                    </m:r>
                  </m:oMath>
                </a14:m>
                <a:endParaRPr lang="en-CN"/>
              </a:p>
              <a:p>
                <a:r>
                  <a:rPr lang="en-CN"/>
                  <a:t>周期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den>
                        </m:f>
                      </m:e>
                    </m:rad>
                  </m:oMath>
                </a14:m>
                <a:endParaRPr lang="en-C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CB2228-75BA-56E5-EEAF-87D720E7B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23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D10D-A2EF-21BD-D916-FD41DE6E5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傅科摆证明了地球的自转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F378712-F004-9718-A2CF-7B91BA36A0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686" y="1512875"/>
            <a:ext cx="3732628" cy="4976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849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8" name="yt_shape_13178"/>
          <p:cNvSpPr txBox="1"/>
          <p:nvPr/>
        </p:nvSpPr>
        <p:spPr>
          <a:xfrm>
            <a:off x="324071" y="432000"/>
            <a:ext cx="11924914" cy="121655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1_b8071"/>
              </a:rPr>
              <a:t>甲、乙两个单摆的振动图像如图所示。根据振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动图像可以断定（　　）</a:t>
            </a:r>
          </a:p>
        </p:txBody>
      </p:sp>
      <p:pic>
        <p:nvPicPr>
          <p:cNvPr id="13179" name="yt_image_13179" title="H_170.37">
            <a:extLst>
              <a:ext uri="">
                <a16:creationId xmlns="" xmlns:a16="http://schemas.microsoft.com/office/drawing/2014/main" xmlns:p14="http://schemas.microsoft.com/office/powerpoint/2010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6280" y="2348880"/>
            <a:ext cx="3195963" cy="238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3181" title="H_25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1700808"/>
          <a:ext cx="8436225" cy="4480560"/>
        </p:xfrm>
        <a:graphic>
          <a:graphicData uri="http://schemas.openxmlformats.org/drawingml/2006/table">
            <a:tbl>
              <a:tblPr/>
              <a:tblGrid>
                <a:gridCol w="8436225">
                  <a:extLst>
                    <a:ext uri="{9D8B030D-6E8A-4147-A177-3AD203B41FA5}">
                      <a16:colId xmlns:a16="http://schemas.microsoft.com/office/drawing/2014/main" val="103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若甲、乙两单摆在同一地点摆动，甲、乙两单摆摆长之比是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9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甲、乙两单摆振动的频率之比是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3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甲、乙两单摆振动的周期之比是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2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3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  <a:sym typeface="_⨹_29_c32e6"/>
                        </a:rPr>
                        <a:t>若甲、乙两单摆在不同地点摆动，但摆长相同，则甲乙两单摆所在</a:t>
                      </a:r>
                      <a:b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</a:b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地点的重力加速度之比为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9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宋体" pitchFamily="30"/>
                          <a:ea typeface="宋体" pitchFamily="30"/>
                        </a:rPr>
                        <a:t>∶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4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42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336" y="3212976"/>
            <a:ext cx="722784" cy="57965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336" y="3805951"/>
            <a:ext cx="722784" cy="57965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9336" y="4371592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2" name="yt_shape_13232"/>
          <p:cNvSpPr txBox="1"/>
          <p:nvPr/>
        </p:nvSpPr>
        <p:spPr>
          <a:xfrm>
            <a:off x="4633410" y="432000"/>
            <a:ext cx="2812180" cy="60587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3100" b="0" i="0" u="none" spc="-3100">
                <a:solidFill>
                  <a:srgbClr val="1EE3CF"/>
                </a:solidFill>
                <a:effectLst/>
                <a:latin typeface="宋体/Times New Roman" pitchFamily="31"/>
                <a:ea typeface="宋体" pitchFamily="31"/>
              </a:rPr>
              <a:t> </a:t>
            </a:r>
            <a:r>
              <a:rPr lang="en-US" altLang="zh-CN" sz="3100" b="0" i="0" u="none" spc="21229">
                <a:solidFill>
                  <a:srgbClr val="1EE3CF"/>
                </a:solidFill>
                <a:effectLst/>
                <a:latin typeface="宋体/Times New Roman" pitchFamily="31"/>
                <a:ea typeface="宋体" pitchFamily="31"/>
              </a:rPr>
              <a:t> </a:t>
            </a:r>
          </a:p>
        </p:txBody>
      </p:sp>
      <p:sp>
        <p:nvSpPr>
          <p:cNvPr id="13234" name="yt_shape_13234"/>
          <p:cNvSpPr txBox="1"/>
          <p:nvPr/>
        </p:nvSpPr>
        <p:spPr>
          <a:xfrm>
            <a:off x="324071" y="1097079"/>
            <a:ext cx="11924914" cy="25092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80365" indent="-380317" algn="l" eaLnBrk="1" latinLnBrk="0" hangingPunct="0">
              <a:lnSpc>
                <a:spcPct val="140000"/>
              </a:lnSpc>
            </a:pP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	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如图所示，光滑圆槽的半径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R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16_88c37"/>
              </a:rPr>
              <a:t>远大于小球运动的弧长。甲、乙、丙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9_c9779"/>
              </a:rPr>
              <a:t>三个小球（均可视为质点）同时由静止释放，开始时，甲球比乙球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离槽最低点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O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3_b73b4"/>
              </a:rPr>
              <a:t>远些，丙球在槽的圆心处。则以下关于它们第一次到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达点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O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的先后顺序的说法正确的是（　　）</a:t>
            </a:r>
          </a:p>
        </p:txBody>
      </p:sp>
      <p:graphicFrame>
        <p:nvGraphicFramePr>
          <p:cNvPr id="13236" name="yt_table_13236_skip" title="H_201.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704424" y="3657080"/>
          <a:ext cx="6021388" cy="2560320"/>
        </p:xfrm>
        <a:graphic>
          <a:graphicData uri="http://schemas.openxmlformats.org/drawingml/2006/table">
            <a:tbl>
              <a:tblPr/>
              <a:tblGrid>
                <a:gridCol w="6021388">
                  <a:extLst>
                    <a:ext uri="{9D8B030D-6E8A-4147-A177-3AD203B41FA5}">
                      <a16:colId xmlns:a16="http://schemas.microsoft.com/office/drawing/2014/main" val="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A.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乙先到，然后甲到，丙最后到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B.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丙先到，然后甲、乙同时到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444" indent="-44444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C.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丙先到，然后乙到，甲最后到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65396" indent="-465396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D.</a:t>
                      </a:r>
                      <a:r>
                        <a:rPr lang="en-US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Times New Roman" pitchFamily="30"/>
                        </a:rPr>
                        <a:t> </a:t>
                      </a:r>
                      <a:r>
                        <a:rPr lang="zh-CN" altLang="zh-CN" sz="3000" b="0" i="0" u="none">
                          <a:solidFill>
                            <a:srgbClr val="000000"/>
                          </a:solidFill>
                          <a:effectLst/>
                          <a:latin typeface="Times New Roman" pitchFamily="30"/>
                          <a:ea typeface="宋体" pitchFamily="30"/>
                        </a:rPr>
                        <a:t>甲、乙、丙同时到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8"/>
                  </a:ext>
                </a:extLst>
              </a:tr>
            </a:tbl>
          </a:graphicData>
        </a:graphic>
      </p:graphicFrame>
      <p:pic>
        <p:nvPicPr>
          <p:cNvPr id="13235" name="yt_image_13235_skip" title="H_243">
            <a:extLst>
              <a:ext uri="">
                <a16:creationId xmlns="" xmlns:a16="http://schemas.microsoft.com/office/drawing/2014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2264" y="3158751"/>
            <a:ext cx="3295396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376" y="4509120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" name="yt_shape_13240"/>
          <p:cNvSpPr txBox="1"/>
          <p:nvPr/>
        </p:nvSpPr>
        <p:spPr>
          <a:xfrm>
            <a:off x="324071" y="432000"/>
            <a:ext cx="11924914" cy="3155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80365" indent="-380317" algn="l" eaLnBrk="1" latinLnBrk="0" hangingPunct="0">
              <a:lnSpc>
                <a:spcPct val="140000"/>
              </a:lnSpc>
            </a:pP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9_c40f6"/>
              </a:rPr>
              <a:t>	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9_c40f6"/>
              </a:rPr>
              <a:t>如图所示，一根不可伸长的细绳下端拴一小钢球，上端系在位于光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滑斜面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O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5_a0e06"/>
              </a:rPr>
              <a:t>处的钉子上，小球处于静止状态，细绳与斜面平行。现使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9_abc0c"/>
              </a:rPr>
              <a:t>小球获得一平行于斜面底边的初速度，使小球偏离平衡位置，最大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偏角小于</a:t>
            </a:r>
            <a:r>
              <a:rPr lang="en-US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5°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。已知斜面倾角为</a:t>
            </a:r>
            <a:r>
              <a:rPr lang="en-US" altLang="zh-CN" sz="3000" b="0" i="0" u="none" err="1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θ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，悬点到小球球心的距离为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L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  <a:sym typeface="_⨹_2_31acb"/>
              </a:rPr>
              <a:t>，重</a:t>
            </a:r>
            <a:b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</a:b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力加速度为</a:t>
            </a:r>
            <a:r>
              <a:rPr lang="en-US" altLang="zh-CN" sz="3000" b="0" i="1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g</a:t>
            </a:r>
            <a:r>
              <a:rPr lang="zh-CN" altLang="zh-CN" sz="3000" b="0" i="0" u="none">
                <a:solidFill>
                  <a:srgbClr val="000000"/>
                </a:solidFill>
                <a:effectLst/>
                <a:latin typeface="Times New Roman" pitchFamily="30"/>
                <a:ea typeface="宋体" pitchFamily="30"/>
              </a:rPr>
              <a:t>。则小球回到最低点所需的最短时间为（　　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242" name="yt_table_13242_skip" title="H_190.4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4424" y="3638332"/>
              <a:ext cx="5776405" cy="2419096"/>
            </p:xfrm>
            <a:graphic>
              <a:graphicData uri="http://schemas.openxmlformats.org/drawingml/2006/table">
                <a:tbl>
                  <a:tblPr/>
                  <a:tblGrid>
                    <a:gridCol w="3323336">
                      <a:extLst>
                        <a:ext uri="{9D8B030D-6E8A-4147-A177-3AD203B41FA5}">
                          <a16:colId xmlns:a16="http://schemas.microsoft.com/office/drawing/2014/main" val="10318"/>
                        </a:ext>
                      </a:extLst>
                    </a:gridCol>
                    <a:gridCol w="2453069">
                      <a:extLst>
                        <a:ext uri="{9D8B030D-6E8A-4147-A177-3AD203B41FA5}">
                          <a16:colId xmlns:a16="http://schemas.microsoft.com/office/drawing/2014/main" val="103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465396" indent="-465396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A.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Times New Roman" pitchFamily="30"/>
                            </a:rPr>
                            <a:t> 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π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30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60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𝑔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altLang="zh-CN" sz="30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30"/>
                            <a:ea typeface="宋体" pitchFamily="30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65396" indent="-465396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B.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Times New Roman" pitchFamily="30"/>
                            </a:rPr>
                            <a:t> 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π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30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60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𝐿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30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sin</m:t>
                                      </m:r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𝜃</m:t>
                                      </m:r>
                                    </m:num>
                                    <m:den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𝑔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altLang="zh-CN" sz="30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30"/>
                            <a:ea typeface="宋体" pitchFamily="30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44444" indent="-44444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C.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Times New Roman" pitchFamily="30"/>
                            </a:rPr>
                            <a:t> 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π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30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60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𝑔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30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sin</m:t>
                                      </m:r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𝜃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altLang="zh-CN" sz="30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30"/>
                            <a:ea typeface="宋体" pitchFamily="30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44444" indent="-444444" algn="l" eaLnBrk="1" latinLnBrk="0" hangingPunct="0">
                            <a:lnSpc>
                              <a:spcPct val="140000"/>
                            </a:lnSpc>
                          </a:pP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D.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Times New Roman" pitchFamily="30"/>
                            </a:rPr>
                            <a:t> </a:t>
                          </a:r>
                          <a:r>
                            <a:rPr lang="en-US" altLang="zh-CN" sz="3000" b="0" i="0" u="none">
                              <a:solidFill>
                                <a:srgbClr val="000000"/>
                              </a:solidFill>
                              <a:effectLst/>
                              <a:latin typeface="Times New Roman" pitchFamily="30"/>
                              <a:ea typeface="宋体" pitchFamily="30"/>
                            </a:rPr>
                            <a:t>π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altLang="zh-CN" sz="3000" b="0" i="1">
                                      <a:solidFill>
                                        <a:srgbClr val="01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60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𝑔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3000" b="0" i="0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cos</m:t>
                                      </m:r>
                                      <m:r>
                                        <a:rPr lang="en-US" altLang="zh-CN" sz="3000" b="0" i="1">
                                          <a:solidFill>
                                            <a:srgbClr val="010000"/>
                                          </a:solidFill>
                                          <a:effectLst/>
                                          <a:latin typeface="Cambria Math" panose="02040503050406030204" pitchFamily="60" charset="0"/>
                                          <a:ea typeface="Cambria Math" panose="02040503050406030204" pitchFamily="60" charset="0"/>
                                        </a:rPr>
                                        <m:t>𝜃</m:t>
                                      </m:r>
                                    </m:den>
                                  </m:f>
                                </m:e>
                              </m:rad>
                            </m:oMath>
                          </a14:m>
                          <a:endParaRPr lang="en-US" altLang="zh-CN" sz="3000" b="0" i="0" u="none">
                            <a:solidFill>
                              <a:srgbClr val="000000"/>
                            </a:solidFill>
                            <a:effectLst/>
                            <a:latin typeface="Times New Roman" pitchFamily="30"/>
                            <a:ea typeface="宋体" pitchFamily="30"/>
                          </a:endParaRPr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242" name="yt_table_13242_skip" title="H_190.48">
                <a:extLst>
                  <a:ext uri="{FF2B5EF4-FFF2-40B4-BE49-F238E27FC236}">
                    <a16:creationId xmlns:a16="http://schemas.microsoft.com/office/drawing/2014/main" id="{85F9CD91-DE56-4981-AD6D-3D4292DC4A2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4424" y="3638332"/>
              <a:ext cx="5776405" cy="2419096"/>
            </p:xfrm>
            <a:graphic>
              <a:graphicData uri="http://schemas.openxmlformats.org/drawingml/2006/table">
                <a:tbl>
                  <a:tblPr/>
                  <a:tblGrid>
                    <a:gridCol w="3323336">
                      <a:extLst>
                        <a:ext uri="{9D8B030D-6E8A-4147-A177-3AD203B41FA5}">
                          <a16:colId xmlns:a16="http://schemas.microsoft.com/office/drawing/2014/main" val="10318"/>
                        </a:ext>
                      </a:extLst>
                    </a:gridCol>
                    <a:gridCol w="2453069">
                      <a:extLst>
                        <a:ext uri="{9D8B030D-6E8A-4147-A177-3AD203B41FA5}">
                          <a16:colId xmlns:a16="http://schemas.microsoft.com/office/drawing/2014/main" val="10319"/>
                        </a:ext>
                      </a:extLst>
                    </a:gridCol>
                  </a:tblGrid>
                  <a:tr h="12095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r="-7381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5484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59"/>
                      </a:ext>
                    </a:extLst>
                  </a:tr>
                  <a:tr h="120954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t="-100000" r="-738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9522" cmpd="sng">
                          <a:noFill/>
                        </a:lnL>
                        <a:lnR w="9522" cmpd="sng">
                          <a:noFill/>
                        </a:lnR>
                        <a:lnT w="9522" cmpd="sng">
                          <a:noFill/>
                        </a:lnT>
                        <a:lnB w="9522" cmpd="sng">
                          <a:noFill/>
                        </a:lnB>
                        <a:blipFill>
                          <a:blip r:embed="rId2"/>
                          <a:stretch>
                            <a:fillRect l="-135484"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86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241" name="yt_image_13241_skip" title="H_118.53">
            <a:extLst>
              <a:ext uri="">
                <a16:creationId xmlns="" xmlns:a16="http://schemas.microsoft.com/office/drawing/2014/main" xmlns:mc="http://schemas.openxmlformats.org/markup-compatibility/2006" xmlns:a14="http://schemas.microsoft.com/office/drawing/2010/main" xmlns:p14="http://schemas.microsoft.com/office/powerpoint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67606" y="4226463"/>
            <a:ext cx="3181592" cy="1655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384" y="5517232"/>
            <a:ext cx="722784" cy="579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6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9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7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3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6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7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8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9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3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6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7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8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6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7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9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5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7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9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8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8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3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4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7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8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5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6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8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9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4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5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6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7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9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8B9FEED-8146-4839-8053-D9880E4F147B}" vid="{01A7EF7B-974A-4C72-8CCA-666A79B3FFE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 Chinese</Template>
  <TotalTime>4</TotalTime>
  <Words>469</Words>
  <Application>Microsoft Macintosh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宋体/Times New Roman</vt:lpstr>
      <vt:lpstr>Linux Libertine</vt:lpstr>
      <vt:lpstr>微软雅黑</vt:lpstr>
      <vt:lpstr>宋体</vt:lpstr>
      <vt:lpstr>Arial</vt:lpstr>
      <vt:lpstr>Cambria Math</vt:lpstr>
      <vt:lpstr>Times New Roman</vt:lpstr>
      <vt:lpstr>Office 主题​​</vt:lpstr>
      <vt:lpstr>单摆</vt:lpstr>
      <vt:lpstr>小角度单摆在做什么运动？</vt:lpstr>
      <vt:lpstr>单摆加速度与速度随时间变化的关系</vt:lpstr>
      <vt:lpstr>如果摆角过大，就不能看出简谐运动</vt:lpstr>
      <vt:lpstr>下列哪些球在做简谐运动，哪些是单摆？</vt:lpstr>
      <vt:lpstr>单摆</vt:lpstr>
      <vt:lpstr>傅科摆证明了地球的自转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</dc:creator>
  <cp:lastModifiedBy>Xingyu Shu</cp:lastModifiedBy>
  <cp:revision>3</cp:revision>
  <dcterms:created xsi:type="dcterms:W3CDTF">2024-09-29T07:41:18Z</dcterms:created>
  <dcterms:modified xsi:type="dcterms:W3CDTF">2026-10-20T00:54:54Z</dcterms:modified>
</cp:coreProperties>
</file>